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3.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4.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5.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6.xml" ContentType="application/vnd.openxmlformats-officedocument.theme+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theme/theme7.xml" ContentType="application/vnd.openxmlformats-officedocument.theme+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 id="2147483678" r:id="rId3"/>
    <p:sldMasterId id="2147483759" r:id="rId4"/>
    <p:sldMasterId id="2147483772" r:id="rId5"/>
    <p:sldMasterId id="2147483785" r:id="rId6"/>
    <p:sldMasterId id="2147483799" r:id="rId7"/>
    <p:sldMasterId id="2147483880" r:id="rId8"/>
  </p:sldMasterIdLst>
  <p:notesMasterIdLst>
    <p:notesMasterId r:id="rId20"/>
  </p:notesMasterIdLst>
  <p:sldIdLst>
    <p:sldId id="281" r:id="rId9"/>
    <p:sldId id="2147483086" r:id="rId10"/>
    <p:sldId id="2147480472" r:id="rId11"/>
    <p:sldId id="2147483071" r:id="rId12"/>
    <p:sldId id="2147483619" r:id="rId13"/>
    <p:sldId id="284" r:id="rId14"/>
    <p:sldId id="265" r:id="rId15"/>
    <p:sldId id="296" r:id="rId16"/>
    <p:sldId id="302" r:id="rId17"/>
    <p:sldId id="2147483620" r:id="rId18"/>
    <p:sldId id="2147483621" r:id="rId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34ED16-1D7C-EA88-8061-979F3E5BBED0}" name="Daniela Ilieva" initials="DI" userId="S::Daniela.Ilieva@rockwellautomation.com::9fbf1268-ccd3-4913-8ab0-410e3599f1dc" providerId="AD"/>
  <p188:author id="{58285E61-0D62-C0B4-FC1F-62A39262212A}" name="Carolina Huicochea Romo" initials="CH" userId="S::Carolina.HuicocheaRomo@rockwellautomation.com::de21c281-5d91-4734-a9ac-ba17485dd53e" providerId="AD"/>
  <p188:author id="{8EAEF5D6-7AC1-98B8-73DB-61B5E466ED23}" name="Leticia Foster" initials="LF" userId="S::leticia.foster@rockwellautomation.com::3d8e9184-a121-4f53-9ba5-ace7b2ab41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A86"/>
    <a:srgbClr val="D2D2D2"/>
    <a:srgbClr val="68B85B"/>
    <a:srgbClr val="0D88A9"/>
    <a:srgbClr val="E5E5E5"/>
    <a:srgbClr val="F1F1F1"/>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p:scale>
          <a:sx n="62" d="100"/>
          <a:sy n="62" d="100"/>
        </p:scale>
        <p:origin x="2238" y="10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56B4C7-BCA1-4DB6-91B8-1623653A2D7E}" type="doc">
      <dgm:prSet loTypeId="urn:microsoft.com/office/officeart/2009/3/layout/StepUpProcess" loCatId="process" qsTypeId="urn:microsoft.com/office/officeart/2005/8/quickstyle/simple1" qsCatId="simple" csTypeId="urn:microsoft.com/office/officeart/2005/8/colors/colorful1" csCatId="colorful" phldr="1"/>
      <dgm:spPr/>
      <dgm:t>
        <a:bodyPr/>
        <a:lstStyle/>
        <a:p>
          <a:endParaRPr lang="en-US"/>
        </a:p>
      </dgm:t>
    </dgm:pt>
    <dgm:pt modelId="{95195953-6215-4404-B5CE-1FD120EE6217}">
      <dgm:prSet phldrT="[Text]" custT="1"/>
      <dgm:spPr/>
      <dgm:t>
        <a:bodyPr/>
        <a:lstStyle/>
        <a:p>
          <a:pPr>
            <a:spcAft>
              <a:spcPts val="1200"/>
            </a:spcAft>
          </a:pPr>
          <a:r>
            <a:rPr lang="en-US" sz="1400"/>
            <a:t>100-c contactor built in Switzerland plant </a:t>
          </a:r>
        </a:p>
        <a:p>
          <a:pPr>
            <a:spcAft>
              <a:spcPts val="1200"/>
            </a:spcAft>
          </a:pPr>
          <a:r>
            <a:rPr lang="en-US" sz="1400">
              <a:latin typeface="Barlow Medium" panose="00000600000000000000" pitchFamily="2" charset="0"/>
            </a:rPr>
            <a:t>Partially automated process</a:t>
          </a:r>
        </a:p>
      </dgm:t>
    </dgm:pt>
    <dgm:pt modelId="{25EFFFA0-8A12-4D19-BDDA-14B297AD3643}" type="parTrans" cxnId="{A3C3B421-71DB-40E3-A4BB-5E19DA4F31A6}">
      <dgm:prSet/>
      <dgm:spPr/>
      <dgm:t>
        <a:bodyPr/>
        <a:lstStyle/>
        <a:p>
          <a:endParaRPr lang="en-US"/>
        </a:p>
      </dgm:t>
    </dgm:pt>
    <dgm:pt modelId="{A7D96AD9-2721-41A3-8E9D-C678989D9C7F}" type="sibTrans" cxnId="{A3C3B421-71DB-40E3-A4BB-5E19DA4F31A6}">
      <dgm:prSet/>
      <dgm:spPr/>
      <dgm:t>
        <a:bodyPr/>
        <a:lstStyle/>
        <a:p>
          <a:endParaRPr lang="en-US"/>
        </a:p>
      </dgm:t>
    </dgm:pt>
    <dgm:pt modelId="{271F9D07-F097-4EC8-8C23-A5083B553671}">
      <dgm:prSet custT="1"/>
      <dgm:spPr/>
      <dgm:t>
        <a:bodyPr/>
        <a:lstStyle/>
        <a:p>
          <a:pPr>
            <a:spcAft>
              <a:spcPts val="1200"/>
            </a:spcAft>
          </a:pPr>
          <a:r>
            <a:rPr lang="en-US" sz="1400" dirty="0"/>
            <a:t>MKE showcase project initiated </a:t>
          </a:r>
        </a:p>
        <a:p>
          <a:pPr>
            <a:spcAft>
              <a:spcPts val="1200"/>
            </a:spcAft>
          </a:pPr>
          <a:r>
            <a:rPr lang="en-US" sz="1250" dirty="0">
              <a:latin typeface="Barlow Medium" panose="00000600000000000000" pitchFamily="2" charset="0"/>
            </a:rPr>
            <a:t>Design &amp; virtual commissioning with E3D</a:t>
          </a:r>
        </a:p>
      </dgm:t>
    </dgm:pt>
    <dgm:pt modelId="{E8AC7293-22BF-4D94-857D-DFC1D299D3E4}" type="parTrans" cxnId="{90C880B0-1D5E-4A3B-B025-E0B70DC92F4C}">
      <dgm:prSet/>
      <dgm:spPr/>
      <dgm:t>
        <a:bodyPr/>
        <a:lstStyle/>
        <a:p>
          <a:endParaRPr lang="en-US"/>
        </a:p>
      </dgm:t>
    </dgm:pt>
    <dgm:pt modelId="{378F880E-7D4A-4781-B6DB-4656A05AE471}" type="sibTrans" cxnId="{90C880B0-1D5E-4A3B-B025-E0B70DC92F4C}">
      <dgm:prSet/>
      <dgm:spPr/>
      <dgm:t>
        <a:bodyPr/>
        <a:lstStyle/>
        <a:p>
          <a:endParaRPr lang="en-US"/>
        </a:p>
      </dgm:t>
    </dgm:pt>
    <dgm:pt modelId="{E4F7563B-9B65-468D-B264-131A6128EAA8}">
      <dgm:prSet custT="1"/>
      <dgm:spPr/>
      <dgm:t>
        <a:bodyPr/>
        <a:lstStyle/>
        <a:p>
          <a:pPr>
            <a:spcAft>
              <a:spcPts val="1200"/>
            </a:spcAft>
          </a:pPr>
          <a:r>
            <a:rPr lang="en-US" sz="1400">
              <a:latin typeface="Barlow Medium" panose="00000600000000000000" pitchFamily="2" charset="0"/>
            </a:rPr>
            <a:t>Fully automated line launched</a:t>
          </a:r>
        </a:p>
        <a:p>
          <a:pPr>
            <a:spcAft>
              <a:spcPts val="1200"/>
            </a:spcAft>
          </a:pPr>
          <a:r>
            <a:rPr lang="en-US" sz="1400"/>
            <a:t>Footprint optimization</a:t>
          </a:r>
        </a:p>
        <a:p>
          <a:pPr>
            <a:spcAft>
              <a:spcPts val="1200"/>
            </a:spcAft>
          </a:pPr>
          <a:r>
            <a:rPr lang="en-US" sz="1400"/>
            <a:t>MES integrated with controls</a:t>
          </a:r>
        </a:p>
        <a:p>
          <a:pPr>
            <a:spcAft>
              <a:spcPts val="1200"/>
            </a:spcAft>
          </a:pPr>
          <a:r>
            <a:rPr lang="en-US" sz="1400"/>
            <a:t>70% labor reduction</a:t>
          </a:r>
        </a:p>
      </dgm:t>
    </dgm:pt>
    <dgm:pt modelId="{015C9E15-6C86-4F93-89D4-D34631C00E6C}" type="parTrans" cxnId="{AAE4D641-4384-4837-B85E-EC237C38E620}">
      <dgm:prSet/>
      <dgm:spPr/>
      <dgm:t>
        <a:bodyPr/>
        <a:lstStyle/>
        <a:p>
          <a:endParaRPr lang="en-US"/>
        </a:p>
      </dgm:t>
    </dgm:pt>
    <dgm:pt modelId="{45604323-6252-4C18-B0B2-4B9341377A8F}" type="sibTrans" cxnId="{AAE4D641-4384-4837-B85E-EC237C38E620}">
      <dgm:prSet/>
      <dgm:spPr/>
      <dgm:t>
        <a:bodyPr/>
        <a:lstStyle/>
        <a:p>
          <a:endParaRPr lang="en-US"/>
        </a:p>
      </dgm:t>
    </dgm:pt>
    <dgm:pt modelId="{B721C940-1EE1-4438-9F2B-2BFE5132EE4C}">
      <dgm:prSet custT="1"/>
      <dgm:spPr/>
      <dgm:t>
        <a:bodyPr/>
        <a:lstStyle/>
        <a:p>
          <a:pPr>
            <a:spcAft>
              <a:spcPts val="1200"/>
            </a:spcAft>
          </a:pPr>
          <a:r>
            <a:rPr lang="en-US" sz="1400">
              <a:latin typeface="Barlow Medium" panose="00000600000000000000" pitchFamily="2" charset="0"/>
            </a:rPr>
            <a:t>Digital foundation: IIoT data integration </a:t>
          </a:r>
        </a:p>
        <a:p>
          <a:pPr>
            <a:spcAft>
              <a:spcPts val="1200"/>
            </a:spcAft>
          </a:pPr>
          <a:r>
            <a:rPr lang="en-US" sz="1400"/>
            <a:t>Smart objects</a:t>
          </a:r>
        </a:p>
        <a:p>
          <a:pPr>
            <a:spcAft>
              <a:spcPts val="1200"/>
            </a:spcAft>
          </a:pPr>
          <a:r>
            <a:rPr lang="en-US" sz="1400"/>
            <a:t>FT Edge Gateway </a:t>
          </a:r>
        </a:p>
        <a:p>
          <a:pPr>
            <a:spcAft>
              <a:spcPts val="1200"/>
            </a:spcAft>
          </a:pPr>
          <a:r>
            <a:rPr lang="en-US" sz="1400"/>
            <a:t>ThingWorx </a:t>
          </a:r>
        </a:p>
        <a:p>
          <a:pPr>
            <a:spcAft>
              <a:spcPts val="1200"/>
            </a:spcAft>
          </a:pPr>
          <a:r>
            <a:rPr lang="en-US" sz="1400"/>
            <a:t>FT View Heat Map</a:t>
          </a:r>
        </a:p>
      </dgm:t>
    </dgm:pt>
    <dgm:pt modelId="{2157AEF4-12C5-433E-BC15-49A52CA6FC30}" type="parTrans" cxnId="{766F0D47-A70F-4C92-9388-968C0D8717C3}">
      <dgm:prSet/>
      <dgm:spPr/>
      <dgm:t>
        <a:bodyPr/>
        <a:lstStyle/>
        <a:p>
          <a:endParaRPr lang="en-US"/>
        </a:p>
      </dgm:t>
    </dgm:pt>
    <dgm:pt modelId="{435B19EC-C733-4ED0-8723-8CD08A4F25AD}" type="sibTrans" cxnId="{766F0D47-A70F-4C92-9388-968C0D8717C3}">
      <dgm:prSet/>
      <dgm:spPr/>
      <dgm:t>
        <a:bodyPr/>
        <a:lstStyle/>
        <a:p>
          <a:endParaRPr lang="en-US"/>
        </a:p>
      </dgm:t>
    </dgm:pt>
    <dgm:pt modelId="{CBB1031E-477C-4234-AC42-9218BFDD7261}">
      <dgm:prSet custT="1"/>
      <dgm:spPr/>
      <dgm:t>
        <a:bodyPr/>
        <a:lstStyle/>
        <a:p>
          <a:pPr>
            <a:spcAft>
              <a:spcPts val="1200"/>
            </a:spcAft>
          </a:pPr>
          <a:r>
            <a:rPr lang="en-US" sz="1400">
              <a:latin typeface="Barlow Medium" panose="00000600000000000000" pitchFamily="2" charset="0"/>
            </a:rPr>
            <a:t>Digital evolution: Preventive maintenance &amp; spare parts management </a:t>
          </a:r>
        </a:p>
        <a:p>
          <a:pPr>
            <a:spcAft>
              <a:spcPts val="1200"/>
            </a:spcAft>
          </a:pPr>
          <a:r>
            <a:rPr lang="en-US" sz="1400">
              <a:latin typeface="+mj-lt"/>
            </a:rPr>
            <a:t>Fiix CMMS deployed </a:t>
          </a:r>
        </a:p>
      </dgm:t>
    </dgm:pt>
    <dgm:pt modelId="{ADA0CF02-7A5E-4308-AAC2-9DF73F642858}" type="parTrans" cxnId="{6F267BA1-A313-465B-A380-644FCAE5DC48}">
      <dgm:prSet/>
      <dgm:spPr/>
      <dgm:t>
        <a:bodyPr/>
        <a:lstStyle/>
        <a:p>
          <a:endParaRPr lang="en-US"/>
        </a:p>
      </dgm:t>
    </dgm:pt>
    <dgm:pt modelId="{6C150144-945A-4359-87B8-C5F771848517}" type="sibTrans" cxnId="{6F267BA1-A313-465B-A380-644FCAE5DC48}">
      <dgm:prSet/>
      <dgm:spPr/>
      <dgm:t>
        <a:bodyPr/>
        <a:lstStyle/>
        <a:p>
          <a:endParaRPr lang="en-US"/>
        </a:p>
      </dgm:t>
    </dgm:pt>
    <dgm:pt modelId="{4533890B-0299-4283-A3CE-522B6D599811}">
      <dgm:prSet custT="1"/>
      <dgm:spPr/>
      <dgm:t>
        <a:bodyPr/>
        <a:lstStyle/>
        <a:p>
          <a:pPr>
            <a:spcAft>
              <a:spcPts val="1200"/>
            </a:spcAft>
          </a:pPr>
          <a:r>
            <a:rPr lang="en-US" sz="1400">
              <a:latin typeface="Barlow Medium" panose="00000600000000000000" pitchFamily="2" charset="0"/>
            </a:rPr>
            <a:t>Digital evolution: OEE Monitoring </a:t>
          </a:r>
        </a:p>
        <a:p>
          <a:pPr>
            <a:spcAft>
              <a:spcPts val="1200"/>
            </a:spcAft>
          </a:pPr>
          <a:r>
            <a:rPr lang="en-US" sz="1400"/>
            <a:t>Enhanced smart objects</a:t>
          </a:r>
        </a:p>
        <a:p>
          <a:pPr>
            <a:spcAft>
              <a:spcPts val="1200"/>
            </a:spcAft>
          </a:pPr>
          <a:r>
            <a:rPr lang="en-US" sz="1400"/>
            <a:t>Detailed fault/OEE reporting</a:t>
          </a:r>
        </a:p>
        <a:p>
          <a:pPr>
            <a:spcAft>
              <a:spcPts val="1200"/>
            </a:spcAft>
          </a:pPr>
          <a:r>
            <a:rPr lang="en-US" sz="1400"/>
            <a:t>Improvement actions driven by insights</a:t>
          </a:r>
        </a:p>
      </dgm:t>
    </dgm:pt>
    <dgm:pt modelId="{5E5A2987-296D-4488-AA68-6FF494DB8643}" type="parTrans" cxnId="{FF426E9C-96F6-4628-9B2B-C6267AB51593}">
      <dgm:prSet/>
      <dgm:spPr/>
      <dgm:t>
        <a:bodyPr/>
        <a:lstStyle/>
        <a:p>
          <a:endParaRPr lang="en-US"/>
        </a:p>
      </dgm:t>
    </dgm:pt>
    <dgm:pt modelId="{0E924D8E-3527-4740-A51F-40BB2E2F08A9}" type="sibTrans" cxnId="{FF426E9C-96F6-4628-9B2B-C6267AB51593}">
      <dgm:prSet/>
      <dgm:spPr/>
      <dgm:t>
        <a:bodyPr/>
        <a:lstStyle/>
        <a:p>
          <a:endParaRPr lang="en-US"/>
        </a:p>
      </dgm:t>
    </dgm:pt>
    <dgm:pt modelId="{5DCD0BD4-F5D5-4A5D-A822-2AADA4D8DC7B}">
      <dgm:prSet custT="1"/>
      <dgm:spPr/>
      <dgm:t>
        <a:bodyPr/>
        <a:lstStyle/>
        <a:p>
          <a:pPr>
            <a:spcAft>
              <a:spcPts val="1200"/>
            </a:spcAft>
          </a:pPr>
          <a:r>
            <a:rPr lang="en-US" sz="1400">
              <a:latin typeface="Barlow Medium" panose="00000600000000000000" pitchFamily="2" charset="0"/>
            </a:rPr>
            <a:t>Digital evolution: OEE Proactive Optimization  </a:t>
          </a:r>
          <a:endParaRPr lang="en-US" sz="1400"/>
        </a:p>
        <a:p>
          <a:pPr>
            <a:spcAft>
              <a:spcPts val="1200"/>
            </a:spcAft>
          </a:pPr>
          <a:r>
            <a:rPr lang="en-US" sz="1400"/>
            <a:t>DataMosaix Energy Manager</a:t>
          </a:r>
        </a:p>
        <a:p>
          <a:pPr>
            <a:spcAft>
              <a:spcPts val="1200"/>
            </a:spcAft>
          </a:pPr>
          <a:r>
            <a:rPr lang="en-US" sz="1400"/>
            <a:t>Feeder monitoring</a:t>
          </a:r>
        </a:p>
        <a:p>
          <a:pPr>
            <a:spcAft>
              <a:spcPts val="1200"/>
            </a:spcAft>
          </a:pPr>
          <a:r>
            <a:rPr lang="en-US" sz="1400"/>
            <a:t>Vision AI deployment</a:t>
          </a:r>
        </a:p>
      </dgm:t>
    </dgm:pt>
    <dgm:pt modelId="{80689817-C83D-492B-8513-D0D77161EC11}" type="parTrans" cxnId="{EA345DD5-FB7F-40E4-8101-7B91CD291930}">
      <dgm:prSet/>
      <dgm:spPr/>
      <dgm:t>
        <a:bodyPr/>
        <a:lstStyle/>
        <a:p>
          <a:endParaRPr lang="en-US"/>
        </a:p>
      </dgm:t>
    </dgm:pt>
    <dgm:pt modelId="{5077E8D0-4E17-43A2-B941-6704FE4E161D}" type="sibTrans" cxnId="{EA345DD5-FB7F-40E4-8101-7B91CD291930}">
      <dgm:prSet/>
      <dgm:spPr/>
      <dgm:t>
        <a:bodyPr/>
        <a:lstStyle/>
        <a:p>
          <a:endParaRPr lang="en-US"/>
        </a:p>
      </dgm:t>
    </dgm:pt>
    <dgm:pt modelId="{3A7DDA5E-71B4-4E51-9398-CAB53ACB9EDA}">
      <dgm:prSet custT="1"/>
      <dgm:spPr/>
      <dgm:t>
        <a:bodyPr/>
        <a:lstStyle/>
        <a:p>
          <a:pPr>
            <a:spcAft>
              <a:spcPts val="1200"/>
            </a:spcAft>
          </a:pPr>
          <a:r>
            <a:rPr lang="en-US" sz="1400">
              <a:latin typeface="Barlow Medium" panose="00000600000000000000" pitchFamily="2" charset="0"/>
            </a:rPr>
            <a:t>Digital evolution: ?</a:t>
          </a:r>
        </a:p>
        <a:p>
          <a:pPr>
            <a:spcAft>
              <a:spcPts val="1200"/>
            </a:spcAft>
          </a:pPr>
          <a:r>
            <a:rPr lang="en-US" sz="1400"/>
            <a:t>Scaling Vision AI </a:t>
          </a:r>
        </a:p>
        <a:p>
          <a:pPr>
            <a:spcAft>
              <a:spcPts val="1200"/>
            </a:spcAft>
          </a:pPr>
          <a:r>
            <a:rPr lang="en-US" sz="1400"/>
            <a:t>DataMosaix advanced analytics and agentic AI</a:t>
          </a:r>
        </a:p>
      </dgm:t>
    </dgm:pt>
    <dgm:pt modelId="{C928A5C4-8121-4395-ABE7-FB60D868E01B}" type="parTrans" cxnId="{594B42EB-FAA3-4BDC-BFDC-2DDBF223D81C}">
      <dgm:prSet/>
      <dgm:spPr/>
      <dgm:t>
        <a:bodyPr/>
        <a:lstStyle/>
        <a:p>
          <a:endParaRPr lang="en-US"/>
        </a:p>
      </dgm:t>
    </dgm:pt>
    <dgm:pt modelId="{690B7E8C-160F-4E3E-994F-47387A7F092F}" type="sibTrans" cxnId="{594B42EB-FAA3-4BDC-BFDC-2DDBF223D81C}">
      <dgm:prSet/>
      <dgm:spPr/>
      <dgm:t>
        <a:bodyPr/>
        <a:lstStyle/>
        <a:p>
          <a:endParaRPr lang="en-US"/>
        </a:p>
      </dgm:t>
    </dgm:pt>
    <dgm:pt modelId="{E3D92F3E-62CB-4307-BED6-27CFA2BB2F74}" type="pres">
      <dgm:prSet presAssocID="{EC56B4C7-BCA1-4DB6-91B8-1623653A2D7E}" presName="rootnode" presStyleCnt="0">
        <dgm:presLayoutVars>
          <dgm:chMax/>
          <dgm:chPref/>
          <dgm:dir/>
          <dgm:animLvl val="lvl"/>
        </dgm:presLayoutVars>
      </dgm:prSet>
      <dgm:spPr/>
    </dgm:pt>
    <dgm:pt modelId="{CA5F5965-1544-4880-B2CA-C1E3AA84C05E}" type="pres">
      <dgm:prSet presAssocID="{95195953-6215-4404-B5CE-1FD120EE6217}" presName="composite" presStyleCnt="0"/>
      <dgm:spPr/>
    </dgm:pt>
    <dgm:pt modelId="{AB60EB61-CF09-4708-A410-1E893A9D2A4A}" type="pres">
      <dgm:prSet presAssocID="{95195953-6215-4404-B5CE-1FD120EE6217}" presName="LShape" presStyleLbl="alignNode1" presStyleIdx="0" presStyleCnt="15"/>
      <dgm:spPr/>
    </dgm:pt>
    <dgm:pt modelId="{983F2C90-8CE8-40C5-8AE6-1310F099689C}" type="pres">
      <dgm:prSet presAssocID="{95195953-6215-4404-B5CE-1FD120EE6217}" presName="ParentText" presStyleLbl="revTx" presStyleIdx="0" presStyleCnt="8">
        <dgm:presLayoutVars>
          <dgm:chMax val="0"/>
          <dgm:chPref val="0"/>
          <dgm:bulletEnabled val="1"/>
        </dgm:presLayoutVars>
      </dgm:prSet>
      <dgm:spPr/>
    </dgm:pt>
    <dgm:pt modelId="{A101713D-BA91-432C-B83C-DE5CF4F51732}" type="pres">
      <dgm:prSet presAssocID="{95195953-6215-4404-B5CE-1FD120EE6217}" presName="Triangle" presStyleLbl="alignNode1" presStyleIdx="1" presStyleCnt="15"/>
      <dgm:spPr/>
    </dgm:pt>
    <dgm:pt modelId="{48FDC13B-A2FB-4618-808F-919D30C0CEA9}" type="pres">
      <dgm:prSet presAssocID="{A7D96AD9-2721-41A3-8E9D-C678989D9C7F}" presName="sibTrans" presStyleCnt="0"/>
      <dgm:spPr/>
    </dgm:pt>
    <dgm:pt modelId="{AF65CE6A-A1BE-40FF-AA25-38D28AFC6225}" type="pres">
      <dgm:prSet presAssocID="{A7D96AD9-2721-41A3-8E9D-C678989D9C7F}" presName="space" presStyleCnt="0"/>
      <dgm:spPr/>
    </dgm:pt>
    <dgm:pt modelId="{A9347700-4118-42CE-A1C2-8F7ABF1791E4}" type="pres">
      <dgm:prSet presAssocID="{271F9D07-F097-4EC8-8C23-A5083B553671}" presName="composite" presStyleCnt="0"/>
      <dgm:spPr/>
    </dgm:pt>
    <dgm:pt modelId="{E30DE162-45AC-4317-B021-C0B8F6CEE9C4}" type="pres">
      <dgm:prSet presAssocID="{271F9D07-F097-4EC8-8C23-A5083B553671}" presName="LShape" presStyleLbl="alignNode1" presStyleIdx="2" presStyleCnt="15"/>
      <dgm:spPr/>
    </dgm:pt>
    <dgm:pt modelId="{8FF498DA-437F-4EB6-9D56-CB4E8789047F}" type="pres">
      <dgm:prSet presAssocID="{271F9D07-F097-4EC8-8C23-A5083B553671}" presName="ParentText" presStyleLbl="revTx" presStyleIdx="1" presStyleCnt="8">
        <dgm:presLayoutVars>
          <dgm:chMax val="0"/>
          <dgm:chPref val="0"/>
          <dgm:bulletEnabled val="1"/>
        </dgm:presLayoutVars>
      </dgm:prSet>
      <dgm:spPr/>
    </dgm:pt>
    <dgm:pt modelId="{CF4EACC1-3AE4-4F96-A371-3EDB8BB15884}" type="pres">
      <dgm:prSet presAssocID="{271F9D07-F097-4EC8-8C23-A5083B553671}" presName="Triangle" presStyleLbl="alignNode1" presStyleIdx="3" presStyleCnt="15"/>
      <dgm:spPr/>
    </dgm:pt>
    <dgm:pt modelId="{A4C7C47D-6344-4497-B16F-D9E21C49BEF2}" type="pres">
      <dgm:prSet presAssocID="{378F880E-7D4A-4781-B6DB-4656A05AE471}" presName="sibTrans" presStyleCnt="0"/>
      <dgm:spPr/>
    </dgm:pt>
    <dgm:pt modelId="{3F64F319-9DD8-48F4-A660-F10292919A83}" type="pres">
      <dgm:prSet presAssocID="{378F880E-7D4A-4781-B6DB-4656A05AE471}" presName="space" presStyleCnt="0"/>
      <dgm:spPr/>
    </dgm:pt>
    <dgm:pt modelId="{F8CE3B6F-54B2-48B9-A6A5-19B184DED2AB}" type="pres">
      <dgm:prSet presAssocID="{E4F7563B-9B65-468D-B264-131A6128EAA8}" presName="composite" presStyleCnt="0"/>
      <dgm:spPr/>
    </dgm:pt>
    <dgm:pt modelId="{97D8A47A-B5A7-44E7-855E-016BD026C4CB}" type="pres">
      <dgm:prSet presAssocID="{E4F7563B-9B65-468D-B264-131A6128EAA8}" presName="LShape" presStyleLbl="alignNode1" presStyleIdx="4" presStyleCnt="15"/>
      <dgm:spPr/>
    </dgm:pt>
    <dgm:pt modelId="{73839308-9353-4BB3-A145-1ADBF3ABDB80}" type="pres">
      <dgm:prSet presAssocID="{E4F7563B-9B65-468D-B264-131A6128EAA8}" presName="ParentText" presStyleLbl="revTx" presStyleIdx="2" presStyleCnt="8">
        <dgm:presLayoutVars>
          <dgm:chMax val="0"/>
          <dgm:chPref val="0"/>
          <dgm:bulletEnabled val="1"/>
        </dgm:presLayoutVars>
      </dgm:prSet>
      <dgm:spPr/>
    </dgm:pt>
    <dgm:pt modelId="{1683B2D0-7C7B-455B-91D7-A661B76FECBC}" type="pres">
      <dgm:prSet presAssocID="{E4F7563B-9B65-468D-B264-131A6128EAA8}" presName="Triangle" presStyleLbl="alignNode1" presStyleIdx="5" presStyleCnt="15"/>
      <dgm:spPr/>
    </dgm:pt>
    <dgm:pt modelId="{52DBE1C7-6D2E-4987-BF20-FEDA5D38CEFA}" type="pres">
      <dgm:prSet presAssocID="{45604323-6252-4C18-B0B2-4B9341377A8F}" presName="sibTrans" presStyleCnt="0"/>
      <dgm:spPr/>
    </dgm:pt>
    <dgm:pt modelId="{60291515-5E71-46D1-B505-AFAD62F044F1}" type="pres">
      <dgm:prSet presAssocID="{45604323-6252-4C18-B0B2-4B9341377A8F}" presName="space" presStyleCnt="0"/>
      <dgm:spPr/>
    </dgm:pt>
    <dgm:pt modelId="{B604E963-7ABB-4822-BEC1-D7564930F593}" type="pres">
      <dgm:prSet presAssocID="{B721C940-1EE1-4438-9F2B-2BFE5132EE4C}" presName="composite" presStyleCnt="0"/>
      <dgm:spPr/>
    </dgm:pt>
    <dgm:pt modelId="{12073268-0D83-4E64-9D8B-7D8F64297EF5}" type="pres">
      <dgm:prSet presAssocID="{B721C940-1EE1-4438-9F2B-2BFE5132EE4C}" presName="LShape" presStyleLbl="alignNode1" presStyleIdx="6" presStyleCnt="15"/>
      <dgm:spPr/>
    </dgm:pt>
    <dgm:pt modelId="{0F2185DF-9454-45D0-B71B-CCAC501F4753}" type="pres">
      <dgm:prSet presAssocID="{B721C940-1EE1-4438-9F2B-2BFE5132EE4C}" presName="ParentText" presStyleLbl="revTx" presStyleIdx="3" presStyleCnt="8">
        <dgm:presLayoutVars>
          <dgm:chMax val="0"/>
          <dgm:chPref val="0"/>
          <dgm:bulletEnabled val="1"/>
        </dgm:presLayoutVars>
      </dgm:prSet>
      <dgm:spPr/>
    </dgm:pt>
    <dgm:pt modelId="{5DDCFF8E-6EE6-4F6B-9D6F-7A8882EA2BAE}" type="pres">
      <dgm:prSet presAssocID="{B721C940-1EE1-4438-9F2B-2BFE5132EE4C}" presName="Triangle" presStyleLbl="alignNode1" presStyleIdx="7" presStyleCnt="15"/>
      <dgm:spPr/>
    </dgm:pt>
    <dgm:pt modelId="{10862C9B-0A29-41F3-B447-AAD9EA7B314D}" type="pres">
      <dgm:prSet presAssocID="{435B19EC-C733-4ED0-8723-8CD08A4F25AD}" presName="sibTrans" presStyleCnt="0"/>
      <dgm:spPr/>
    </dgm:pt>
    <dgm:pt modelId="{10F187C3-3558-4E50-94A3-3D4843CAECEB}" type="pres">
      <dgm:prSet presAssocID="{435B19EC-C733-4ED0-8723-8CD08A4F25AD}" presName="space" presStyleCnt="0"/>
      <dgm:spPr/>
    </dgm:pt>
    <dgm:pt modelId="{22936F92-C4F8-472A-9E7F-2D024E423AF4}" type="pres">
      <dgm:prSet presAssocID="{CBB1031E-477C-4234-AC42-9218BFDD7261}" presName="composite" presStyleCnt="0"/>
      <dgm:spPr/>
    </dgm:pt>
    <dgm:pt modelId="{6111FCB1-68D8-4486-85C0-78BD4004CD6D}" type="pres">
      <dgm:prSet presAssocID="{CBB1031E-477C-4234-AC42-9218BFDD7261}" presName="LShape" presStyleLbl="alignNode1" presStyleIdx="8" presStyleCnt="15"/>
      <dgm:spPr/>
    </dgm:pt>
    <dgm:pt modelId="{DEEE5754-EF83-4D0E-A764-294E153ABD87}" type="pres">
      <dgm:prSet presAssocID="{CBB1031E-477C-4234-AC42-9218BFDD7261}" presName="ParentText" presStyleLbl="revTx" presStyleIdx="4" presStyleCnt="8">
        <dgm:presLayoutVars>
          <dgm:chMax val="0"/>
          <dgm:chPref val="0"/>
          <dgm:bulletEnabled val="1"/>
        </dgm:presLayoutVars>
      </dgm:prSet>
      <dgm:spPr/>
    </dgm:pt>
    <dgm:pt modelId="{F5455D6D-424F-4227-9453-E7D05B60470B}" type="pres">
      <dgm:prSet presAssocID="{CBB1031E-477C-4234-AC42-9218BFDD7261}" presName="Triangle" presStyleLbl="alignNode1" presStyleIdx="9" presStyleCnt="15"/>
      <dgm:spPr/>
    </dgm:pt>
    <dgm:pt modelId="{94C7D23C-2085-4ECD-A3F4-C55618DA93CD}" type="pres">
      <dgm:prSet presAssocID="{6C150144-945A-4359-87B8-C5F771848517}" presName="sibTrans" presStyleCnt="0"/>
      <dgm:spPr/>
    </dgm:pt>
    <dgm:pt modelId="{791F8CF2-105A-4F01-BF84-E82E99963B14}" type="pres">
      <dgm:prSet presAssocID="{6C150144-945A-4359-87B8-C5F771848517}" presName="space" presStyleCnt="0"/>
      <dgm:spPr/>
    </dgm:pt>
    <dgm:pt modelId="{B05F28C9-5CCD-42A5-8AF4-4DFC5E0E89E8}" type="pres">
      <dgm:prSet presAssocID="{4533890B-0299-4283-A3CE-522B6D599811}" presName="composite" presStyleCnt="0"/>
      <dgm:spPr/>
    </dgm:pt>
    <dgm:pt modelId="{591DCB5A-D992-498A-B505-D73FFAE35315}" type="pres">
      <dgm:prSet presAssocID="{4533890B-0299-4283-A3CE-522B6D599811}" presName="LShape" presStyleLbl="alignNode1" presStyleIdx="10" presStyleCnt="15"/>
      <dgm:spPr/>
    </dgm:pt>
    <dgm:pt modelId="{6D0D5963-EF59-400A-AADE-1D651ADCF599}" type="pres">
      <dgm:prSet presAssocID="{4533890B-0299-4283-A3CE-522B6D599811}" presName="ParentText" presStyleLbl="revTx" presStyleIdx="5" presStyleCnt="8">
        <dgm:presLayoutVars>
          <dgm:chMax val="0"/>
          <dgm:chPref val="0"/>
          <dgm:bulletEnabled val="1"/>
        </dgm:presLayoutVars>
      </dgm:prSet>
      <dgm:spPr/>
    </dgm:pt>
    <dgm:pt modelId="{A765C166-259A-4C25-9771-B002D4FCD973}" type="pres">
      <dgm:prSet presAssocID="{4533890B-0299-4283-A3CE-522B6D599811}" presName="Triangle" presStyleLbl="alignNode1" presStyleIdx="11" presStyleCnt="15"/>
      <dgm:spPr/>
    </dgm:pt>
    <dgm:pt modelId="{856FD1BA-6BA3-4C66-8EC6-402C63640FC4}" type="pres">
      <dgm:prSet presAssocID="{0E924D8E-3527-4740-A51F-40BB2E2F08A9}" presName="sibTrans" presStyleCnt="0"/>
      <dgm:spPr/>
    </dgm:pt>
    <dgm:pt modelId="{910CA2AE-CB0E-4E15-B057-A104362003A0}" type="pres">
      <dgm:prSet presAssocID="{0E924D8E-3527-4740-A51F-40BB2E2F08A9}" presName="space" presStyleCnt="0"/>
      <dgm:spPr/>
    </dgm:pt>
    <dgm:pt modelId="{774C4A1B-23C8-43E4-B149-21A24B1DE65F}" type="pres">
      <dgm:prSet presAssocID="{5DCD0BD4-F5D5-4A5D-A822-2AADA4D8DC7B}" presName="composite" presStyleCnt="0"/>
      <dgm:spPr/>
    </dgm:pt>
    <dgm:pt modelId="{F216D3DA-34D2-41BA-A472-56DC7B0779C6}" type="pres">
      <dgm:prSet presAssocID="{5DCD0BD4-F5D5-4A5D-A822-2AADA4D8DC7B}" presName="LShape" presStyleLbl="alignNode1" presStyleIdx="12" presStyleCnt="15"/>
      <dgm:spPr/>
    </dgm:pt>
    <dgm:pt modelId="{22C2A940-C1F5-484D-89A1-C43BE20EB0A7}" type="pres">
      <dgm:prSet presAssocID="{5DCD0BD4-F5D5-4A5D-A822-2AADA4D8DC7B}" presName="ParentText" presStyleLbl="revTx" presStyleIdx="6" presStyleCnt="8">
        <dgm:presLayoutVars>
          <dgm:chMax val="0"/>
          <dgm:chPref val="0"/>
          <dgm:bulletEnabled val="1"/>
        </dgm:presLayoutVars>
      </dgm:prSet>
      <dgm:spPr/>
    </dgm:pt>
    <dgm:pt modelId="{799C5B97-403C-4DB5-9403-CFE65E097E2F}" type="pres">
      <dgm:prSet presAssocID="{5DCD0BD4-F5D5-4A5D-A822-2AADA4D8DC7B}" presName="Triangle" presStyleLbl="alignNode1" presStyleIdx="13" presStyleCnt="15"/>
      <dgm:spPr/>
    </dgm:pt>
    <dgm:pt modelId="{C03CBD41-B429-4DE4-BACC-06CCD8DF25A8}" type="pres">
      <dgm:prSet presAssocID="{5077E8D0-4E17-43A2-B941-6704FE4E161D}" presName="sibTrans" presStyleCnt="0"/>
      <dgm:spPr/>
    </dgm:pt>
    <dgm:pt modelId="{943487D8-2708-44E8-B370-65A26CF3114A}" type="pres">
      <dgm:prSet presAssocID="{5077E8D0-4E17-43A2-B941-6704FE4E161D}" presName="space" presStyleCnt="0"/>
      <dgm:spPr/>
    </dgm:pt>
    <dgm:pt modelId="{78A3EF5B-2F9E-4463-A175-485FF7BC824B}" type="pres">
      <dgm:prSet presAssocID="{3A7DDA5E-71B4-4E51-9398-CAB53ACB9EDA}" presName="composite" presStyleCnt="0"/>
      <dgm:spPr/>
    </dgm:pt>
    <dgm:pt modelId="{C9523CD6-7A91-4AB2-93A3-EE870DA509B2}" type="pres">
      <dgm:prSet presAssocID="{3A7DDA5E-71B4-4E51-9398-CAB53ACB9EDA}" presName="LShape" presStyleLbl="alignNode1" presStyleIdx="14" presStyleCnt="15"/>
      <dgm:spPr/>
    </dgm:pt>
    <dgm:pt modelId="{11C43A8A-0B93-4C88-A535-39D66292A278}" type="pres">
      <dgm:prSet presAssocID="{3A7DDA5E-71B4-4E51-9398-CAB53ACB9EDA}" presName="ParentText" presStyleLbl="revTx" presStyleIdx="7" presStyleCnt="8">
        <dgm:presLayoutVars>
          <dgm:chMax val="0"/>
          <dgm:chPref val="0"/>
          <dgm:bulletEnabled val="1"/>
        </dgm:presLayoutVars>
      </dgm:prSet>
      <dgm:spPr/>
    </dgm:pt>
  </dgm:ptLst>
  <dgm:cxnLst>
    <dgm:cxn modelId="{A3C3B421-71DB-40E3-A4BB-5E19DA4F31A6}" srcId="{EC56B4C7-BCA1-4DB6-91B8-1623653A2D7E}" destId="{95195953-6215-4404-B5CE-1FD120EE6217}" srcOrd="0" destOrd="0" parTransId="{25EFFFA0-8A12-4D19-BDDA-14B297AD3643}" sibTransId="{A7D96AD9-2721-41A3-8E9D-C678989D9C7F}"/>
    <dgm:cxn modelId="{AAE4D641-4384-4837-B85E-EC237C38E620}" srcId="{EC56B4C7-BCA1-4DB6-91B8-1623653A2D7E}" destId="{E4F7563B-9B65-468D-B264-131A6128EAA8}" srcOrd="2" destOrd="0" parTransId="{015C9E15-6C86-4F93-89D4-D34631C00E6C}" sibTransId="{45604323-6252-4C18-B0B2-4B9341377A8F}"/>
    <dgm:cxn modelId="{0021BD43-12D4-41B3-87EA-7B6EC26138B5}" type="presOf" srcId="{CBB1031E-477C-4234-AC42-9218BFDD7261}" destId="{DEEE5754-EF83-4D0E-A764-294E153ABD87}" srcOrd="0" destOrd="0" presId="urn:microsoft.com/office/officeart/2009/3/layout/StepUpProcess"/>
    <dgm:cxn modelId="{32121345-9649-442E-9337-DCE6B1CE44A8}" type="presOf" srcId="{E4F7563B-9B65-468D-B264-131A6128EAA8}" destId="{73839308-9353-4BB3-A145-1ADBF3ABDB80}" srcOrd="0" destOrd="0" presId="urn:microsoft.com/office/officeart/2009/3/layout/StepUpProcess"/>
    <dgm:cxn modelId="{766F0D47-A70F-4C92-9388-968C0D8717C3}" srcId="{EC56B4C7-BCA1-4DB6-91B8-1623653A2D7E}" destId="{B721C940-1EE1-4438-9F2B-2BFE5132EE4C}" srcOrd="3" destOrd="0" parTransId="{2157AEF4-12C5-433E-BC15-49A52CA6FC30}" sibTransId="{435B19EC-C733-4ED0-8723-8CD08A4F25AD}"/>
    <dgm:cxn modelId="{829EED69-5B4F-4721-BC32-B20622BA7297}" type="presOf" srcId="{3A7DDA5E-71B4-4E51-9398-CAB53ACB9EDA}" destId="{11C43A8A-0B93-4C88-A535-39D66292A278}" srcOrd="0" destOrd="0" presId="urn:microsoft.com/office/officeart/2009/3/layout/StepUpProcess"/>
    <dgm:cxn modelId="{FF426E9C-96F6-4628-9B2B-C6267AB51593}" srcId="{EC56B4C7-BCA1-4DB6-91B8-1623653A2D7E}" destId="{4533890B-0299-4283-A3CE-522B6D599811}" srcOrd="5" destOrd="0" parTransId="{5E5A2987-296D-4488-AA68-6FF494DB8643}" sibTransId="{0E924D8E-3527-4740-A51F-40BB2E2F08A9}"/>
    <dgm:cxn modelId="{76A87F9E-A3D0-4369-9DE7-261076281E52}" type="presOf" srcId="{5DCD0BD4-F5D5-4A5D-A822-2AADA4D8DC7B}" destId="{22C2A940-C1F5-484D-89A1-C43BE20EB0A7}" srcOrd="0" destOrd="0" presId="urn:microsoft.com/office/officeart/2009/3/layout/StepUpProcess"/>
    <dgm:cxn modelId="{6F267BA1-A313-465B-A380-644FCAE5DC48}" srcId="{EC56B4C7-BCA1-4DB6-91B8-1623653A2D7E}" destId="{CBB1031E-477C-4234-AC42-9218BFDD7261}" srcOrd="4" destOrd="0" parTransId="{ADA0CF02-7A5E-4308-AAC2-9DF73F642858}" sibTransId="{6C150144-945A-4359-87B8-C5F771848517}"/>
    <dgm:cxn modelId="{90C880B0-1D5E-4A3B-B025-E0B70DC92F4C}" srcId="{EC56B4C7-BCA1-4DB6-91B8-1623653A2D7E}" destId="{271F9D07-F097-4EC8-8C23-A5083B553671}" srcOrd="1" destOrd="0" parTransId="{E8AC7293-22BF-4D94-857D-DFC1D299D3E4}" sibTransId="{378F880E-7D4A-4781-B6DB-4656A05AE471}"/>
    <dgm:cxn modelId="{4501D7BD-E591-4C75-8D12-2B3028025027}" type="presOf" srcId="{EC56B4C7-BCA1-4DB6-91B8-1623653A2D7E}" destId="{E3D92F3E-62CB-4307-BED6-27CFA2BB2F74}" srcOrd="0" destOrd="0" presId="urn:microsoft.com/office/officeart/2009/3/layout/StepUpProcess"/>
    <dgm:cxn modelId="{9FB632CF-8D0E-4F54-94EE-FC28CE3C1281}" type="presOf" srcId="{95195953-6215-4404-B5CE-1FD120EE6217}" destId="{983F2C90-8CE8-40C5-8AE6-1310F099689C}" srcOrd="0" destOrd="0" presId="urn:microsoft.com/office/officeart/2009/3/layout/StepUpProcess"/>
    <dgm:cxn modelId="{282B86D3-1D46-408D-84E3-D12878679B66}" type="presOf" srcId="{B721C940-1EE1-4438-9F2B-2BFE5132EE4C}" destId="{0F2185DF-9454-45D0-B71B-CCAC501F4753}" srcOrd="0" destOrd="0" presId="urn:microsoft.com/office/officeart/2009/3/layout/StepUpProcess"/>
    <dgm:cxn modelId="{EA345DD5-FB7F-40E4-8101-7B91CD291930}" srcId="{EC56B4C7-BCA1-4DB6-91B8-1623653A2D7E}" destId="{5DCD0BD4-F5D5-4A5D-A822-2AADA4D8DC7B}" srcOrd="6" destOrd="0" parTransId="{80689817-C83D-492B-8513-D0D77161EC11}" sibTransId="{5077E8D0-4E17-43A2-B941-6704FE4E161D}"/>
    <dgm:cxn modelId="{385B2CE6-16D0-4E9D-9386-4D403834429D}" type="presOf" srcId="{4533890B-0299-4283-A3CE-522B6D599811}" destId="{6D0D5963-EF59-400A-AADE-1D651ADCF599}" srcOrd="0" destOrd="0" presId="urn:microsoft.com/office/officeart/2009/3/layout/StepUpProcess"/>
    <dgm:cxn modelId="{594B42EB-FAA3-4BDC-BFDC-2DDBF223D81C}" srcId="{EC56B4C7-BCA1-4DB6-91B8-1623653A2D7E}" destId="{3A7DDA5E-71B4-4E51-9398-CAB53ACB9EDA}" srcOrd="7" destOrd="0" parTransId="{C928A5C4-8121-4395-ABE7-FB60D868E01B}" sibTransId="{690B7E8C-160F-4E3E-994F-47387A7F092F}"/>
    <dgm:cxn modelId="{61682EF9-E45C-4F3E-953D-30EE79F65158}" type="presOf" srcId="{271F9D07-F097-4EC8-8C23-A5083B553671}" destId="{8FF498DA-437F-4EB6-9D56-CB4E8789047F}" srcOrd="0" destOrd="0" presId="urn:microsoft.com/office/officeart/2009/3/layout/StepUpProcess"/>
    <dgm:cxn modelId="{A5A30827-3E64-4157-B55E-877AD3BEEF6A}" type="presParOf" srcId="{E3D92F3E-62CB-4307-BED6-27CFA2BB2F74}" destId="{CA5F5965-1544-4880-B2CA-C1E3AA84C05E}" srcOrd="0" destOrd="0" presId="urn:microsoft.com/office/officeart/2009/3/layout/StepUpProcess"/>
    <dgm:cxn modelId="{D378AE46-B642-4ABA-828A-D12FDF1F6F41}" type="presParOf" srcId="{CA5F5965-1544-4880-B2CA-C1E3AA84C05E}" destId="{AB60EB61-CF09-4708-A410-1E893A9D2A4A}" srcOrd="0" destOrd="0" presId="urn:microsoft.com/office/officeart/2009/3/layout/StepUpProcess"/>
    <dgm:cxn modelId="{73216F9B-DFA9-4846-8155-AA4876D89479}" type="presParOf" srcId="{CA5F5965-1544-4880-B2CA-C1E3AA84C05E}" destId="{983F2C90-8CE8-40C5-8AE6-1310F099689C}" srcOrd="1" destOrd="0" presId="urn:microsoft.com/office/officeart/2009/3/layout/StepUpProcess"/>
    <dgm:cxn modelId="{8E16F6A6-3331-4A9B-B8D0-4F6C50DF7FFB}" type="presParOf" srcId="{CA5F5965-1544-4880-B2CA-C1E3AA84C05E}" destId="{A101713D-BA91-432C-B83C-DE5CF4F51732}" srcOrd="2" destOrd="0" presId="urn:microsoft.com/office/officeart/2009/3/layout/StepUpProcess"/>
    <dgm:cxn modelId="{E86DDB59-37F9-4069-A2BB-E34928AA17DE}" type="presParOf" srcId="{E3D92F3E-62CB-4307-BED6-27CFA2BB2F74}" destId="{48FDC13B-A2FB-4618-808F-919D30C0CEA9}" srcOrd="1" destOrd="0" presId="urn:microsoft.com/office/officeart/2009/3/layout/StepUpProcess"/>
    <dgm:cxn modelId="{3A3ACD6E-56CA-4DBE-89B9-2B3EDDBA9F13}" type="presParOf" srcId="{48FDC13B-A2FB-4618-808F-919D30C0CEA9}" destId="{AF65CE6A-A1BE-40FF-AA25-38D28AFC6225}" srcOrd="0" destOrd="0" presId="urn:microsoft.com/office/officeart/2009/3/layout/StepUpProcess"/>
    <dgm:cxn modelId="{8EF99179-2EED-4EE9-A366-8F83442E0954}" type="presParOf" srcId="{E3D92F3E-62CB-4307-BED6-27CFA2BB2F74}" destId="{A9347700-4118-42CE-A1C2-8F7ABF1791E4}" srcOrd="2" destOrd="0" presId="urn:microsoft.com/office/officeart/2009/3/layout/StepUpProcess"/>
    <dgm:cxn modelId="{95C715C4-5581-4986-B44E-DCE440EE5DE0}" type="presParOf" srcId="{A9347700-4118-42CE-A1C2-8F7ABF1791E4}" destId="{E30DE162-45AC-4317-B021-C0B8F6CEE9C4}" srcOrd="0" destOrd="0" presId="urn:microsoft.com/office/officeart/2009/3/layout/StepUpProcess"/>
    <dgm:cxn modelId="{BB2A3D5D-0782-4E27-8F62-62576CB275AA}" type="presParOf" srcId="{A9347700-4118-42CE-A1C2-8F7ABF1791E4}" destId="{8FF498DA-437F-4EB6-9D56-CB4E8789047F}" srcOrd="1" destOrd="0" presId="urn:microsoft.com/office/officeart/2009/3/layout/StepUpProcess"/>
    <dgm:cxn modelId="{7A07A708-2B0E-419D-A5FA-DE4DE53A95D3}" type="presParOf" srcId="{A9347700-4118-42CE-A1C2-8F7ABF1791E4}" destId="{CF4EACC1-3AE4-4F96-A371-3EDB8BB15884}" srcOrd="2" destOrd="0" presId="urn:microsoft.com/office/officeart/2009/3/layout/StepUpProcess"/>
    <dgm:cxn modelId="{2E3E691D-7E30-4B02-A212-4E544C37F779}" type="presParOf" srcId="{E3D92F3E-62CB-4307-BED6-27CFA2BB2F74}" destId="{A4C7C47D-6344-4497-B16F-D9E21C49BEF2}" srcOrd="3" destOrd="0" presId="urn:microsoft.com/office/officeart/2009/3/layout/StepUpProcess"/>
    <dgm:cxn modelId="{5AD0BED0-BAE6-4EFD-818F-5DB51622ACD9}" type="presParOf" srcId="{A4C7C47D-6344-4497-B16F-D9E21C49BEF2}" destId="{3F64F319-9DD8-48F4-A660-F10292919A83}" srcOrd="0" destOrd="0" presId="urn:microsoft.com/office/officeart/2009/3/layout/StepUpProcess"/>
    <dgm:cxn modelId="{2DD2FECD-C999-48BC-A52A-3DFAE14C7DB9}" type="presParOf" srcId="{E3D92F3E-62CB-4307-BED6-27CFA2BB2F74}" destId="{F8CE3B6F-54B2-48B9-A6A5-19B184DED2AB}" srcOrd="4" destOrd="0" presId="urn:microsoft.com/office/officeart/2009/3/layout/StepUpProcess"/>
    <dgm:cxn modelId="{DE8BA652-7677-4F67-A8FA-621A721F62CF}" type="presParOf" srcId="{F8CE3B6F-54B2-48B9-A6A5-19B184DED2AB}" destId="{97D8A47A-B5A7-44E7-855E-016BD026C4CB}" srcOrd="0" destOrd="0" presId="urn:microsoft.com/office/officeart/2009/3/layout/StepUpProcess"/>
    <dgm:cxn modelId="{CEE51394-FE96-4EDE-BBF8-E90BCFD2BF5F}" type="presParOf" srcId="{F8CE3B6F-54B2-48B9-A6A5-19B184DED2AB}" destId="{73839308-9353-4BB3-A145-1ADBF3ABDB80}" srcOrd="1" destOrd="0" presId="urn:microsoft.com/office/officeart/2009/3/layout/StepUpProcess"/>
    <dgm:cxn modelId="{393BA55D-A926-4E5D-91DB-EB42D867461C}" type="presParOf" srcId="{F8CE3B6F-54B2-48B9-A6A5-19B184DED2AB}" destId="{1683B2D0-7C7B-455B-91D7-A661B76FECBC}" srcOrd="2" destOrd="0" presId="urn:microsoft.com/office/officeart/2009/3/layout/StepUpProcess"/>
    <dgm:cxn modelId="{7FF7BD33-286C-4646-BEFB-C447BEF9C2FA}" type="presParOf" srcId="{E3D92F3E-62CB-4307-BED6-27CFA2BB2F74}" destId="{52DBE1C7-6D2E-4987-BF20-FEDA5D38CEFA}" srcOrd="5" destOrd="0" presId="urn:microsoft.com/office/officeart/2009/3/layout/StepUpProcess"/>
    <dgm:cxn modelId="{C3EDCB25-10D7-410A-9B3A-171D51AA5ABB}" type="presParOf" srcId="{52DBE1C7-6D2E-4987-BF20-FEDA5D38CEFA}" destId="{60291515-5E71-46D1-B505-AFAD62F044F1}" srcOrd="0" destOrd="0" presId="urn:microsoft.com/office/officeart/2009/3/layout/StepUpProcess"/>
    <dgm:cxn modelId="{E4DDD990-8056-48B1-AF78-6093B310DA46}" type="presParOf" srcId="{E3D92F3E-62CB-4307-BED6-27CFA2BB2F74}" destId="{B604E963-7ABB-4822-BEC1-D7564930F593}" srcOrd="6" destOrd="0" presId="urn:microsoft.com/office/officeart/2009/3/layout/StepUpProcess"/>
    <dgm:cxn modelId="{243A34CE-8804-4F2C-8DE1-9913B1F48848}" type="presParOf" srcId="{B604E963-7ABB-4822-BEC1-D7564930F593}" destId="{12073268-0D83-4E64-9D8B-7D8F64297EF5}" srcOrd="0" destOrd="0" presId="urn:microsoft.com/office/officeart/2009/3/layout/StepUpProcess"/>
    <dgm:cxn modelId="{E1248289-E67E-4B78-9EFC-DDA1C5973DE4}" type="presParOf" srcId="{B604E963-7ABB-4822-BEC1-D7564930F593}" destId="{0F2185DF-9454-45D0-B71B-CCAC501F4753}" srcOrd="1" destOrd="0" presId="urn:microsoft.com/office/officeart/2009/3/layout/StepUpProcess"/>
    <dgm:cxn modelId="{C5816B78-D75C-4DC4-B488-9853F68E6090}" type="presParOf" srcId="{B604E963-7ABB-4822-BEC1-D7564930F593}" destId="{5DDCFF8E-6EE6-4F6B-9D6F-7A8882EA2BAE}" srcOrd="2" destOrd="0" presId="urn:microsoft.com/office/officeart/2009/3/layout/StepUpProcess"/>
    <dgm:cxn modelId="{E961FD52-197E-4DA7-852C-975567DC4CA2}" type="presParOf" srcId="{E3D92F3E-62CB-4307-BED6-27CFA2BB2F74}" destId="{10862C9B-0A29-41F3-B447-AAD9EA7B314D}" srcOrd="7" destOrd="0" presId="urn:microsoft.com/office/officeart/2009/3/layout/StepUpProcess"/>
    <dgm:cxn modelId="{8A858EFE-C23D-481F-AB8B-ED5792EEA92B}" type="presParOf" srcId="{10862C9B-0A29-41F3-B447-AAD9EA7B314D}" destId="{10F187C3-3558-4E50-94A3-3D4843CAECEB}" srcOrd="0" destOrd="0" presId="urn:microsoft.com/office/officeart/2009/3/layout/StepUpProcess"/>
    <dgm:cxn modelId="{E6F0AC87-3E77-44D2-A8A0-F7768EEDD69B}" type="presParOf" srcId="{E3D92F3E-62CB-4307-BED6-27CFA2BB2F74}" destId="{22936F92-C4F8-472A-9E7F-2D024E423AF4}" srcOrd="8" destOrd="0" presId="urn:microsoft.com/office/officeart/2009/3/layout/StepUpProcess"/>
    <dgm:cxn modelId="{D928D137-8AE2-44BB-8D89-0286D2465C6B}" type="presParOf" srcId="{22936F92-C4F8-472A-9E7F-2D024E423AF4}" destId="{6111FCB1-68D8-4486-85C0-78BD4004CD6D}" srcOrd="0" destOrd="0" presId="urn:microsoft.com/office/officeart/2009/3/layout/StepUpProcess"/>
    <dgm:cxn modelId="{4529FEC0-4283-4222-8A01-48466B431956}" type="presParOf" srcId="{22936F92-C4F8-472A-9E7F-2D024E423AF4}" destId="{DEEE5754-EF83-4D0E-A764-294E153ABD87}" srcOrd="1" destOrd="0" presId="urn:microsoft.com/office/officeart/2009/3/layout/StepUpProcess"/>
    <dgm:cxn modelId="{4278C0C8-9454-41B9-BB28-20732DF315A5}" type="presParOf" srcId="{22936F92-C4F8-472A-9E7F-2D024E423AF4}" destId="{F5455D6D-424F-4227-9453-E7D05B60470B}" srcOrd="2" destOrd="0" presId="urn:microsoft.com/office/officeart/2009/3/layout/StepUpProcess"/>
    <dgm:cxn modelId="{15BD8001-B8E5-4E7C-A49E-7FE4FD790AFC}" type="presParOf" srcId="{E3D92F3E-62CB-4307-BED6-27CFA2BB2F74}" destId="{94C7D23C-2085-4ECD-A3F4-C55618DA93CD}" srcOrd="9" destOrd="0" presId="urn:microsoft.com/office/officeart/2009/3/layout/StepUpProcess"/>
    <dgm:cxn modelId="{1A2A87F3-22D4-462E-AEE9-C66AFC9B141B}" type="presParOf" srcId="{94C7D23C-2085-4ECD-A3F4-C55618DA93CD}" destId="{791F8CF2-105A-4F01-BF84-E82E99963B14}" srcOrd="0" destOrd="0" presId="urn:microsoft.com/office/officeart/2009/3/layout/StepUpProcess"/>
    <dgm:cxn modelId="{A1041DB6-BB03-4983-926C-B48388C2B951}" type="presParOf" srcId="{E3D92F3E-62CB-4307-BED6-27CFA2BB2F74}" destId="{B05F28C9-5CCD-42A5-8AF4-4DFC5E0E89E8}" srcOrd="10" destOrd="0" presId="urn:microsoft.com/office/officeart/2009/3/layout/StepUpProcess"/>
    <dgm:cxn modelId="{2202CA30-B15D-4AFC-86D3-11C660A5F0C7}" type="presParOf" srcId="{B05F28C9-5CCD-42A5-8AF4-4DFC5E0E89E8}" destId="{591DCB5A-D992-498A-B505-D73FFAE35315}" srcOrd="0" destOrd="0" presId="urn:microsoft.com/office/officeart/2009/3/layout/StepUpProcess"/>
    <dgm:cxn modelId="{2BBFB83E-4148-4A6A-B5E6-BDDD7445937C}" type="presParOf" srcId="{B05F28C9-5CCD-42A5-8AF4-4DFC5E0E89E8}" destId="{6D0D5963-EF59-400A-AADE-1D651ADCF599}" srcOrd="1" destOrd="0" presId="urn:microsoft.com/office/officeart/2009/3/layout/StepUpProcess"/>
    <dgm:cxn modelId="{344EE3E6-E8F1-46BE-9D90-40A366529899}" type="presParOf" srcId="{B05F28C9-5CCD-42A5-8AF4-4DFC5E0E89E8}" destId="{A765C166-259A-4C25-9771-B002D4FCD973}" srcOrd="2" destOrd="0" presId="urn:microsoft.com/office/officeart/2009/3/layout/StepUpProcess"/>
    <dgm:cxn modelId="{EE6B1E14-E54A-4C41-ACEC-64A06FB257EC}" type="presParOf" srcId="{E3D92F3E-62CB-4307-BED6-27CFA2BB2F74}" destId="{856FD1BA-6BA3-4C66-8EC6-402C63640FC4}" srcOrd="11" destOrd="0" presId="urn:microsoft.com/office/officeart/2009/3/layout/StepUpProcess"/>
    <dgm:cxn modelId="{F1A70ABF-A9D1-4740-85C1-3B0CA32CFF6C}" type="presParOf" srcId="{856FD1BA-6BA3-4C66-8EC6-402C63640FC4}" destId="{910CA2AE-CB0E-4E15-B057-A104362003A0}" srcOrd="0" destOrd="0" presId="urn:microsoft.com/office/officeart/2009/3/layout/StepUpProcess"/>
    <dgm:cxn modelId="{D002BA12-ABD1-47CA-99B2-D5631674770B}" type="presParOf" srcId="{E3D92F3E-62CB-4307-BED6-27CFA2BB2F74}" destId="{774C4A1B-23C8-43E4-B149-21A24B1DE65F}" srcOrd="12" destOrd="0" presId="urn:microsoft.com/office/officeart/2009/3/layout/StepUpProcess"/>
    <dgm:cxn modelId="{780F5464-614F-4149-9293-305488B54ACD}" type="presParOf" srcId="{774C4A1B-23C8-43E4-B149-21A24B1DE65F}" destId="{F216D3DA-34D2-41BA-A472-56DC7B0779C6}" srcOrd="0" destOrd="0" presId="urn:microsoft.com/office/officeart/2009/3/layout/StepUpProcess"/>
    <dgm:cxn modelId="{0546BD08-FBD3-4DD5-802A-70F528793113}" type="presParOf" srcId="{774C4A1B-23C8-43E4-B149-21A24B1DE65F}" destId="{22C2A940-C1F5-484D-89A1-C43BE20EB0A7}" srcOrd="1" destOrd="0" presId="urn:microsoft.com/office/officeart/2009/3/layout/StepUpProcess"/>
    <dgm:cxn modelId="{1EC35F83-2AC9-436C-A6B4-AF7FF3149F5B}" type="presParOf" srcId="{774C4A1B-23C8-43E4-B149-21A24B1DE65F}" destId="{799C5B97-403C-4DB5-9403-CFE65E097E2F}" srcOrd="2" destOrd="0" presId="urn:microsoft.com/office/officeart/2009/3/layout/StepUpProcess"/>
    <dgm:cxn modelId="{A68EE006-E7D6-437C-9786-311E8EA9D8AD}" type="presParOf" srcId="{E3D92F3E-62CB-4307-BED6-27CFA2BB2F74}" destId="{C03CBD41-B429-4DE4-BACC-06CCD8DF25A8}" srcOrd="13" destOrd="0" presId="urn:microsoft.com/office/officeart/2009/3/layout/StepUpProcess"/>
    <dgm:cxn modelId="{90068BE9-8976-4170-9AC4-2103C3FE8290}" type="presParOf" srcId="{C03CBD41-B429-4DE4-BACC-06CCD8DF25A8}" destId="{943487D8-2708-44E8-B370-65A26CF3114A}" srcOrd="0" destOrd="0" presId="urn:microsoft.com/office/officeart/2009/3/layout/StepUpProcess"/>
    <dgm:cxn modelId="{B41E8A6F-40A9-4CD5-9065-658CB9B1CBB5}" type="presParOf" srcId="{E3D92F3E-62CB-4307-BED6-27CFA2BB2F74}" destId="{78A3EF5B-2F9E-4463-A175-485FF7BC824B}" srcOrd="14" destOrd="0" presId="urn:microsoft.com/office/officeart/2009/3/layout/StepUpProcess"/>
    <dgm:cxn modelId="{96279888-4B83-4D80-9527-B7EFF685E31F}" type="presParOf" srcId="{78A3EF5B-2F9E-4463-A175-485FF7BC824B}" destId="{C9523CD6-7A91-4AB2-93A3-EE870DA509B2}" srcOrd="0" destOrd="0" presId="urn:microsoft.com/office/officeart/2009/3/layout/StepUpProcess"/>
    <dgm:cxn modelId="{B434D2AF-12FC-4CFB-9E10-36CA9AEB3F68}" type="presParOf" srcId="{78A3EF5B-2F9E-4463-A175-485FF7BC824B}" destId="{11C43A8A-0B93-4C88-A535-39D66292A278}"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56B4C7-BCA1-4DB6-91B8-1623653A2D7E}" type="doc">
      <dgm:prSet loTypeId="urn:microsoft.com/office/officeart/2009/3/layout/StepUpProcess" loCatId="process" qsTypeId="urn:microsoft.com/office/officeart/2005/8/quickstyle/simple1" qsCatId="simple" csTypeId="urn:microsoft.com/office/officeart/2005/8/colors/colorful1" csCatId="colorful" phldr="1"/>
      <dgm:spPr/>
      <dgm:t>
        <a:bodyPr/>
        <a:lstStyle/>
        <a:p>
          <a:endParaRPr lang="en-US"/>
        </a:p>
      </dgm:t>
    </dgm:pt>
    <dgm:pt modelId="{95195953-6215-4404-B5CE-1FD120EE6217}">
      <dgm:prSet phldrT="[Text]" custT="1"/>
      <dgm:spPr/>
      <dgm:t>
        <a:bodyPr/>
        <a:lstStyle/>
        <a:p>
          <a:pPr>
            <a:spcAft>
              <a:spcPts val="1200"/>
            </a:spcAft>
          </a:pPr>
          <a:r>
            <a:rPr lang="en-US" sz="1400"/>
            <a:t>100-c contactor built in Switzerland plant </a:t>
          </a:r>
        </a:p>
        <a:p>
          <a:pPr>
            <a:spcAft>
              <a:spcPts val="1200"/>
            </a:spcAft>
          </a:pPr>
          <a:r>
            <a:rPr lang="en-US" sz="1400">
              <a:latin typeface="Barlow Medium" panose="00000600000000000000" pitchFamily="2" charset="0"/>
            </a:rPr>
            <a:t>Partially automated process</a:t>
          </a:r>
        </a:p>
      </dgm:t>
    </dgm:pt>
    <dgm:pt modelId="{25EFFFA0-8A12-4D19-BDDA-14B297AD3643}" type="parTrans" cxnId="{A3C3B421-71DB-40E3-A4BB-5E19DA4F31A6}">
      <dgm:prSet/>
      <dgm:spPr/>
      <dgm:t>
        <a:bodyPr/>
        <a:lstStyle/>
        <a:p>
          <a:endParaRPr lang="en-US"/>
        </a:p>
      </dgm:t>
    </dgm:pt>
    <dgm:pt modelId="{A7D96AD9-2721-41A3-8E9D-C678989D9C7F}" type="sibTrans" cxnId="{A3C3B421-71DB-40E3-A4BB-5E19DA4F31A6}">
      <dgm:prSet/>
      <dgm:spPr/>
      <dgm:t>
        <a:bodyPr/>
        <a:lstStyle/>
        <a:p>
          <a:endParaRPr lang="en-US"/>
        </a:p>
      </dgm:t>
    </dgm:pt>
    <dgm:pt modelId="{271F9D07-F097-4EC8-8C23-A5083B553671}">
      <dgm:prSet custT="1"/>
      <dgm:spPr/>
      <dgm:t>
        <a:bodyPr/>
        <a:lstStyle/>
        <a:p>
          <a:pPr>
            <a:spcAft>
              <a:spcPts val="1200"/>
            </a:spcAft>
          </a:pPr>
          <a:r>
            <a:rPr lang="en-US" sz="1400"/>
            <a:t>MKE showcase project initiated </a:t>
          </a:r>
        </a:p>
        <a:p>
          <a:pPr>
            <a:spcAft>
              <a:spcPts val="1200"/>
            </a:spcAft>
          </a:pPr>
          <a:r>
            <a:rPr lang="en-US" sz="1400">
              <a:latin typeface="Barlow Medium" panose="00000600000000000000" pitchFamily="2" charset="0"/>
            </a:rPr>
            <a:t>Design &amp; virtual commissioning with E3D</a:t>
          </a:r>
        </a:p>
      </dgm:t>
    </dgm:pt>
    <dgm:pt modelId="{E8AC7293-22BF-4D94-857D-DFC1D299D3E4}" type="parTrans" cxnId="{F06F6DF8-7665-47D0-89E4-1A01D203B51E}">
      <dgm:prSet/>
      <dgm:spPr/>
      <dgm:t>
        <a:bodyPr/>
        <a:lstStyle/>
        <a:p>
          <a:endParaRPr lang="en-US"/>
        </a:p>
      </dgm:t>
    </dgm:pt>
    <dgm:pt modelId="{378F880E-7D4A-4781-B6DB-4656A05AE471}" type="sibTrans" cxnId="{F06F6DF8-7665-47D0-89E4-1A01D203B51E}">
      <dgm:prSet/>
      <dgm:spPr/>
      <dgm:t>
        <a:bodyPr/>
        <a:lstStyle/>
        <a:p>
          <a:endParaRPr lang="en-US"/>
        </a:p>
      </dgm:t>
    </dgm:pt>
    <dgm:pt modelId="{E4F7563B-9B65-468D-B264-131A6128EAA8}">
      <dgm:prSet custT="1"/>
      <dgm:spPr/>
      <dgm:t>
        <a:bodyPr/>
        <a:lstStyle/>
        <a:p>
          <a:pPr>
            <a:spcAft>
              <a:spcPts val="1200"/>
            </a:spcAft>
          </a:pPr>
          <a:r>
            <a:rPr lang="en-US" sz="1400">
              <a:latin typeface="Barlow Medium" panose="00000600000000000000" pitchFamily="2" charset="0"/>
            </a:rPr>
            <a:t>Fully automated line launched</a:t>
          </a:r>
        </a:p>
        <a:p>
          <a:pPr>
            <a:spcAft>
              <a:spcPts val="1200"/>
            </a:spcAft>
          </a:pPr>
          <a:r>
            <a:rPr lang="en-US" sz="1400"/>
            <a:t>Footprint optimization</a:t>
          </a:r>
        </a:p>
        <a:p>
          <a:pPr>
            <a:spcAft>
              <a:spcPts val="1200"/>
            </a:spcAft>
          </a:pPr>
          <a:r>
            <a:rPr lang="en-US" sz="1400"/>
            <a:t>MES integrated with controls</a:t>
          </a:r>
        </a:p>
        <a:p>
          <a:pPr>
            <a:spcAft>
              <a:spcPts val="1200"/>
            </a:spcAft>
          </a:pPr>
          <a:r>
            <a:rPr lang="en-US" sz="1400"/>
            <a:t>70% labor reduction</a:t>
          </a:r>
        </a:p>
      </dgm:t>
    </dgm:pt>
    <dgm:pt modelId="{015C9E15-6C86-4F93-89D4-D34631C00E6C}" type="parTrans" cxnId="{98E56628-211E-4FC0-B66A-A1C5C4A3E53B}">
      <dgm:prSet/>
      <dgm:spPr/>
      <dgm:t>
        <a:bodyPr/>
        <a:lstStyle/>
        <a:p>
          <a:endParaRPr lang="en-US"/>
        </a:p>
      </dgm:t>
    </dgm:pt>
    <dgm:pt modelId="{45604323-6252-4C18-B0B2-4B9341377A8F}" type="sibTrans" cxnId="{98E56628-211E-4FC0-B66A-A1C5C4A3E53B}">
      <dgm:prSet/>
      <dgm:spPr/>
      <dgm:t>
        <a:bodyPr/>
        <a:lstStyle/>
        <a:p>
          <a:endParaRPr lang="en-US"/>
        </a:p>
      </dgm:t>
    </dgm:pt>
    <dgm:pt modelId="{B721C940-1EE1-4438-9F2B-2BFE5132EE4C}">
      <dgm:prSet custT="1"/>
      <dgm:spPr/>
      <dgm:t>
        <a:bodyPr/>
        <a:lstStyle/>
        <a:p>
          <a:pPr>
            <a:spcAft>
              <a:spcPts val="1200"/>
            </a:spcAft>
          </a:pPr>
          <a:r>
            <a:rPr lang="en-US" sz="1400">
              <a:latin typeface="Barlow Medium" panose="00000600000000000000" pitchFamily="2" charset="0"/>
            </a:rPr>
            <a:t>Digital foundation: IIoT data integration </a:t>
          </a:r>
        </a:p>
        <a:p>
          <a:pPr>
            <a:spcAft>
              <a:spcPts val="1200"/>
            </a:spcAft>
          </a:pPr>
          <a:r>
            <a:rPr lang="en-US" sz="1400"/>
            <a:t>Smart objects</a:t>
          </a:r>
        </a:p>
        <a:p>
          <a:pPr>
            <a:spcAft>
              <a:spcPts val="1200"/>
            </a:spcAft>
          </a:pPr>
          <a:r>
            <a:rPr lang="en-US" sz="1400"/>
            <a:t>FT Edge Gateway </a:t>
          </a:r>
        </a:p>
        <a:p>
          <a:pPr>
            <a:spcAft>
              <a:spcPts val="1200"/>
            </a:spcAft>
          </a:pPr>
          <a:r>
            <a:rPr lang="en-US" sz="1400"/>
            <a:t>ThingWorx </a:t>
          </a:r>
        </a:p>
        <a:p>
          <a:pPr>
            <a:spcAft>
              <a:spcPts val="1200"/>
            </a:spcAft>
          </a:pPr>
          <a:r>
            <a:rPr lang="en-US" sz="1400"/>
            <a:t>FT View Heat Map</a:t>
          </a:r>
        </a:p>
      </dgm:t>
    </dgm:pt>
    <dgm:pt modelId="{2157AEF4-12C5-433E-BC15-49A52CA6FC30}" type="parTrans" cxnId="{09F64EE6-A696-43EB-85CC-1903B9D4BD8F}">
      <dgm:prSet/>
      <dgm:spPr/>
      <dgm:t>
        <a:bodyPr/>
        <a:lstStyle/>
        <a:p>
          <a:endParaRPr lang="en-US"/>
        </a:p>
      </dgm:t>
    </dgm:pt>
    <dgm:pt modelId="{435B19EC-C733-4ED0-8723-8CD08A4F25AD}" type="sibTrans" cxnId="{09F64EE6-A696-43EB-85CC-1903B9D4BD8F}">
      <dgm:prSet/>
      <dgm:spPr/>
      <dgm:t>
        <a:bodyPr/>
        <a:lstStyle/>
        <a:p>
          <a:endParaRPr lang="en-US"/>
        </a:p>
      </dgm:t>
    </dgm:pt>
    <dgm:pt modelId="{CBB1031E-477C-4234-AC42-9218BFDD7261}">
      <dgm:prSet custT="1"/>
      <dgm:spPr/>
      <dgm:t>
        <a:bodyPr/>
        <a:lstStyle/>
        <a:p>
          <a:pPr>
            <a:spcAft>
              <a:spcPts val="1200"/>
            </a:spcAft>
          </a:pPr>
          <a:r>
            <a:rPr lang="en-US" sz="1400">
              <a:latin typeface="Barlow Medium" panose="00000600000000000000" pitchFamily="2" charset="0"/>
            </a:rPr>
            <a:t>Digital evolution: Preventive maintenance &amp; spare parts management </a:t>
          </a:r>
        </a:p>
        <a:p>
          <a:pPr>
            <a:spcAft>
              <a:spcPts val="1200"/>
            </a:spcAft>
          </a:pPr>
          <a:r>
            <a:rPr lang="en-US" sz="1400">
              <a:latin typeface="+mj-lt"/>
            </a:rPr>
            <a:t>Fiix CMMS deployed </a:t>
          </a:r>
        </a:p>
      </dgm:t>
    </dgm:pt>
    <dgm:pt modelId="{ADA0CF02-7A5E-4308-AAC2-9DF73F642858}" type="parTrans" cxnId="{E872CDF1-C5CD-4F5E-809B-7BE97691CEBD}">
      <dgm:prSet/>
      <dgm:spPr/>
      <dgm:t>
        <a:bodyPr/>
        <a:lstStyle/>
        <a:p>
          <a:endParaRPr lang="en-US"/>
        </a:p>
      </dgm:t>
    </dgm:pt>
    <dgm:pt modelId="{6C150144-945A-4359-87B8-C5F771848517}" type="sibTrans" cxnId="{E872CDF1-C5CD-4F5E-809B-7BE97691CEBD}">
      <dgm:prSet/>
      <dgm:spPr/>
      <dgm:t>
        <a:bodyPr/>
        <a:lstStyle/>
        <a:p>
          <a:endParaRPr lang="en-US"/>
        </a:p>
      </dgm:t>
    </dgm:pt>
    <dgm:pt modelId="{4533890B-0299-4283-A3CE-522B6D599811}">
      <dgm:prSet custT="1"/>
      <dgm:spPr/>
      <dgm:t>
        <a:bodyPr/>
        <a:lstStyle/>
        <a:p>
          <a:pPr>
            <a:spcAft>
              <a:spcPts val="1200"/>
            </a:spcAft>
          </a:pPr>
          <a:r>
            <a:rPr lang="en-US" sz="1400">
              <a:latin typeface="Barlow Medium" panose="00000600000000000000" pitchFamily="2" charset="0"/>
            </a:rPr>
            <a:t>Digital evolution: OEE Monitoring </a:t>
          </a:r>
        </a:p>
        <a:p>
          <a:pPr>
            <a:spcAft>
              <a:spcPts val="1200"/>
            </a:spcAft>
          </a:pPr>
          <a:r>
            <a:rPr lang="en-US" sz="1400"/>
            <a:t>Enhanced smart objects</a:t>
          </a:r>
        </a:p>
        <a:p>
          <a:pPr>
            <a:spcAft>
              <a:spcPts val="1200"/>
            </a:spcAft>
          </a:pPr>
          <a:r>
            <a:rPr lang="en-US" sz="1400"/>
            <a:t>Detailed fault/OEE reporting</a:t>
          </a:r>
        </a:p>
        <a:p>
          <a:pPr>
            <a:spcAft>
              <a:spcPts val="1200"/>
            </a:spcAft>
          </a:pPr>
          <a:r>
            <a:rPr lang="en-US" sz="1400"/>
            <a:t>Improvement actions driven by insights</a:t>
          </a:r>
        </a:p>
      </dgm:t>
    </dgm:pt>
    <dgm:pt modelId="{5E5A2987-296D-4488-AA68-6FF494DB8643}" type="parTrans" cxnId="{42BE5AB5-A8F4-4C21-A422-364D22BC5C5F}">
      <dgm:prSet/>
      <dgm:spPr/>
      <dgm:t>
        <a:bodyPr/>
        <a:lstStyle/>
        <a:p>
          <a:endParaRPr lang="en-US"/>
        </a:p>
      </dgm:t>
    </dgm:pt>
    <dgm:pt modelId="{0E924D8E-3527-4740-A51F-40BB2E2F08A9}" type="sibTrans" cxnId="{42BE5AB5-A8F4-4C21-A422-364D22BC5C5F}">
      <dgm:prSet/>
      <dgm:spPr/>
      <dgm:t>
        <a:bodyPr/>
        <a:lstStyle/>
        <a:p>
          <a:endParaRPr lang="en-US"/>
        </a:p>
      </dgm:t>
    </dgm:pt>
    <dgm:pt modelId="{5DCD0BD4-F5D5-4A5D-A822-2AADA4D8DC7B}">
      <dgm:prSet custT="1"/>
      <dgm:spPr/>
      <dgm:t>
        <a:bodyPr/>
        <a:lstStyle/>
        <a:p>
          <a:pPr>
            <a:spcAft>
              <a:spcPts val="1200"/>
            </a:spcAft>
          </a:pPr>
          <a:r>
            <a:rPr lang="en-US" sz="1400">
              <a:latin typeface="Barlow Medium" panose="00000600000000000000" pitchFamily="2" charset="0"/>
            </a:rPr>
            <a:t>Digital evolution: OEE Proactive Optimization  </a:t>
          </a:r>
          <a:endParaRPr lang="en-US" sz="1400"/>
        </a:p>
        <a:p>
          <a:pPr>
            <a:spcAft>
              <a:spcPts val="1200"/>
            </a:spcAft>
          </a:pPr>
          <a:r>
            <a:rPr lang="en-US" sz="1400"/>
            <a:t>DataMosaix Energy Manager</a:t>
          </a:r>
        </a:p>
        <a:p>
          <a:pPr>
            <a:spcAft>
              <a:spcPts val="1200"/>
            </a:spcAft>
          </a:pPr>
          <a:r>
            <a:rPr lang="en-US" sz="1400"/>
            <a:t>Feeder monitoring</a:t>
          </a:r>
        </a:p>
        <a:p>
          <a:pPr>
            <a:spcAft>
              <a:spcPts val="1200"/>
            </a:spcAft>
          </a:pPr>
          <a:r>
            <a:rPr lang="en-US" sz="1400"/>
            <a:t>Vision AI deployment</a:t>
          </a:r>
        </a:p>
      </dgm:t>
    </dgm:pt>
    <dgm:pt modelId="{80689817-C83D-492B-8513-D0D77161EC11}" type="parTrans" cxnId="{D5C5E174-BD52-4F45-9D59-3688E006F91F}">
      <dgm:prSet/>
      <dgm:spPr/>
      <dgm:t>
        <a:bodyPr/>
        <a:lstStyle/>
        <a:p>
          <a:endParaRPr lang="en-US"/>
        </a:p>
      </dgm:t>
    </dgm:pt>
    <dgm:pt modelId="{5077E8D0-4E17-43A2-B941-6704FE4E161D}" type="sibTrans" cxnId="{D5C5E174-BD52-4F45-9D59-3688E006F91F}">
      <dgm:prSet/>
      <dgm:spPr/>
      <dgm:t>
        <a:bodyPr/>
        <a:lstStyle/>
        <a:p>
          <a:endParaRPr lang="en-US"/>
        </a:p>
      </dgm:t>
    </dgm:pt>
    <dgm:pt modelId="{3A7DDA5E-71B4-4E51-9398-CAB53ACB9EDA}">
      <dgm:prSet custT="1"/>
      <dgm:spPr/>
      <dgm:t>
        <a:bodyPr/>
        <a:lstStyle/>
        <a:p>
          <a:pPr>
            <a:spcAft>
              <a:spcPts val="1200"/>
            </a:spcAft>
          </a:pPr>
          <a:r>
            <a:rPr lang="en-US" sz="1400">
              <a:latin typeface="Barlow Medium" panose="00000600000000000000" pitchFamily="2" charset="0"/>
            </a:rPr>
            <a:t>Digital evolution: ?</a:t>
          </a:r>
        </a:p>
        <a:p>
          <a:pPr>
            <a:spcAft>
              <a:spcPts val="1200"/>
            </a:spcAft>
          </a:pPr>
          <a:r>
            <a:rPr lang="en-US" sz="1400"/>
            <a:t>Scaling Vision AI </a:t>
          </a:r>
        </a:p>
        <a:p>
          <a:pPr>
            <a:spcAft>
              <a:spcPts val="1200"/>
            </a:spcAft>
          </a:pPr>
          <a:r>
            <a:rPr lang="en-US" sz="1400"/>
            <a:t>DataMosaix advanced analytics and agentic AI</a:t>
          </a:r>
        </a:p>
      </dgm:t>
    </dgm:pt>
    <dgm:pt modelId="{C928A5C4-8121-4395-ABE7-FB60D868E01B}" type="parTrans" cxnId="{493ECA5C-19A8-4F8E-ABAA-F82AC327AE00}">
      <dgm:prSet/>
      <dgm:spPr/>
      <dgm:t>
        <a:bodyPr/>
        <a:lstStyle/>
        <a:p>
          <a:endParaRPr lang="en-US"/>
        </a:p>
      </dgm:t>
    </dgm:pt>
    <dgm:pt modelId="{690B7E8C-160F-4E3E-994F-47387A7F092F}" type="sibTrans" cxnId="{493ECA5C-19A8-4F8E-ABAA-F82AC327AE00}">
      <dgm:prSet/>
      <dgm:spPr/>
      <dgm:t>
        <a:bodyPr/>
        <a:lstStyle/>
        <a:p>
          <a:endParaRPr lang="en-US"/>
        </a:p>
      </dgm:t>
    </dgm:pt>
    <dgm:pt modelId="{E3D92F3E-62CB-4307-BED6-27CFA2BB2F74}" type="pres">
      <dgm:prSet presAssocID="{EC56B4C7-BCA1-4DB6-91B8-1623653A2D7E}" presName="rootnode" presStyleCnt="0">
        <dgm:presLayoutVars>
          <dgm:chMax/>
          <dgm:chPref/>
          <dgm:dir/>
          <dgm:animLvl val="lvl"/>
        </dgm:presLayoutVars>
      </dgm:prSet>
      <dgm:spPr/>
    </dgm:pt>
    <dgm:pt modelId="{CA5F5965-1544-4880-B2CA-C1E3AA84C05E}" type="pres">
      <dgm:prSet presAssocID="{95195953-6215-4404-B5CE-1FD120EE6217}" presName="composite" presStyleCnt="0"/>
      <dgm:spPr/>
    </dgm:pt>
    <dgm:pt modelId="{AB60EB61-CF09-4708-A410-1E893A9D2A4A}" type="pres">
      <dgm:prSet presAssocID="{95195953-6215-4404-B5CE-1FD120EE6217}" presName="LShape" presStyleLbl="alignNode1" presStyleIdx="0" presStyleCnt="15"/>
      <dgm:spPr/>
    </dgm:pt>
    <dgm:pt modelId="{983F2C90-8CE8-40C5-8AE6-1310F099689C}" type="pres">
      <dgm:prSet presAssocID="{95195953-6215-4404-B5CE-1FD120EE6217}" presName="ParentText" presStyleLbl="revTx" presStyleIdx="0" presStyleCnt="8">
        <dgm:presLayoutVars>
          <dgm:chMax val="0"/>
          <dgm:chPref val="0"/>
          <dgm:bulletEnabled val="1"/>
        </dgm:presLayoutVars>
      </dgm:prSet>
      <dgm:spPr/>
    </dgm:pt>
    <dgm:pt modelId="{A101713D-BA91-432C-B83C-DE5CF4F51732}" type="pres">
      <dgm:prSet presAssocID="{95195953-6215-4404-B5CE-1FD120EE6217}" presName="Triangle" presStyleLbl="alignNode1" presStyleIdx="1" presStyleCnt="15"/>
      <dgm:spPr/>
    </dgm:pt>
    <dgm:pt modelId="{48FDC13B-A2FB-4618-808F-919D30C0CEA9}" type="pres">
      <dgm:prSet presAssocID="{A7D96AD9-2721-41A3-8E9D-C678989D9C7F}" presName="sibTrans" presStyleCnt="0"/>
      <dgm:spPr/>
    </dgm:pt>
    <dgm:pt modelId="{AF65CE6A-A1BE-40FF-AA25-38D28AFC6225}" type="pres">
      <dgm:prSet presAssocID="{A7D96AD9-2721-41A3-8E9D-C678989D9C7F}" presName="space" presStyleCnt="0"/>
      <dgm:spPr/>
    </dgm:pt>
    <dgm:pt modelId="{A9347700-4118-42CE-A1C2-8F7ABF1791E4}" type="pres">
      <dgm:prSet presAssocID="{271F9D07-F097-4EC8-8C23-A5083B553671}" presName="composite" presStyleCnt="0"/>
      <dgm:spPr/>
    </dgm:pt>
    <dgm:pt modelId="{E30DE162-45AC-4317-B021-C0B8F6CEE9C4}" type="pres">
      <dgm:prSet presAssocID="{271F9D07-F097-4EC8-8C23-A5083B553671}" presName="LShape" presStyleLbl="alignNode1" presStyleIdx="2" presStyleCnt="15"/>
      <dgm:spPr/>
    </dgm:pt>
    <dgm:pt modelId="{8FF498DA-437F-4EB6-9D56-CB4E8789047F}" type="pres">
      <dgm:prSet presAssocID="{271F9D07-F097-4EC8-8C23-A5083B553671}" presName="ParentText" presStyleLbl="revTx" presStyleIdx="1" presStyleCnt="8">
        <dgm:presLayoutVars>
          <dgm:chMax val="0"/>
          <dgm:chPref val="0"/>
          <dgm:bulletEnabled val="1"/>
        </dgm:presLayoutVars>
      </dgm:prSet>
      <dgm:spPr/>
    </dgm:pt>
    <dgm:pt modelId="{CF4EACC1-3AE4-4F96-A371-3EDB8BB15884}" type="pres">
      <dgm:prSet presAssocID="{271F9D07-F097-4EC8-8C23-A5083B553671}" presName="Triangle" presStyleLbl="alignNode1" presStyleIdx="3" presStyleCnt="15"/>
      <dgm:spPr/>
    </dgm:pt>
    <dgm:pt modelId="{A4C7C47D-6344-4497-B16F-D9E21C49BEF2}" type="pres">
      <dgm:prSet presAssocID="{378F880E-7D4A-4781-B6DB-4656A05AE471}" presName="sibTrans" presStyleCnt="0"/>
      <dgm:spPr/>
    </dgm:pt>
    <dgm:pt modelId="{3F64F319-9DD8-48F4-A660-F10292919A83}" type="pres">
      <dgm:prSet presAssocID="{378F880E-7D4A-4781-B6DB-4656A05AE471}" presName="space" presStyleCnt="0"/>
      <dgm:spPr/>
    </dgm:pt>
    <dgm:pt modelId="{F8CE3B6F-54B2-48B9-A6A5-19B184DED2AB}" type="pres">
      <dgm:prSet presAssocID="{E4F7563B-9B65-468D-B264-131A6128EAA8}" presName="composite" presStyleCnt="0"/>
      <dgm:spPr/>
    </dgm:pt>
    <dgm:pt modelId="{97D8A47A-B5A7-44E7-855E-016BD026C4CB}" type="pres">
      <dgm:prSet presAssocID="{E4F7563B-9B65-468D-B264-131A6128EAA8}" presName="LShape" presStyleLbl="alignNode1" presStyleIdx="4" presStyleCnt="15"/>
      <dgm:spPr/>
    </dgm:pt>
    <dgm:pt modelId="{73839308-9353-4BB3-A145-1ADBF3ABDB80}" type="pres">
      <dgm:prSet presAssocID="{E4F7563B-9B65-468D-B264-131A6128EAA8}" presName="ParentText" presStyleLbl="revTx" presStyleIdx="2" presStyleCnt="8">
        <dgm:presLayoutVars>
          <dgm:chMax val="0"/>
          <dgm:chPref val="0"/>
          <dgm:bulletEnabled val="1"/>
        </dgm:presLayoutVars>
      </dgm:prSet>
      <dgm:spPr/>
    </dgm:pt>
    <dgm:pt modelId="{1683B2D0-7C7B-455B-91D7-A661B76FECBC}" type="pres">
      <dgm:prSet presAssocID="{E4F7563B-9B65-468D-B264-131A6128EAA8}" presName="Triangle" presStyleLbl="alignNode1" presStyleIdx="5" presStyleCnt="15"/>
      <dgm:spPr/>
    </dgm:pt>
    <dgm:pt modelId="{52DBE1C7-6D2E-4987-BF20-FEDA5D38CEFA}" type="pres">
      <dgm:prSet presAssocID="{45604323-6252-4C18-B0B2-4B9341377A8F}" presName="sibTrans" presStyleCnt="0"/>
      <dgm:spPr/>
    </dgm:pt>
    <dgm:pt modelId="{60291515-5E71-46D1-B505-AFAD62F044F1}" type="pres">
      <dgm:prSet presAssocID="{45604323-6252-4C18-B0B2-4B9341377A8F}" presName="space" presStyleCnt="0"/>
      <dgm:spPr/>
    </dgm:pt>
    <dgm:pt modelId="{B604E963-7ABB-4822-BEC1-D7564930F593}" type="pres">
      <dgm:prSet presAssocID="{B721C940-1EE1-4438-9F2B-2BFE5132EE4C}" presName="composite" presStyleCnt="0"/>
      <dgm:spPr/>
    </dgm:pt>
    <dgm:pt modelId="{12073268-0D83-4E64-9D8B-7D8F64297EF5}" type="pres">
      <dgm:prSet presAssocID="{B721C940-1EE1-4438-9F2B-2BFE5132EE4C}" presName="LShape" presStyleLbl="alignNode1" presStyleIdx="6" presStyleCnt="15"/>
      <dgm:spPr/>
    </dgm:pt>
    <dgm:pt modelId="{0F2185DF-9454-45D0-B71B-CCAC501F4753}" type="pres">
      <dgm:prSet presAssocID="{B721C940-1EE1-4438-9F2B-2BFE5132EE4C}" presName="ParentText" presStyleLbl="revTx" presStyleIdx="3" presStyleCnt="8">
        <dgm:presLayoutVars>
          <dgm:chMax val="0"/>
          <dgm:chPref val="0"/>
          <dgm:bulletEnabled val="1"/>
        </dgm:presLayoutVars>
      </dgm:prSet>
      <dgm:spPr/>
    </dgm:pt>
    <dgm:pt modelId="{5DDCFF8E-6EE6-4F6B-9D6F-7A8882EA2BAE}" type="pres">
      <dgm:prSet presAssocID="{B721C940-1EE1-4438-9F2B-2BFE5132EE4C}" presName="Triangle" presStyleLbl="alignNode1" presStyleIdx="7" presStyleCnt="15"/>
      <dgm:spPr/>
    </dgm:pt>
    <dgm:pt modelId="{10862C9B-0A29-41F3-B447-AAD9EA7B314D}" type="pres">
      <dgm:prSet presAssocID="{435B19EC-C733-4ED0-8723-8CD08A4F25AD}" presName="sibTrans" presStyleCnt="0"/>
      <dgm:spPr/>
    </dgm:pt>
    <dgm:pt modelId="{10F187C3-3558-4E50-94A3-3D4843CAECEB}" type="pres">
      <dgm:prSet presAssocID="{435B19EC-C733-4ED0-8723-8CD08A4F25AD}" presName="space" presStyleCnt="0"/>
      <dgm:spPr/>
    </dgm:pt>
    <dgm:pt modelId="{22936F92-C4F8-472A-9E7F-2D024E423AF4}" type="pres">
      <dgm:prSet presAssocID="{CBB1031E-477C-4234-AC42-9218BFDD7261}" presName="composite" presStyleCnt="0"/>
      <dgm:spPr/>
    </dgm:pt>
    <dgm:pt modelId="{6111FCB1-68D8-4486-85C0-78BD4004CD6D}" type="pres">
      <dgm:prSet presAssocID="{CBB1031E-477C-4234-AC42-9218BFDD7261}" presName="LShape" presStyleLbl="alignNode1" presStyleIdx="8" presStyleCnt="15"/>
      <dgm:spPr/>
    </dgm:pt>
    <dgm:pt modelId="{DEEE5754-EF83-4D0E-A764-294E153ABD87}" type="pres">
      <dgm:prSet presAssocID="{CBB1031E-477C-4234-AC42-9218BFDD7261}" presName="ParentText" presStyleLbl="revTx" presStyleIdx="4" presStyleCnt="8">
        <dgm:presLayoutVars>
          <dgm:chMax val="0"/>
          <dgm:chPref val="0"/>
          <dgm:bulletEnabled val="1"/>
        </dgm:presLayoutVars>
      </dgm:prSet>
      <dgm:spPr/>
    </dgm:pt>
    <dgm:pt modelId="{F5455D6D-424F-4227-9453-E7D05B60470B}" type="pres">
      <dgm:prSet presAssocID="{CBB1031E-477C-4234-AC42-9218BFDD7261}" presName="Triangle" presStyleLbl="alignNode1" presStyleIdx="9" presStyleCnt="15"/>
      <dgm:spPr/>
    </dgm:pt>
    <dgm:pt modelId="{94C7D23C-2085-4ECD-A3F4-C55618DA93CD}" type="pres">
      <dgm:prSet presAssocID="{6C150144-945A-4359-87B8-C5F771848517}" presName="sibTrans" presStyleCnt="0"/>
      <dgm:spPr/>
    </dgm:pt>
    <dgm:pt modelId="{791F8CF2-105A-4F01-BF84-E82E99963B14}" type="pres">
      <dgm:prSet presAssocID="{6C150144-945A-4359-87B8-C5F771848517}" presName="space" presStyleCnt="0"/>
      <dgm:spPr/>
    </dgm:pt>
    <dgm:pt modelId="{B05F28C9-5CCD-42A5-8AF4-4DFC5E0E89E8}" type="pres">
      <dgm:prSet presAssocID="{4533890B-0299-4283-A3CE-522B6D599811}" presName="composite" presStyleCnt="0"/>
      <dgm:spPr/>
    </dgm:pt>
    <dgm:pt modelId="{591DCB5A-D992-498A-B505-D73FFAE35315}" type="pres">
      <dgm:prSet presAssocID="{4533890B-0299-4283-A3CE-522B6D599811}" presName="LShape" presStyleLbl="alignNode1" presStyleIdx="10" presStyleCnt="15"/>
      <dgm:spPr/>
    </dgm:pt>
    <dgm:pt modelId="{6D0D5963-EF59-400A-AADE-1D651ADCF599}" type="pres">
      <dgm:prSet presAssocID="{4533890B-0299-4283-A3CE-522B6D599811}" presName="ParentText" presStyleLbl="revTx" presStyleIdx="5" presStyleCnt="8">
        <dgm:presLayoutVars>
          <dgm:chMax val="0"/>
          <dgm:chPref val="0"/>
          <dgm:bulletEnabled val="1"/>
        </dgm:presLayoutVars>
      </dgm:prSet>
      <dgm:spPr/>
    </dgm:pt>
    <dgm:pt modelId="{A765C166-259A-4C25-9771-B002D4FCD973}" type="pres">
      <dgm:prSet presAssocID="{4533890B-0299-4283-A3CE-522B6D599811}" presName="Triangle" presStyleLbl="alignNode1" presStyleIdx="11" presStyleCnt="15"/>
      <dgm:spPr/>
    </dgm:pt>
    <dgm:pt modelId="{856FD1BA-6BA3-4C66-8EC6-402C63640FC4}" type="pres">
      <dgm:prSet presAssocID="{0E924D8E-3527-4740-A51F-40BB2E2F08A9}" presName="sibTrans" presStyleCnt="0"/>
      <dgm:spPr/>
    </dgm:pt>
    <dgm:pt modelId="{910CA2AE-CB0E-4E15-B057-A104362003A0}" type="pres">
      <dgm:prSet presAssocID="{0E924D8E-3527-4740-A51F-40BB2E2F08A9}" presName="space" presStyleCnt="0"/>
      <dgm:spPr/>
    </dgm:pt>
    <dgm:pt modelId="{774C4A1B-23C8-43E4-B149-21A24B1DE65F}" type="pres">
      <dgm:prSet presAssocID="{5DCD0BD4-F5D5-4A5D-A822-2AADA4D8DC7B}" presName="composite" presStyleCnt="0"/>
      <dgm:spPr/>
    </dgm:pt>
    <dgm:pt modelId="{F216D3DA-34D2-41BA-A472-56DC7B0779C6}" type="pres">
      <dgm:prSet presAssocID="{5DCD0BD4-F5D5-4A5D-A822-2AADA4D8DC7B}" presName="LShape" presStyleLbl="alignNode1" presStyleIdx="12" presStyleCnt="15"/>
      <dgm:spPr/>
    </dgm:pt>
    <dgm:pt modelId="{22C2A940-C1F5-484D-89A1-C43BE20EB0A7}" type="pres">
      <dgm:prSet presAssocID="{5DCD0BD4-F5D5-4A5D-A822-2AADA4D8DC7B}" presName="ParentText" presStyleLbl="revTx" presStyleIdx="6" presStyleCnt="8">
        <dgm:presLayoutVars>
          <dgm:chMax val="0"/>
          <dgm:chPref val="0"/>
          <dgm:bulletEnabled val="1"/>
        </dgm:presLayoutVars>
      </dgm:prSet>
      <dgm:spPr/>
    </dgm:pt>
    <dgm:pt modelId="{799C5B97-403C-4DB5-9403-CFE65E097E2F}" type="pres">
      <dgm:prSet presAssocID="{5DCD0BD4-F5D5-4A5D-A822-2AADA4D8DC7B}" presName="Triangle" presStyleLbl="alignNode1" presStyleIdx="13" presStyleCnt="15"/>
      <dgm:spPr/>
    </dgm:pt>
    <dgm:pt modelId="{C03CBD41-B429-4DE4-BACC-06CCD8DF25A8}" type="pres">
      <dgm:prSet presAssocID="{5077E8D0-4E17-43A2-B941-6704FE4E161D}" presName="sibTrans" presStyleCnt="0"/>
      <dgm:spPr/>
    </dgm:pt>
    <dgm:pt modelId="{943487D8-2708-44E8-B370-65A26CF3114A}" type="pres">
      <dgm:prSet presAssocID="{5077E8D0-4E17-43A2-B941-6704FE4E161D}" presName="space" presStyleCnt="0"/>
      <dgm:spPr/>
    </dgm:pt>
    <dgm:pt modelId="{78A3EF5B-2F9E-4463-A175-485FF7BC824B}" type="pres">
      <dgm:prSet presAssocID="{3A7DDA5E-71B4-4E51-9398-CAB53ACB9EDA}" presName="composite" presStyleCnt="0"/>
      <dgm:spPr/>
    </dgm:pt>
    <dgm:pt modelId="{C9523CD6-7A91-4AB2-93A3-EE870DA509B2}" type="pres">
      <dgm:prSet presAssocID="{3A7DDA5E-71B4-4E51-9398-CAB53ACB9EDA}" presName="LShape" presStyleLbl="alignNode1" presStyleIdx="14" presStyleCnt="15"/>
      <dgm:spPr/>
    </dgm:pt>
    <dgm:pt modelId="{11C43A8A-0B93-4C88-A535-39D66292A278}" type="pres">
      <dgm:prSet presAssocID="{3A7DDA5E-71B4-4E51-9398-CAB53ACB9EDA}" presName="ParentText" presStyleLbl="revTx" presStyleIdx="7" presStyleCnt="8">
        <dgm:presLayoutVars>
          <dgm:chMax val="0"/>
          <dgm:chPref val="0"/>
          <dgm:bulletEnabled val="1"/>
        </dgm:presLayoutVars>
      </dgm:prSet>
      <dgm:spPr/>
    </dgm:pt>
  </dgm:ptLst>
  <dgm:cxnLst>
    <dgm:cxn modelId="{E2F7F800-9D94-44CA-90CE-86A2CC432B89}" type="presOf" srcId="{CBB1031E-477C-4234-AC42-9218BFDD7261}" destId="{DEEE5754-EF83-4D0E-A764-294E153ABD87}" srcOrd="0" destOrd="0" presId="urn:microsoft.com/office/officeart/2009/3/layout/StepUpProcess"/>
    <dgm:cxn modelId="{A3C3B421-71DB-40E3-A4BB-5E19DA4F31A6}" srcId="{EC56B4C7-BCA1-4DB6-91B8-1623653A2D7E}" destId="{95195953-6215-4404-B5CE-1FD120EE6217}" srcOrd="0" destOrd="0" parTransId="{25EFFFA0-8A12-4D19-BDDA-14B297AD3643}" sibTransId="{A7D96AD9-2721-41A3-8E9D-C678989D9C7F}"/>
    <dgm:cxn modelId="{27A82D28-2A75-41AD-80B9-20767333858D}" type="presOf" srcId="{271F9D07-F097-4EC8-8C23-A5083B553671}" destId="{8FF498DA-437F-4EB6-9D56-CB4E8789047F}" srcOrd="0" destOrd="0" presId="urn:microsoft.com/office/officeart/2009/3/layout/StepUpProcess"/>
    <dgm:cxn modelId="{98E56628-211E-4FC0-B66A-A1C5C4A3E53B}" srcId="{EC56B4C7-BCA1-4DB6-91B8-1623653A2D7E}" destId="{E4F7563B-9B65-468D-B264-131A6128EAA8}" srcOrd="2" destOrd="0" parTransId="{015C9E15-6C86-4F93-89D4-D34631C00E6C}" sibTransId="{45604323-6252-4C18-B0B2-4B9341377A8F}"/>
    <dgm:cxn modelId="{6CD5575B-E8F2-4786-AEFD-BC2F9C63CE87}" type="presOf" srcId="{4533890B-0299-4283-A3CE-522B6D599811}" destId="{6D0D5963-EF59-400A-AADE-1D651ADCF599}" srcOrd="0" destOrd="0" presId="urn:microsoft.com/office/officeart/2009/3/layout/StepUpProcess"/>
    <dgm:cxn modelId="{493ECA5C-19A8-4F8E-ABAA-F82AC327AE00}" srcId="{EC56B4C7-BCA1-4DB6-91B8-1623653A2D7E}" destId="{3A7DDA5E-71B4-4E51-9398-CAB53ACB9EDA}" srcOrd="7" destOrd="0" parTransId="{C928A5C4-8121-4395-ABE7-FB60D868E01B}" sibTransId="{690B7E8C-160F-4E3E-994F-47387A7F092F}"/>
    <dgm:cxn modelId="{D5C5E174-BD52-4F45-9D59-3688E006F91F}" srcId="{EC56B4C7-BCA1-4DB6-91B8-1623653A2D7E}" destId="{5DCD0BD4-F5D5-4A5D-A822-2AADA4D8DC7B}" srcOrd="6" destOrd="0" parTransId="{80689817-C83D-492B-8513-D0D77161EC11}" sibTransId="{5077E8D0-4E17-43A2-B941-6704FE4E161D}"/>
    <dgm:cxn modelId="{0AFD6178-789E-45DE-92A1-C163A84DC5D4}" type="presOf" srcId="{E4F7563B-9B65-468D-B264-131A6128EAA8}" destId="{73839308-9353-4BB3-A145-1ADBF3ABDB80}" srcOrd="0" destOrd="0" presId="urn:microsoft.com/office/officeart/2009/3/layout/StepUpProcess"/>
    <dgm:cxn modelId="{1D69285A-6571-443B-9B20-A8681305FBDA}" type="presOf" srcId="{3A7DDA5E-71B4-4E51-9398-CAB53ACB9EDA}" destId="{11C43A8A-0B93-4C88-A535-39D66292A278}" srcOrd="0" destOrd="0" presId="urn:microsoft.com/office/officeart/2009/3/layout/StepUpProcess"/>
    <dgm:cxn modelId="{42BE5AB5-A8F4-4C21-A422-364D22BC5C5F}" srcId="{EC56B4C7-BCA1-4DB6-91B8-1623653A2D7E}" destId="{4533890B-0299-4283-A3CE-522B6D599811}" srcOrd="5" destOrd="0" parTransId="{5E5A2987-296D-4488-AA68-6FF494DB8643}" sibTransId="{0E924D8E-3527-4740-A51F-40BB2E2F08A9}"/>
    <dgm:cxn modelId="{4501D7BD-E591-4C75-8D12-2B3028025027}" type="presOf" srcId="{EC56B4C7-BCA1-4DB6-91B8-1623653A2D7E}" destId="{E3D92F3E-62CB-4307-BED6-27CFA2BB2F74}" srcOrd="0" destOrd="0" presId="urn:microsoft.com/office/officeart/2009/3/layout/StepUpProcess"/>
    <dgm:cxn modelId="{9FB632CF-8D0E-4F54-94EE-FC28CE3C1281}" type="presOf" srcId="{95195953-6215-4404-B5CE-1FD120EE6217}" destId="{983F2C90-8CE8-40C5-8AE6-1310F099689C}" srcOrd="0" destOrd="0" presId="urn:microsoft.com/office/officeart/2009/3/layout/StepUpProcess"/>
    <dgm:cxn modelId="{09F64EE6-A696-43EB-85CC-1903B9D4BD8F}" srcId="{EC56B4C7-BCA1-4DB6-91B8-1623653A2D7E}" destId="{B721C940-1EE1-4438-9F2B-2BFE5132EE4C}" srcOrd="3" destOrd="0" parTransId="{2157AEF4-12C5-433E-BC15-49A52CA6FC30}" sibTransId="{435B19EC-C733-4ED0-8723-8CD08A4F25AD}"/>
    <dgm:cxn modelId="{E872CDF1-C5CD-4F5E-809B-7BE97691CEBD}" srcId="{EC56B4C7-BCA1-4DB6-91B8-1623653A2D7E}" destId="{CBB1031E-477C-4234-AC42-9218BFDD7261}" srcOrd="4" destOrd="0" parTransId="{ADA0CF02-7A5E-4308-AAC2-9DF73F642858}" sibTransId="{6C150144-945A-4359-87B8-C5F771848517}"/>
    <dgm:cxn modelId="{1E6A2AF3-2987-445E-967A-25221739E3A2}" type="presOf" srcId="{5DCD0BD4-F5D5-4A5D-A822-2AADA4D8DC7B}" destId="{22C2A940-C1F5-484D-89A1-C43BE20EB0A7}" srcOrd="0" destOrd="0" presId="urn:microsoft.com/office/officeart/2009/3/layout/StepUpProcess"/>
    <dgm:cxn modelId="{A07808F6-5219-4FB3-ADD0-1C5F79603929}" type="presOf" srcId="{B721C940-1EE1-4438-9F2B-2BFE5132EE4C}" destId="{0F2185DF-9454-45D0-B71B-CCAC501F4753}" srcOrd="0" destOrd="0" presId="urn:microsoft.com/office/officeart/2009/3/layout/StepUpProcess"/>
    <dgm:cxn modelId="{F06F6DF8-7665-47D0-89E4-1A01D203B51E}" srcId="{EC56B4C7-BCA1-4DB6-91B8-1623653A2D7E}" destId="{271F9D07-F097-4EC8-8C23-A5083B553671}" srcOrd="1" destOrd="0" parTransId="{E8AC7293-22BF-4D94-857D-DFC1D299D3E4}" sibTransId="{378F880E-7D4A-4781-B6DB-4656A05AE471}"/>
    <dgm:cxn modelId="{A5A30827-3E64-4157-B55E-877AD3BEEF6A}" type="presParOf" srcId="{E3D92F3E-62CB-4307-BED6-27CFA2BB2F74}" destId="{CA5F5965-1544-4880-B2CA-C1E3AA84C05E}" srcOrd="0" destOrd="0" presId="urn:microsoft.com/office/officeart/2009/3/layout/StepUpProcess"/>
    <dgm:cxn modelId="{D378AE46-B642-4ABA-828A-D12FDF1F6F41}" type="presParOf" srcId="{CA5F5965-1544-4880-B2CA-C1E3AA84C05E}" destId="{AB60EB61-CF09-4708-A410-1E893A9D2A4A}" srcOrd="0" destOrd="0" presId="urn:microsoft.com/office/officeart/2009/3/layout/StepUpProcess"/>
    <dgm:cxn modelId="{73216F9B-DFA9-4846-8155-AA4876D89479}" type="presParOf" srcId="{CA5F5965-1544-4880-B2CA-C1E3AA84C05E}" destId="{983F2C90-8CE8-40C5-8AE6-1310F099689C}" srcOrd="1" destOrd="0" presId="urn:microsoft.com/office/officeart/2009/3/layout/StepUpProcess"/>
    <dgm:cxn modelId="{8E16F6A6-3331-4A9B-B8D0-4F6C50DF7FFB}" type="presParOf" srcId="{CA5F5965-1544-4880-B2CA-C1E3AA84C05E}" destId="{A101713D-BA91-432C-B83C-DE5CF4F51732}" srcOrd="2" destOrd="0" presId="urn:microsoft.com/office/officeart/2009/3/layout/StepUpProcess"/>
    <dgm:cxn modelId="{E86DDB59-37F9-4069-A2BB-E34928AA17DE}" type="presParOf" srcId="{E3D92F3E-62CB-4307-BED6-27CFA2BB2F74}" destId="{48FDC13B-A2FB-4618-808F-919D30C0CEA9}" srcOrd="1" destOrd="0" presId="urn:microsoft.com/office/officeart/2009/3/layout/StepUpProcess"/>
    <dgm:cxn modelId="{3A3ACD6E-56CA-4DBE-89B9-2B3EDDBA9F13}" type="presParOf" srcId="{48FDC13B-A2FB-4618-808F-919D30C0CEA9}" destId="{AF65CE6A-A1BE-40FF-AA25-38D28AFC6225}" srcOrd="0" destOrd="0" presId="urn:microsoft.com/office/officeart/2009/3/layout/StepUpProcess"/>
    <dgm:cxn modelId="{9F02FE14-58EB-497C-94ED-02C77E697F04}" type="presParOf" srcId="{E3D92F3E-62CB-4307-BED6-27CFA2BB2F74}" destId="{A9347700-4118-42CE-A1C2-8F7ABF1791E4}" srcOrd="2" destOrd="0" presId="urn:microsoft.com/office/officeart/2009/3/layout/StepUpProcess"/>
    <dgm:cxn modelId="{00AC4FC9-23F3-46BB-9CB1-D6AE6B36C9EE}" type="presParOf" srcId="{A9347700-4118-42CE-A1C2-8F7ABF1791E4}" destId="{E30DE162-45AC-4317-B021-C0B8F6CEE9C4}" srcOrd="0" destOrd="0" presId="urn:microsoft.com/office/officeart/2009/3/layout/StepUpProcess"/>
    <dgm:cxn modelId="{36609705-F671-4B59-8144-6DA3858621A3}" type="presParOf" srcId="{A9347700-4118-42CE-A1C2-8F7ABF1791E4}" destId="{8FF498DA-437F-4EB6-9D56-CB4E8789047F}" srcOrd="1" destOrd="0" presId="urn:microsoft.com/office/officeart/2009/3/layout/StepUpProcess"/>
    <dgm:cxn modelId="{A6AE27F8-7206-4CDE-B32E-91E5A26CD9C4}" type="presParOf" srcId="{A9347700-4118-42CE-A1C2-8F7ABF1791E4}" destId="{CF4EACC1-3AE4-4F96-A371-3EDB8BB15884}" srcOrd="2" destOrd="0" presId="urn:microsoft.com/office/officeart/2009/3/layout/StepUpProcess"/>
    <dgm:cxn modelId="{B3BAE374-EA2C-435B-9F16-A7A3A3AE602B}" type="presParOf" srcId="{E3D92F3E-62CB-4307-BED6-27CFA2BB2F74}" destId="{A4C7C47D-6344-4497-B16F-D9E21C49BEF2}" srcOrd="3" destOrd="0" presId="urn:microsoft.com/office/officeart/2009/3/layout/StepUpProcess"/>
    <dgm:cxn modelId="{2104DA8C-4C03-4933-9BAC-602BCE4D8E45}" type="presParOf" srcId="{A4C7C47D-6344-4497-B16F-D9E21C49BEF2}" destId="{3F64F319-9DD8-48F4-A660-F10292919A83}" srcOrd="0" destOrd="0" presId="urn:microsoft.com/office/officeart/2009/3/layout/StepUpProcess"/>
    <dgm:cxn modelId="{1F753652-6C0B-45E9-8085-3C578C90AD4E}" type="presParOf" srcId="{E3D92F3E-62CB-4307-BED6-27CFA2BB2F74}" destId="{F8CE3B6F-54B2-48B9-A6A5-19B184DED2AB}" srcOrd="4" destOrd="0" presId="urn:microsoft.com/office/officeart/2009/3/layout/StepUpProcess"/>
    <dgm:cxn modelId="{1ECF46FB-6925-459D-AC4B-075D6BEA7A13}" type="presParOf" srcId="{F8CE3B6F-54B2-48B9-A6A5-19B184DED2AB}" destId="{97D8A47A-B5A7-44E7-855E-016BD026C4CB}" srcOrd="0" destOrd="0" presId="urn:microsoft.com/office/officeart/2009/3/layout/StepUpProcess"/>
    <dgm:cxn modelId="{7CAC4C03-0989-4E09-9C2A-8B84E15CB7C4}" type="presParOf" srcId="{F8CE3B6F-54B2-48B9-A6A5-19B184DED2AB}" destId="{73839308-9353-4BB3-A145-1ADBF3ABDB80}" srcOrd="1" destOrd="0" presId="urn:microsoft.com/office/officeart/2009/3/layout/StepUpProcess"/>
    <dgm:cxn modelId="{4E1A64AA-122E-4328-BC99-90E3156C300F}" type="presParOf" srcId="{F8CE3B6F-54B2-48B9-A6A5-19B184DED2AB}" destId="{1683B2D0-7C7B-455B-91D7-A661B76FECBC}" srcOrd="2" destOrd="0" presId="urn:microsoft.com/office/officeart/2009/3/layout/StepUpProcess"/>
    <dgm:cxn modelId="{F2B753B9-48A8-4B82-ADBE-DC72E7AB9A24}" type="presParOf" srcId="{E3D92F3E-62CB-4307-BED6-27CFA2BB2F74}" destId="{52DBE1C7-6D2E-4987-BF20-FEDA5D38CEFA}" srcOrd="5" destOrd="0" presId="urn:microsoft.com/office/officeart/2009/3/layout/StepUpProcess"/>
    <dgm:cxn modelId="{A9BA2E4D-F4FA-49BB-93A9-E03DAD7D6822}" type="presParOf" srcId="{52DBE1C7-6D2E-4987-BF20-FEDA5D38CEFA}" destId="{60291515-5E71-46D1-B505-AFAD62F044F1}" srcOrd="0" destOrd="0" presId="urn:microsoft.com/office/officeart/2009/3/layout/StepUpProcess"/>
    <dgm:cxn modelId="{700BC5FD-7604-4272-ACED-0119F7650CDE}" type="presParOf" srcId="{E3D92F3E-62CB-4307-BED6-27CFA2BB2F74}" destId="{B604E963-7ABB-4822-BEC1-D7564930F593}" srcOrd="6" destOrd="0" presId="urn:microsoft.com/office/officeart/2009/3/layout/StepUpProcess"/>
    <dgm:cxn modelId="{1D8A9F8F-927C-4A6E-9049-B1D9266F229F}" type="presParOf" srcId="{B604E963-7ABB-4822-BEC1-D7564930F593}" destId="{12073268-0D83-4E64-9D8B-7D8F64297EF5}" srcOrd="0" destOrd="0" presId="urn:microsoft.com/office/officeart/2009/3/layout/StepUpProcess"/>
    <dgm:cxn modelId="{0F60AC78-133A-4AFD-B831-EAC70AF210BA}" type="presParOf" srcId="{B604E963-7ABB-4822-BEC1-D7564930F593}" destId="{0F2185DF-9454-45D0-B71B-CCAC501F4753}" srcOrd="1" destOrd="0" presId="urn:microsoft.com/office/officeart/2009/3/layout/StepUpProcess"/>
    <dgm:cxn modelId="{BE0B64C2-93B2-4829-B795-151BE86FEC74}" type="presParOf" srcId="{B604E963-7ABB-4822-BEC1-D7564930F593}" destId="{5DDCFF8E-6EE6-4F6B-9D6F-7A8882EA2BAE}" srcOrd="2" destOrd="0" presId="urn:microsoft.com/office/officeart/2009/3/layout/StepUpProcess"/>
    <dgm:cxn modelId="{736D6855-A59B-48A0-881F-F50A53E48C29}" type="presParOf" srcId="{E3D92F3E-62CB-4307-BED6-27CFA2BB2F74}" destId="{10862C9B-0A29-41F3-B447-AAD9EA7B314D}" srcOrd="7" destOrd="0" presId="urn:microsoft.com/office/officeart/2009/3/layout/StepUpProcess"/>
    <dgm:cxn modelId="{9ABF0C38-57CB-48C3-8D4C-0AD4162042EF}" type="presParOf" srcId="{10862C9B-0A29-41F3-B447-AAD9EA7B314D}" destId="{10F187C3-3558-4E50-94A3-3D4843CAECEB}" srcOrd="0" destOrd="0" presId="urn:microsoft.com/office/officeart/2009/3/layout/StepUpProcess"/>
    <dgm:cxn modelId="{ACBE7D66-518F-4F1C-947D-53A3E4EFDA41}" type="presParOf" srcId="{E3D92F3E-62CB-4307-BED6-27CFA2BB2F74}" destId="{22936F92-C4F8-472A-9E7F-2D024E423AF4}" srcOrd="8" destOrd="0" presId="urn:microsoft.com/office/officeart/2009/3/layout/StepUpProcess"/>
    <dgm:cxn modelId="{D0B26426-AFE6-40D4-BC8E-EB8DDDC9E044}" type="presParOf" srcId="{22936F92-C4F8-472A-9E7F-2D024E423AF4}" destId="{6111FCB1-68D8-4486-85C0-78BD4004CD6D}" srcOrd="0" destOrd="0" presId="urn:microsoft.com/office/officeart/2009/3/layout/StepUpProcess"/>
    <dgm:cxn modelId="{DEC88AB6-A2B5-4217-89AF-8219201C4B40}" type="presParOf" srcId="{22936F92-C4F8-472A-9E7F-2D024E423AF4}" destId="{DEEE5754-EF83-4D0E-A764-294E153ABD87}" srcOrd="1" destOrd="0" presId="urn:microsoft.com/office/officeart/2009/3/layout/StepUpProcess"/>
    <dgm:cxn modelId="{08E9143F-3E7B-4337-BFAF-D018BCEED515}" type="presParOf" srcId="{22936F92-C4F8-472A-9E7F-2D024E423AF4}" destId="{F5455D6D-424F-4227-9453-E7D05B60470B}" srcOrd="2" destOrd="0" presId="urn:microsoft.com/office/officeart/2009/3/layout/StepUpProcess"/>
    <dgm:cxn modelId="{6B776649-98F0-41B8-A678-FED03BDBC9BD}" type="presParOf" srcId="{E3D92F3E-62CB-4307-BED6-27CFA2BB2F74}" destId="{94C7D23C-2085-4ECD-A3F4-C55618DA93CD}" srcOrd="9" destOrd="0" presId="urn:microsoft.com/office/officeart/2009/3/layout/StepUpProcess"/>
    <dgm:cxn modelId="{EDEFECB5-CC34-407A-B0CC-5A0D5DA3ABCE}" type="presParOf" srcId="{94C7D23C-2085-4ECD-A3F4-C55618DA93CD}" destId="{791F8CF2-105A-4F01-BF84-E82E99963B14}" srcOrd="0" destOrd="0" presId="urn:microsoft.com/office/officeart/2009/3/layout/StepUpProcess"/>
    <dgm:cxn modelId="{85BF4EC3-9384-4A00-AC9A-450D9438908F}" type="presParOf" srcId="{E3D92F3E-62CB-4307-BED6-27CFA2BB2F74}" destId="{B05F28C9-5CCD-42A5-8AF4-4DFC5E0E89E8}" srcOrd="10" destOrd="0" presId="urn:microsoft.com/office/officeart/2009/3/layout/StepUpProcess"/>
    <dgm:cxn modelId="{C277D718-4AFF-43CA-8428-73887713C44B}" type="presParOf" srcId="{B05F28C9-5CCD-42A5-8AF4-4DFC5E0E89E8}" destId="{591DCB5A-D992-498A-B505-D73FFAE35315}" srcOrd="0" destOrd="0" presId="urn:microsoft.com/office/officeart/2009/3/layout/StepUpProcess"/>
    <dgm:cxn modelId="{93DBE6AA-C03A-4C05-B101-03F67635877B}" type="presParOf" srcId="{B05F28C9-5CCD-42A5-8AF4-4DFC5E0E89E8}" destId="{6D0D5963-EF59-400A-AADE-1D651ADCF599}" srcOrd="1" destOrd="0" presId="urn:microsoft.com/office/officeart/2009/3/layout/StepUpProcess"/>
    <dgm:cxn modelId="{926C283A-03B7-406F-9D2D-DABE23717648}" type="presParOf" srcId="{B05F28C9-5CCD-42A5-8AF4-4DFC5E0E89E8}" destId="{A765C166-259A-4C25-9771-B002D4FCD973}" srcOrd="2" destOrd="0" presId="urn:microsoft.com/office/officeart/2009/3/layout/StepUpProcess"/>
    <dgm:cxn modelId="{43AB7823-1BEF-4C3B-AB3F-218818079DA1}" type="presParOf" srcId="{E3D92F3E-62CB-4307-BED6-27CFA2BB2F74}" destId="{856FD1BA-6BA3-4C66-8EC6-402C63640FC4}" srcOrd="11" destOrd="0" presId="urn:microsoft.com/office/officeart/2009/3/layout/StepUpProcess"/>
    <dgm:cxn modelId="{030B52FE-A2C9-4D28-A66A-96B379BA5612}" type="presParOf" srcId="{856FD1BA-6BA3-4C66-8EC6-402C63640FC4}" destId="{910CA2AE-CB0E-4E15-B057-A104362003A0}" srcOrd="0" destOrd="0" presId="urn:microsoft.com/office/officeart/2009/3/layout/StepUpProcess"/>
    <dgm:cxn modelId="{7440F121-0FC6-4380-963B-18C442E1FFFD}" type="presParOf" srcId="{E3D92F3E-62CB-4307-BED6-27CFA2BB2F74}" destId="{774C4A1B-23C8-43E4-B149-21A24B1DE65F}" srcOrd="12" destOrd="0" presId="urn:microsoft.com/office/officeart/2009/3/layout/StepUpProcess"/>
    <dgm:cxn modelId="{C52B41C3-6A98-4FA5-BBC3-AF51C0D3D1A9}" type="presParOf" srcId="{774C4A1B-23C8-43E4-B149-21A24B1DE65F}" destId="{F216D3DA-34D2-41BA-A472-56DC7B0779C6}" srcOrd="0" destOrd="0" presId="urn:microsoft.com/office/officeart/2009/3/layout/StepUpProcess"/>
    <dgm:cxn modelId="{6D266C2E-276F-4587-9CD5-022F69CE8230}" type="presParOf" srcId="{774C4A1B-23C8-43E4-B149-21A24B1DE65F}" destId="{22C2A940-C1F5-484D-89A1-C43BE20EB0A7}" srcOrd="1" destOrd="0" presId="urn:microsoft.com/office/officeart/2009/3/layout/StepUpProcess"/>
    <dgm:cxn modelId="{A38F6DE8-6651-4E86-A3B8-56159002B5BE}" type="presParOf" srcId="{774C4A1B-23C8-43E4-B149-21A24B1DE65F}" destId="{799C5B97-403C-4DB5-9403-CFE65E097E2F}" srcOrd="2" destOrd="0" presId="urn:microsoft.com/office/officeart/2009/3/layout/StepUpProcess"/>
    <dgm:cxn modelId="{D20606A7-1AD4-4830-9F7F-E0FE794B5B89}" type="presParOf" srcId="{E3D92F3E-62CB-4307-BED6-27CFA2BB2F74}" destId="{C03CBD41-B429-4DE4-BACC-06CCD8DF25A8}" srcOrd="13" destOrd="0" presId="urn:microsoft.com/office/officeart/2009/3/layout/StepUpProcess"/>
    <dgm:cxn modelId="{33B0B4D6-154E-4311-8CA3-540653B90DD2}" type="presParOf" srcId="{C03CBD41-B429-4DE4-BACC-06CCD8DF25A8}" destId="{943487D8-2708-44E8-B370-65A26CF3114A}" srcOrd="0" destOrd="0" presId="urn:microsoft.com/office/officeart/2009/3/layout/StepUpProcess"/>
    <dgm:cxn modelId="{6FF85850-4ECB-4C79-966E-14B57A3B5A67}" type="presParOf" srcId="{E3D92F3E-62CB-4307-BED6-27CFA2BB2F74}" destId="{78A3EF5B-2F9E-4463-A175-485FF7BC824B}" srcOrd="14" destOrd="0" presId="urn:microsoft.com/office/officeart/2009/3/layout/StepUpProcess"/>
    <dgm:cxn modelId="{4A27785B-6435-4D10-A26C-80DCA7D09B95}" type="presParOf" srcId="{78A3EF5B-2F9E-4463-A175-485FF7BC824B}" destId="{C9523CD6-7A91-4AB2-93A3-EE870DA509B2}" srcOrd="0" destOrd="0" presId="urn:microsoft.com/office/officeart/2009/3/layout/StepUpProcess"/>
    <dgm:cxn modelId="{471EE3A7-6A34-4F37-A4C5-92FF5BD2E98F}" type="presParOf" srcId="{78A3EF5B-2F9E-4463-A175-485FF7BC824B}" destId="{11C43A8A-0B93-4C88-A535-39D66292A278}"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0EB61-CF09-4708-A410-1E893A9D2A4A}">
      <dsp:nvSpPr>
        <dsp:cNvPr id="0" name=""/>
        <dsp:cNvSpPr/>
      </dsp:nvSpPr>
      <dsp:spPr>
        <a:xfrm rot="5400000">
          <a:off x="269147" y="3123363"/>
          <a:ext cx="796557" cy="1325454"/>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3F2C90-8CE8-40C5-8AE6-1310F099689C}">
      <dsp:nvSpPr>
        <dsp:cNvPr id="0" name=""/>
        <dsp:cNvSpPr/>
      </dsp:nvSpPr>
      <dsp:spPr>
        <a:xfrm>
          <a:off x="136182" y="3519388"/>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t>100-c contactor built in Switzerland plant </a:t>
          </a:r>
        </a:p>
        <a:p>
          <a:pPr marL="0" lvl="0" indent="0" algn="l" defTabSz="622300">
            <a:lnSpc>
              <a:spcPct val="90000"/>
            </a:lnSpc>
            <a:spcBef>
              <a:spcPct val="0"/>
            </a:spcBef>
            <a:spcAft>
              <a:spcPts val="1200"/>
            </a:spcAft>
            <a:buNone/>
          </a:pPr>
          <a:r>
            <a:rPr lang="en-US" sz="1400" kern="1200">
              <a:latin typeface="Barlow Medium" panose="00000600000000000000" pitchFamily="2" charset="0"/>
            </a:rPr>
            <a:t>Partially automated process</a:t>
          </a:r>
        </a:p>
      </dsp:txBody>
      <dsp:txXfrm>
        <a:off x="136182" y="3519388"/>
        <a:ext cx="1196627" cy="1048914"/>
      </dsp:txXfrm>
    </dsp:sp>
    <dsp:sp modelId="{A101713D-BA91-432C-B83C-DE5CF4F51732}">
      <dsp:nvSpPr>
        <dsp:cNvPr id="0" name=""/>
        <dsp:cNvSpPr/>
      </dsp:nvSpPr>
      <dsp:spPr>
        <a:xfrm>
          <a:off x="1107031" y="3025781"/>
          <a:ext cx="225778" cy="225778"/>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0DE162-45AC-4317-B021-C0B8F6CEE9C4}">
      <dsp:nvSpPr>
        <dsp:cNvPr id="0" name=""/>
        <dsp:cNvSpPr/>
      </dsp:nvSpPr>
      <dsp:spPr>
        <a:xfrm rot="5400000">
          <a:off x="1734053" y="2760870"/>
          <a:ext cx="796557" cy="1325454"/>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F498DA-437F-4EB6-9D56-CB4E8789047F}">
      <dsp:nvSpPr>
        <dsp:cNvPr id="0" name=""/>
        <dsp:cNvSpPr/>
      </dsp:nvSpPr>
      <dsp:spPr>
        <a:xfrm>
          <a:off x="1601088" y="3156895"/>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dirty="0"/>
            <a:t>MKE showcase project initiated </a:t>
          </a:r>
        </a:p>
        <a:p>
          <a:pPr marL="0" lvl="0" indent="0" algn="l" defTabSz="622300">
            <a:lnSpc>
              <a:spcPct val="90000"/>
            </a:lnSpc>
            <a:spcBef>
              <a:spcPct val="0"/>
            </a:spcBef>
            <a:spcAft>
              <a:spcPts val="1200"/>
            </a:spcAft>
            <a:buNone/>
          </a:pPr>
          <a:r>
            <a:rPr lang="en-US" sz="1250" kern="1200" dirty="0">
              <a:latin typeface="Barlow Medium" panose="00000600000000000000" pitchFamily="2" charset="0"/>
            </a:rPr>
            <a:t>Design &amp; virtual commissioning with E3D</a:t>
          </a:r>
        </a:p>
      </dsp:txBody>
      <dsp:txXfrm>
        <a:off x="1601088" y="3156895"/>
        <a:ext cx="1196627" cy="1048914"/>
      </dsp:txXfrm>
    </dsp:sp>
    <dsp:sp modelId="{CF4EACC1-3AE4-4F96-A371-3EDB8BB15884}">
      <dsp:nvSpPr>
        <dsp:cNvPr id="0" name=""/>
        <dsp:cNvSpPr/>
      </dsp:nvSpPr>
      <dsp:spPr>
        <a:xfrm>
          <a:off x="2571937" y="2663289"/>
          <a:ext cx="225778" cy="225778"/>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D8A47A-B5A7-44E7-855E-016BD026C4CB}">
      <dsp:nvSpPr>
        <dsp:cNvPr id="0" name=""/>
        <dsp:cNvSpPr/>
      </dsp:nvSpPr>
      <dsp:spPr>
        <a:xfrm rot="5400000">
          <a:off x="3198959" y="2398378"/>
          <a:ext cx="796557" cy="1325454"/>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839308-9353-4BB3-A145-1ADBF3ABDB80}">
      <dsp:nvSpPr>
        <dsp:cNvPr id="0" name=""/>
        <dsp:cNvSpPr/>
      </dsp:nvSpPr>
      <dsp:spPr>
        <a:xfrm>
          <a:off x="3065994" y="2794403"/>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Fully automated line launched</a:t>
          </a:r>
        </a:p>
        <a:p>
          <a:pPr marL="0" lvl="0" indent="0" algn="l" defTabSz="622300">
            <a:lnSpc>
              <a:spcPct val="90000"/>
            </a:lnSpc>
            <a:spcBef>
              <a:spcPct val="0"/>
            </a:spcBef>
            <a:spcAft>
              <a:spcPts val="1200"/>
            </a:spcAft>
            <a:buNone/>
          </a:pPr>
          <a:r>
            <a:rPr lang="en-US" sz="1400" kern="1200"/>
            <a:t>Footprint optimization</a:t>
          </a:r>
        </a:p>
        <a:p>
          <a:pPr marL="0" lvl="0" indent="0" algn="l" defTabSz="622300">
            <a:lnSpc>
              <a:spcPct val="90000"/>
            </a:lnSpc>
            <a:spcBef>
              <a:spcPct val="0"/>
            </a:spcBef>
            <a:spcAft>
              <a:spcPts val="1200"/>
            </a:spcAft>
            <a:buNone/>
          </a:pPr>
          <a:r>
            <a:rPr lang="en-US" sz="1400" kern="1200"/>
            <a:t>MES integrated with controls</a:t>
          </a:r>
        </a:p>
        <a:p>
          <a:pPr marL="0" lvl="0" indent="0" algn="l" defTabSz="622300">
            <a:lnSpc>
              <a:spcPct val="90000"/>
            </a:lnSpc>
            <a:spcBef>
              <a:spcPct val="0"/>
            </a:spcBef>
            <a:spcAft>
              <a:spcPts val="1200"/>
            </a:spcAft>
            <a:buNone/>
          </a:pPr>
          <a:r>
            <a:rPr lang="en-US" sz="1400" kern="1200"/>
            <a:t>70% labor reduction</a:t>
          </a:r>
        </a:p>
      </dsp:txBody>
      <dsp:txXfrm>
        <a:off x="3065994" y="2794403"/>
        <a:ext cx="1196627" cy="1048914"/>
      </dsp:txXfrm>
    </dsp:sp>
    <dsp:sp modelId="{1683B2D0-7C7B-455B-91D7-A661B76FECBC}">
      <dsp:nvSpPr>
        <dsp:cNvPr id="0" name=""/>
        <dsp:cNvSpPr/>
      </dsp:nvSpPr>
      <dsp:spPr>
        <a:xfrm>
          <a:off x="4036843" y="2300796"/>
          <a:ext cx="225778" cy="225778"/>
        </a:xfrm>
        <a:prstGeom prst="triangle">
          <a:avLst>
            <a:gd name="adj" fmla="val 10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073268-0D83-4E64-9D8B-7D8F64297EF5}">
      <dsp:nvSpPr>
        <dsp:cNvPr id="0" name=""/>
        <dsp:cNvSpPr/>
      </dsp:nvSpPr>
      <dsp:spPr>
        <a:xfrm rot="5400000">
          <a:off x="4663865" y="2035885"/>
          <a:ext cx="796557" cy="1325454"/>
        </a:xfrm>
        <a:prstGeom prst="corner">
          <a:avLst>
            <a:gd name="adj1" fmla="val 16120"/>
            <a:gd name="adj2" fmla="val 1611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2185DF-9454-45D0-B71B-CCAC501F4753}">
      <dsp:nvSpPr>
        <dsp:cNvPr id="0" name=""/>
        <dsp:cNvSpPr/>
      </dsp:nvSpPr>
      <dsp:spPr>
        <a:xfrm>
          <a:off x="4530900" y="2431911"/>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foundation: IIoT data integration </a:t>
          </a:r>
        </a:p>
        <a:p>
          <a:pPr marL="0" lvl="0" indent="0" algn="l" defTabSz="622300">
            <a:lnSpc>
              <a:spcPct val="90000"/>
            </a:lnSpc>
            <a:spcBef>
              <a:spcPct val="0"/>
            </a:spcBef>
            <a:spcAft>
              <a:spcPts val="1200"/>
            </a:spcAft>
            <a:buNone/>
          </a:pPr>
          <a:r>
            <a:rPr lang="en-US" sz="1400" kern="1200"/>
            <a:t>Smart objects</a:t>
          </a:r>
        </a:p>
        <a:p>
          <a:pPr marL="0" lvl="0" indent="0" algn="l" defTabSz="622300">
            <a:lnSpc>
              <a:spcPct val="90000"/>
            </a:lnSpc>
            <a:spcBef>
              <a:spcPct val="0"/>
            </a:spcBef>
            <a:spcAft>
              <a:spcPts val="1200"/>
            </a:spcAft>
            <a:buNone/>
          </a:pPr>
          <a:r>
            <a:rPr lang="en-US" sz="1400" kern="1200"/>
            <a:t>FT Edge Gateway </a:t>
          </a:r>
        </a:p>
        <a:p>
          <a:pPr marL="0" lvl="0" indent="0" algn="l" defTabSz="622300">
            <a:lnSpc>
              <a:spcPct val="90000"/>
            </a:lnSpc>
            <a:spcBef>
              <a:spcPct val="0"/>
            </a:spcBef>
            <a:spcAft>
              <a:spcPts val="1200"/>
            </a:spcAft>
            <a:buNone/>
          </a:pPr>
          <a:r>
            <a:rPr lang="en-US" sz="1400" kern="1200"/>
            <a:t>ThingWorx </a:t>
          </a:r>
        </a:p>
        <a:p>
          <a:pPr marL="0" lvl="0" indent="0" algn="l" defTabSz="622300">
            <a:lnSpc>
              <a:spcPct val="90000"/>
            </a:lnSpc>
            <a:spcBef>
              <a:spcPct val="0"/>
            </a:spcBef>
            <a:spcAft>
              <a:spcPts val="1200"/>
            </a:spcAft>
            <a:buNone/>
          </a:pPr>
          <a:r>
            <a:rPr lang="en-US" sz="1400" kern="1200"/>
            <a:t>FT View Heat Map</a:t>
          </a:r>
        </a:p>
      </dsp:txBody>
      <dsp:txXfrm>
        <a:off x="4530900" y="2431911"/>
        <a:ext cx="1196627" cy="1048914"/>
      </dsp:txXfrm>
    </dsp:sp>
    <dsp:sp modelId="{5DDCFF8E-6EE6-4F6B-9D6F-7A8882EA2BAE}">
      <dsp:nvSpPr>
        <dsp:cNvPr id="0" name=""/>
        <dsp:cNvSpPr/>
      </dsp:nvSpPr>
      <dsp:spPr>
        <a:xfrm>
          <a:off x="5501749" y="1938304"/>
          <a:ext cx="225778" cy="225778"/>
        </a:xfrm>
        <a:prstGeom prst="triangle">
          <a:avLst>
            <a:gd name="adj" fmla="val 100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11FCB1-68D8-4486-85C0-78BD4004CD6D}">
      <dsp:nvSpPr>
        <dsp:cNvPr id="0" name=""/>
        <dsp:cNvSpPr/>
      </dsp:nvSpPr>
      <dsp:spPr>
        <a:xfrm rot="5400000">
          <a:off x="6128771" y="1673393"/>
          <a:ext cx="796557" cy="1325454"/>
        </a:xfrm>
        <a:prstGeom prst="corner">
          <a:avLst>
            <a:gd name="adj1" fmla="val 16120"/>
            <a:gd name="adj2" fmla="val 1611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EE5754-EF83-4D0E-A764-294E153ABD87}">
      <dsp:nvSpPr>
        <dsp:cNvPr id="0" name=""/>
        <dsp:cNvSpPr/>
      </dsp:nvSpPr>
      <dsp:spPr>
        <a:xfrm>
          <a:off x="5995806" y="2069418"/>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Preventive maintenance &amp; spare parts management </a:t>
          </a:r>
        </a:p>
        <a:p>
          <a:pPr marL="0" lvl="0" indent="0" algn="l" defTabSz="622300">
            <a:lnSpc>
              <a:spcPct val="90000"/>
            </a:lnSpc>
            <a:spcBef>
              <a:spcPct val="0"/>
            </a:spcBef>
            <a:spcAft>
              <a:spcPts val="1200"/>
            </a:spcAft>
            <a:buNone/>
          </a:pPr>
          <a:r>
            <a:rPr lang="en-US" sz="1400" kern="1200">
              <a:latin typeface="+mj-lt"/>
            </a:rPr>
            <a:t>Fiix CMMS deployed </a:t>
          </a:r>
        </a:p>
      </dsp:txBody>
      <dsp:txXfrm>
        <a:off x="5995806" y="2069418"/>
        <a:ext cx="1196627" cy="1048914"/>
      </dsp:txXfrm>
    </dsp:sp>
    <dsp:sp modelId="{F5455D6D-424F-4227-9453-E7D05B60470B}">
      <dsp:nvSpPr>
        <dsp:cNvPr id="0" name=""/>
        <dsp:cNvSpPr/>
      </dsp:nvSpPr>
      <dsp:spPr>
        <a:xfrm>
          <a:off x="6966654" y="1575811"/>
          <a:ext cx="225778" cy="225778"/>
        </a:xfrm>
        <a:prstGeom prst="triangle">
          <a:avLst>
            <a:gd name="adj" fmla="val 1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1DCB5A-D992-498A-B505-D73FFAE35315}">
      <dsp:nvSpPr>
        <dsp:cNvPr id="0" name=""/>
        <dsp:cNvSpPr/>
      </dsp:nvSpPr>
      <dsp:spPr>
        <a:xfrm rot="5400000">
          <a:off x="7593677" y="1310900"/>
          <a:ext cx="796557" cy="1325454"/>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0D5963-EF59-400A-AADE-1D651ADCF599}">
      <dsp:nvSpPr>
        <dsp:cNvPr id="0" name=""/>
        <dsp:cNvSpPr/>
      </dsp:nvSpPr>
      <dsp:spPr>
        <a:xfrm>
          <a:off x="7460712" y="1706926"/>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OEE Monitoring </a:t>
          </a:r>
        </a:p>
        <a:p>
          <a:pPr marL="0" lvl="0" indent="0" algn="l" defTabSz="622300">
            <a:lnSpc>
              <a:spcPct val="90000"/>
            </a:lnSpc>
            <a:spcBef>
              <a:spcPct val="0"/>
            </a:spcBef>
            <a:spcAft>
              <a:spcPts val="1200"/>
            </a:spcAft>
            <a:buNone/>
          </a:pPr>
          <a:r>
            <a:rPr lang="en-US" sz="1400" kern="1200"/>
            <a:t>Enhanced smart objects</a:t>
          </a:r>
        </a:p>
        <a:p>
          <a:pPr marL="0" lvl="0" indent="0" algn="l" defTabSz="622300">
            <a:lnSpc>
              <a:spcPct val="90000"/>
            </a:lnSpc>
            <a:spcBef>
              <a:spcPct val="0"/>
            </a:spcBef>
            <a:spcAft>
              <a:spcPts val="1200"/>
            </a:spcAft>
            <a:buNone/>
          </a:pPr>
          <a:r>
            <a:rPr lang="en-US" sz="1400" kern="1200"/>
            <a:t>Detailed fault/OEE reporting</a:t>
          </a:r>
        </a:p>
        <a:p>
          <a:pPr marL="0" lvl="0" indent="0" algn="l" defTabSz="622300">
            <a:lnSpc>
              <a:spcPct val="90000"/>
            </a:lnSpc>
            <a:spcBef>
              <a:spcPct val="0"/>
            </a:spcBef>
            <a:spcAft>
              <a:spcPts val="1200"/>
            </a:spcAft>
            <a:buNone/>
          </a:pPr>
          <a:r>
            <a:rPr lang="en-US" sz="1400" kern="1200"/>
            <a:t>Improvement actions driven by insights</a:t>
          </a:r>
        </a:p>
      </dsp:txBody>
      <dsp:txXfrm>
        <a:off x="7460712" y="1706926"/>
        <a:ext cx="1196627" cy="1048914"/>
      </dsp:txXfrm>
    </dsp:sp>
    <dsp:sp modelId="{A765C166-259A-4C25-9771-B002D4FCD973}">
      <dsp:nvSpPr>
        <dsp:cNvPr id="0" name=""/>
        <dsp:cNvSpPr/>
      </dsp:nvSpPr>
      <dsp:spPr>
        <a:xfrm>
          <a:off x="8431560" y="1213319"/>
          <a:ext cx="225778" cy="225778"/>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16D3DA-34D2-41BA-A472-56DC7B0779C6}">
      <dsp:nvSpPr>
        <dsp:cNvPr id="0" name=""/>
        <dsp:cNvSpPr/>
      </dsp:nvSpPr>
      <dsp:spPr>
        <a:xfrm rot="5400000">
          <a:off x="9058583" y="948408"/>
          <a:ext cx="796557" cy="1325454"/>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C2A940-C1F5-484D-89A1-C43BE20EB0A7}">
      <dsp:nvSpPr>
        <dsp:cNvPr id="0" name=""/>
        <dsp:cNvSpPr/>
      </dsp:nvSpPr>
      <dsp:spPr>
        <a:xfrm>
          <a:off x="8925617" y="1344433"/>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OEE Proactive Optimization  </a:t>
          </a:r>
          <a:endParaRPr lang="en-US" sz="1400" kern="1200"/>
        </a:p>
        <a:p>
          <a:pPr marL="0" lvl="0" indent="0" algn="l" defTabSz="622300">
            <a:lnSpc>
              <a:spcPct val="90000"/>
            </a:lnSpc>
            <a:spcBef>
              <a:spcPct val="0"/>
            </a:spcBef>
            <a:spcAft>
              <a:spcPts val="1200"/>
            </a:spcAft>
            <a:buNone/>
          </a:pPr>
          <a:r>
            <a:rPr lang="en-US" sz="1400" kern="1200"/>
            <a:t>DataMosaix Energy Manager</a:t>
          </a:r>
        </a:p>
        <a:p>
          <a:pPr marL="0" lvl="0" indent="0" algn="l" defTabSz="622300">
            <a:lnSpc>
              <a:spcPct val="90000"/>
            </a:lnSpc>
            <a:spcBef>
              <a:spcPct val="0"/>
            </a:spcBef>
            <a:spcAft>
              <a:spcPts val="1200"/>
            </a:spcAft>
            <a:buNone/>
          </a:pPr>
          <a:r>
            <a:rPr lang="en-US" sz="1400" kern="1200"/>
            <a:t>Feeder monitoring</a:t>
          </a:r>
        </a:p>
        <a:p>
          <a:pPr marL="0" lvl="0" indent="0" algn="l" defTabSz="622300">
            <a:lnSpc>
              <a:spcPct val="90000"/>
            </a:lnSpc>
            <a:spcBef>
              <a:spcPct val="0"/>
            </a:spcBef>
            <a:spcAft>
              <a:spcPts val="1200"/>
            </a:spcAft>
            <a:buNone/>
          </a:pPr>
          <a:r>
            <a:rPr lang="en-US" sz="1400" kern="1200"/>
            <a:t>Vision AI deployment</a:t>
          </a:r>
        </a:p>
      </dsp:txBody>
      <dsp:txXfrm>
        <a:off x="8925617" y="1344433"/>
        <a:ext cx="1196627" cy="1048914"/>
      </dsp:txXfrm>
    </dsp:sp>
    <dsp:sp modelId="{799C5B97-403C-4DB5-9403-CFE65E097E2F}">
      <dsp:nvSpPr>
        <dsp:cNvPr id="0" name=""/>
        <dsp:cNvSpPr/>
      </dsp:nvSpPr>
      <dsp:spPr>
        <a:xfrm>
          <a:off x="9896466" y="850827"/>
          <a:ext cx="225778" cy="225778"/>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23CD6-7A91-4AB2-93A3-EE870DA509B2}">
      <dsp:nvSpPr>
        <dsp:cNvPr id="0" name=""/>
        <dsp:cNvSpPr/>
      </dsp:nvSpPr>
      <dsp:spPr>
        <a:xfrm rot="5400000">
          <a:off x="10523489" y="585916"/>
          <a:ext cx="796557" cy="1325454"/>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C43A8A-0B93-4C88-A535-39D66292A278}">
      <dsp:nvSpPr>
        <dsp:cNvPr id="0" name=""/>
        <dsp:cNvSpPr/>
      </dsp:nvSpPr>
      <dsp:spPr>
        <a:xfrm>
          <a:off x="10390523" y="981941"/>
          <a:ext cx="1196627" cy="1048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a:t>
          </a:r>
        </a:p>
        <a:p>
          <a:pPr marL="0" lvl="0" indent="0" algn="l" defTabSz="622300">
            <a:lnSpc>
              <a:spcPct val="90000"/>
            </a:lnSpc>
            <a:spcBef>
              <a:spcPct val="0"/>
            </a:spcBef>
            <a:spcAft>
              <a:spcPts val="1200"/>
            </a:spcAft>
            <a:buNone/>
          </a:pPr>
          <a:r>
            <a:rPr lang="en-US" sz="1400" kern="1200"/>
            <a:t>Scaling Vision AI </a:t>
          </a:r>
        </a:p>
        <a:p>
          <a:pPr marL="0" lvl="0" indent="0" algn="l" defTabSz="622300">
            <a:lnSpc>
              <a:spcPct val="90000"/>
            </a:lnSpc>
            <a:spcBef>
              <a:spcPct val="0"/>
            </a:spcBef>
            <a:spcAft>
              <a:spcPts val="1200"/>
            </a:spcAft>
            <a:buNone/>
          </a:pPr>
          <a:r>
            <a:rPr lang="en-US" sz="1400" kern="1200"/>
            <a:t>DataMosaix advanced analytics and agentic AI</a:t>
          </a:r>
        </a:p>
      </dsp:txBody>
      <dsp:txXfrm>
        <a:off x="10390523" y="981941"/>
        <a:ext cx="1196627" cy="10489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0EB61-CF09-4708-A410-1E893A9D2A4A}">
      <dsp:nvSpPr>
        <dsp:cNvPr id="0" name=""/>
        <dsp:cNvSpPr/>
      </dsp:nvSpPr>
      <dsp:spPr>
        <a:xfrm rot="5400000">
          <a:off x="241087" y="2551487"/>
          <a:ext cx="723043" cy="1203128"/>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3F2C90-8CE8-40C5-8AE6-1310F099689C}">
      <dsp:nvSpPr>
        <dsp:cNvPr id="0" name=""/>
        <dsp:cNvSpPr/>
      </dsp:nvSpPr>
      <dsp:spPr>
        <a:xfrm>
          <a:off x="120393" y="2910964"/>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t>100-c contactor built in Switzerland plant </a:t>
          </a:r>
        </a:p>
        <a:p>
          <a:pPr marL="0" lvl="0" indent="0" algn="l" defTabSz="622300">
            <a:lnSpc>
              <a:spcPct val="90000"/>
            </a:lnSpc>
            <a:spcBef>
              <a:spcPct val="0"/>
            </a:spcBef>
            <a:spcAft>
              <a:spcPts val="1200"/>
            </a:spcAft>
            <a:buNone/>
          </a:pPr>
          <a:r>
            <a:rPr lang="en-US" sz="1400" kern="1200">
              <a:latin typeface="Barlow Medium" panose="00000600000000000000" pitchFamily="2" charset="0"/>
            </a:rPr>
            <a:t>Partially automated process</a:t>
          </a:r>
        </a:p>
      </dsp:txBody>
      <dsp:txXfrm>
        <a:off x="120393" y="2910964"/>
        <a:ext cx="1086191" cy="952110"/>
      </dsp:txXfrm>
    </dsp:sp>
    <dsp:sp modelId="{A101713D-BA91-432C-B83C-DE5CF4F51732}">
      <dsp:nvSpPr>
        <dsp:cNvPr id="0" name=""/>
        <dsp:cNvSpPr/>
      </dsp:nvSpPr>
      <dsp:spPr>
        <a:xfrm>
          <a:off x="1001642" y="2462912"/>
          <a:ext cx="204941" cy="204941"/>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0DE162-45AC-4317-B021-C0B8F6CEE9C4}">
      <dsp:nvSpPr>
        <dsp:cNvPr id="0" name=""/>
        <dsp:cNvSpPr/>
      </dsp:nvSpPr>
      <dsp:spPr>
        <a:xfrm rot="5400000">
          <a:off x="1570797" y="2222449"/>
          <a:ext cx="723043" cy="1203128"/>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F498DA-437F-4EB6-9D56-CB4E8789047F}">
      <dsp:nvSpPr>
        <dsp:cNvPr id="0" name=""/>
        <dsp:cNvSpPr/>
      </dsp:nvSpPr>
      <dsp:spPr>
        <a:xfrm>
          <a:off x="1450103" y="2581925"/>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t>MKE showcase project initiated </a:t>
          </a:r>
        </a:p>
        <a:p>
          <a:pPr marL="0" lvl="0" indent="0" algn="l" defTabSz="622300">
            <a:lnSpc>
              <a:spcPct val="90000"/>
            </a:lnSpc>
            <a:spcBef>
              <a:spcPct val="0"/>
            </a:spcBef>
            <a:spcAft>
              <a:spcPts val="1200"/>
            </a:spcAft>
            <a:buNone/>
          </a:pPr>
          <a:r>
            <a:rPr lang="en-US" sz="1400" kern="1200">
              <a:latin typeface="Barlow Medium" panose="00000600000000000000" pitchFamily="2" charset="0"/>
            </a:rPr>
            <a:t>Design &amp; virtual commissioning with E3D</a:t>
          </a:r>
        </a:p>
      </dsp:txBody>
      <dsp:txXfrm>
        <a:off x="1450103" y="2581925"/>
        <a:ext cx="1086191" cy="952110"/>
      </dsp:txXfrm>
    </dsp:sp>
    <dsp:sp modelId="{CF4EACC1-3AE4-4F96-A371-3EDB8BB15884}">
      <dsp:nvSpPr>
        <dsp:cNvPr id="0" name=""/>
        <dsp:cNvSpPr/>
      </dsp:nvSpPr>
      <dsp:spPr>
        <a:xfrm>
          <a:off x="2331352" y="2133874"/>
          <a:ext cx="204941" cy="204941"/>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D8A47A-B5A7-44E7-855E-016BD026C4CB}">
      <dsp:nvSpPr>
        <dsp:cNvPr id="0" name=""/>
        <dsp:cNvSpPr/>
      </dsp:nvSpPr>
      <dsp:spPr>
        <a:xfrm rot="5400000">
          <a:off x="2900507" y="1893411"/>
          <a:ext cx="723043" cy="1203128"/>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839308-9353-4BB3-A145-1ADBF3ABDB80}">
      <dsp:nvSpPr>
        <dsp:cNvPr id="0" name=""/>
        <dsp:cNvSpPr/>
      </dsp:nvSpPr>
      <dsp:spPr>
        <a:xfrm>
          <a:off x="2779813" y="2252887"/>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Fully automated line launched</a:t>
          </a:r>
        </a:p>
        <a:p>
          <a:pPr marL="0" lvl="0" indent="0" algn="l" defTabSz="622300">
            <a:lnSpc>
              <a:spcPct val="90000"/>
            </a:lnSpc>
            <a:spcBef>
              <a:spcPct val="0"/>
            </a:spcBef>
            <a:spcAft>
              <a:spcPts val="1200"/>
            </a:spcAft>
            <a:buNone/>
          </a:pPr>
          <a:r>
            <a:rPr lang="en-US" sz="1400" kern="1200"/>
            <a:t>Footprint optimization</a:t>
          </a:r>
        </a:p>
        <a:p>
          <a:pPr marL="0" lvl="0" indent="0" algn="l" defTabSz="622300">
            <a:lnSpc>
              <a:spcPct val="90000"/>
            </a:lnSpc>
            <a:spcBef>
              <a:spcPct val="0"/>
            </a:spcBef>
            <a:spcAft>
              <a:spcPts val="1200"/>
            </a:spcAft>
            <a:buNone/>
          </a:pPr>
          <a:r>
            <a:rPr lang="en-US" sz="1400" kern="1200"/>
            <a:t>MES integrated with controls</a:t>
          </a:r>
        </a:p>
        <a:p>
          <a:pPr marL="0" lvl="0" indent="0" algn="l" defTabSz="622300">
            <a:lnSpc>
              <a:spcPct val="90000"/>
            </a:lnSpc>
            <a:spcBef>
              <a:spcPct val="0"/>
            </a:spcBef>
            <a:spcAft>
              <a:spcPts val="1200"/>
            </a:spcAft>
            <a:buNone/>
          </a:pPr>
          <a:r>
            <a:rPr lang="en-US" sz="1400" kern="1200"/>
            <a:t>70% labor reduction</a:t>
          </a:r>
        </a:p>
      </dsp:txBody>
      <dsp:txXfrm>
        <a:off x="2779813" y="2252887"/>
        <a:ext cx="1086191" cy="952110"/>
      </dsp:txXfrm>
    </dsp:sp>
    <dsp:sp modelId="{1683B2D0-7C7B-455B-91D7-A661B76FECBC}">
      <dsp:nvSpPr>
        <dsp:cNvPr id="0" name=""/>
        <dsp:cNvSpPr/>
      </dsp:nvSpPr>
      <dsp:spPr>
        <a:xfrm>
          <a:off x="3661062" y="1804836"/>
          <a:ext cx="204941" cy="204941"/>
        </a:xfrm>
        <a:prstGeom prst="triangle">
          <a:avLst>
            <a:gd name="adj" fmla="val 10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073268-0D83-4E64-9D8B-7D8F64297EF5}">
      <dsp:nvSpPr>
        <dsp:cNvPr id="0" name=""/>
        <dsp:cNvSpPr/>
      </dsp:nvSpPr>
      <dsp:spPr>
        <a:xfrm rot="5400000">
          <a:off x="4230217" y="1564373"/>
          <a:ext cx="723043" cy="1203128"/>
        </a:xfrm>
        <a:prstGeom prst="corner">
          <a:avLst>
            <a:gd name="adj1" fmla="val 16120"/>
            <a:gd name="adj2" fmla="val 1611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2185DF-9454-45D0-B71B-CCAC501F4753}">
      <dsp:nvSpPr>
        <dsp:cNvPr id="0" name=""/>
        <dsp:cNvSpPr/>
      </dsp:nvSpPr>
      <dsp:spPr>
        <a:xfrm>
          <a:off x="4109523" y="1923849"/>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foundation: IIoT data integration </a:t>
          </a:r>
        </a:p>
        <a:p>
          <a:pPr marL="0" lvl="0" indent="0" algn="l" defTabSz="622300">
            <a:lnSpc>
              <a:spcPct val="90000"/>
            </a:lnSpc>
            <a:spcBef>
              <a:spcPct val="0"/>
            </a:spcBef>
            <a:spcAft>
              <a:spcPts val="1200"/>
            </a:spcAft>
            <a:buNone/>
          </a:pPr>
          <a:r>
            <a:rPr lang="en-US" sz="1400" kern="1200"/>
            <a:t>Smart objects</a:t>
          </a:r>
        </a:p>
        <a:p>
          <a:pPr marL="0" lvl="0" indent="0" algn="l" defTabSz="622300">
            <a:lnSpc>
              <a:spcPct val="90000"/>
            </a:lnSpc>
            <a:spcBef>
              <a:spcPct val="0"/>
            </a:spcBef>
            <a:spcAft>
              <a:spcPts val="1200"/>
            </a:spcAft>
            <a:buNone/>
          </a:pPr>
          <a:r>
            <a:rPr lang="en-US" sz="1400" kern="1200"/>
            <a:t>FT Edge Gateway </a:t>
          </a:r>
        </a:p>
        <a:p>
          <a:pPr marL="0" lvl="0" indent="0" algn="l" defTabSz="622300">
            <a:lnSpc>
              <a:spcPct val="90000"/>
            </a:lnSpc>
            <a:spcBef>
              <a:spcPct val="0"/>
            </a:spcBef>
            <a:spcAft>
              <a:spcPts val="1200"/>
            </a:spcAft>
            <a:buNone/>
          </a:pPr>
          <a:r>
            <a:rPr lang="en-US" sz="1400" kern="1200"/>
            <a:t>ThingWorx </a:t>
          </a:r>
        </a:p>
        <a:p>
          <a:pPr marL="0" lvl="0" indent="0" algn="l" defTabSz="622300">
            <a:lnSpc>
              <a:spcPct val="90000"/>
            </a:lnSpc>
            <a:spcBef>
              <a:spcPct val="0"/>
            </a:spcBef>
            <a:spcAft>
              <a:spcPts val="1200"/>
            </a:spcAft>
            <a:buNone/>
          </a:pPr>
          <a:r>
            <a:rPr lang="en-US" sz="1400" kern="1200"/>
            <a:t>FT View Heat Map</a:t>
          </a:r>
        </a:p>
      </dsp:txBody>
      <dsp:txXfrm>
        <a:off x="4109523" y="1923849"/>
        <a:ext cx="1086191" cy="952110"/>
      </dsp:txXfrm>
    </dsp:sp>
    <dsp:sp modelId="{5DDCFF8E-6EE6-4F6B-9D6F-7A8882EA2BAE}">
      <dsp:nvSpPr>
        <dsp:cNvPr id="0" name=""/>
        <dsp:cNvSpPr/>
      </dsp:nvSpPr>
      <dsp:spPr>
        <a:xfrm>
          <a:off x="4990773" y="1475798"/>
          <a:ext cx="204941" cy="204941"/>
        </a:xfrm>
        <a:prstGeom prst="triangle">
          <a:avLst>
            <a:gd name="adj" fmla="val 100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11FCB1-68D8-4486-85C0-78BD4004CD6D}">
      <dsp:nvSpPr>
        <dsp:cNvPr id="0" name=""/>
        <dsp:cNvSpPr/>
      </dsp:nvSpPr>
      <dsp:spPr>
        <a:xfrm rot="5400000">
          <a:off x="5559927" y="1235335"/>
          <a:ext cx="723043" cy="1203128"/>
        </a:xfrm>
        <a:prstGeom prst="corner">
          <a:avLst>
            <a:gd name="adj1" fmla="val 16120"/>
            <a:gd name="adj2" fmla="val 1611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EE5754-EF83-4D0E-A764-294E153ABD87}">
      <dsp:nvSpPr>
        <dsp:cNvPr id="0" name=""/>
        <dsp:cNvSpPr/>
      </dsp:nvSpPr>
      <dsp:spPr>
        <a:xfrm>
          <a:off x="5439233" y="1594811"/>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Preventive maintenance &amp; spare parts management </a:t>
          </a:r>
        </a:p>
        <a:p>
          <a:pPr marL="0" lvl="0" indent="0" algn="l" defTabSz="622300">
            <a:lnSpc>
              <a:spcPct val="90000"/>
            </a:lnSpc>
            <a:spcBef>
              <a:spcPct val="0"/>
            </a:spcBef>
            <a:spcAft>
              <a:spcPts val="1200"/>
            </a:spcAft>
            <a:buNone/>
          </a:pPr>
          <a:r>
            <a:rPr lang="en-US" sz="1400" kern="1200">
              <a:latin typeface="+mj-lt"/>
            </a:rPr>
            <a:t>Fiix CMMS deployed </a:t>
          </a:r>
        </a:p>
      </dsp:txBody>
      <dsp:txXfrm>
        <a:off x="5439233" y="1594811"/>
        <a:ext cx="1086191" cy="952110"/>
      </dsp:txXfrm>
    </dsp:sp>
    <dsp:sp modelId="{F5455D6D-424F-4227-9453-E7D05B60470B}">
      <dsp:nvSpPr>
        <dsp:cNvPr id="0" name=""/>
        <dsp:cNvSpPr/>
      </dsp:nvSpPr>
      <dsp:spPr>
        <a:xfrm>
          <a:off x="6320483" y="1146759"/>
          <a:ext cx="204941" cy="204941"/>
        </a:xfrm>
        <a:prstGeom prst="triangle">
          <a:avLst>
            <a:gd name="adj" fmla="val 10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1DCB5A-D992-498A-B505-D73FFAE35315}">
      <dsp:nvSpPr>
        <dsp:cNvPr id="0" name=""/>
        <dsp:cNvSpPr/>
      </dsp:nvSpPr>
      <dsp:spPr>
        <a:xfrm rot="5400000">
          <a:off x="6889637" y="906297"/>
          <a:ext cx="723043" cy="1203128"/>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0D5963-EF59-400A-AADE-1D651ADCF599}">
      <dsp:nvSpPr>
        <dsp:cNvPr id="0" name=""/>
        <dsp:cNvSpPr/>
      </dsp:nvSpPr>
      <dsp:spPr>
        <a:xfrm>
          <a:off x="6768943" y="1265773"/>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OEE Monitoring </a:t>
          </a:r>
        </a:p>
        <a:p>
          <a:pPr marL="0" lvl="0" indent="0" algn="l" defTabSz="622300">
            <a:lnSpc>
              <a:spcPct val="90000"/>
            </a:lnSpc>
            <a:spcBef>
              <a:spcPct val="0"/>
            </a:spcBef>
            <a:spcAft>
              <a:spcPts val="1200"/>
            </a:spcAft>
            <a:buNone/>
          </a:pPr>
          <a:r>
            <a:rPr lang="en-US" sz="1400" kern="1200"/>
            <a:t>Enhanced smart objects</a:t>
          </a:r>
        </a:p>
        <a:p>
          <a:pPr marL="0" lvl="0" indent="0" algn="l" defTabSz="622300">
            <a:lnSpc>
              <a:spcPct val="90000"/>
            </a:lnSpc>
            <a:spcBef>
              <a:spcPct val="0"/>
            </a:spcBef>
            <a:spcAft>
              <a:spcPts val="1200"/>
            </a:spcAft>
            <a:buNone/>
          </a:pPr>
          <a:r>
            <a:rPr lang="en-US" sz="1400" kern="1200"/>
            <a:t>Detailed fault/OEE reporting</a:t>
          </a:r>
        </a:p>
        <a:p>
          <a:pPr marL="0" lvl="0" indent="0" algn="l" defTabSz="622300">
            <a:lnSpc>
              <a:spcPct val="90000"/>
            </a:lnSpc>
            <a:spcBef>
              <a:spcPct val="0"/>
            </a:spcBef>
            <a:spcAft>
              <a:spcPts val="1200"/>
            </a:spcAft>
            <a:buNone/>
          </a:pPr>
          <a:r>
            <a:rPr lang="en-US" sz="1400" kern="1200"/>
            <a:t>Improvement actions driven by insights</a:t>
          </a:r>
        </a:p>
      </dsp:txBody>
      <dsp:txXfrm>
        <a:off x="6768943" y="1265773"/>
        <a:ext cx="1086191" cy="952110"/>
      </dsp:txXfrm>
    </dsp:sp>
    <dsp:sp modelId="{A765C166-259A-4C25-9771-B002D4FCD973}">
      <dsp:nvSpPr>
        <dsp:cNvPr id="0" name=""/>
        <dsp:cNvSpPr/>
      </dsp:nvSpPr>
      <dsp:spPr>
        <a:xfrm>
          <a:off x="7650193" y="817721"/>
          <a:ext cx="204941" cy="204941"/>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16D3DA-34D2-41BA-A472-56DC7B0779C6}">
      <dsp:nvSpPr>
        <dsp:cNvPr id="0" name=""/>
        <dsp:cNvSpPr/>
      </dsp:nvSpPr>
      <dsp:spPr>
        <a:xfrm rot="5400000">
          <a:off x="8219347" y="577259"/>
          <a:ext cx="723043" cy="1203128"/>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C2A940-C1F5-484D-89A1-C43BE20EB0A7}">
      <dsp:nvSpPr>
        <dsp:cNvPr id="0" name=""/>
        <dsp:cNvSpPr/>
      </dsp:nvSpPr>
      <dsp:spPr>
        <a:xfrm>
          <a:off x="8098653" y="936735"/>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OEE Proactive Optimization  </a:t>
          </a:r>
          <a:endParaRPr lang="en-US" sz="1400" kern="1200"/>
        </a:p>
        <a:p>
          <a:pPr marL="0" lvl="0" indent="0" algn="l" defTabSz="622300">
            <a:lnSpc>
              <a:spcPct val="90000"/>
            </a:lnSpc>
            <a:spcBef>
              <a:spcPct val="0"/>
            </a:spcBef>
            <a:spcAft>
              <a:spcPts val="1200"/>
            </a:spcAft>
            <a:buNone/>
          </a:pPr>
          <a:r>
            <a:rPr lang="en-US" sz="1400" kern="1200"/>
            <a:t>DataMosaix Energy Manager</a:t>
          </a:r>
        </a:p>
        <a:p>
          <a:pPr marL="0" lvl="0" indent="0" algn="l" defTabSz="622300">
            <a:lnSpc>
              <a:spcPct val="90000"/>
            </a:lnSpc>
            <a:spcBef>
              <a:spcPct val="0"/>
            </a:spcBef>
            <a:spcAft>
              <a:spcPts val="1200"/>
            </a:spcAft>
            <a:buNone/>
          </a:pPr>
          <a:r>
            <a:rPr lang="en-US" sz="1400" kern="1200"/>
            <a:t>Feeder monitoring</a:t>
          </a:r>
        </a:p>
        <a:p>
          <a:pPr marL="0" lvl="0" indent="0" algn="l" defTabSz="622300">
            <a:lnSpc>
              <a:spcPct val="90000"/>
            </a:lnSpc>
            <a:spcBef>
              <a:spcPct val="0"/>
            </a:spcBef>
            <a:spcAft>
              <a:spcPts val="1200"/>
            </a:spcAft>
            <a:buNone/>
          </a:pPr>
          <a:r>
            <a:rPr lang="en-US" sz="1400" kern="1200"/>
            <a:t>Vision AI deployment</a:t>
          </a:r>
        </a:p>
      </dsp:txBody>
      <dsp:txXfrm>
        <a:off x="8098653" y="936735"/>
        <a:ext cx="1086191" cy="952110"/>
      </dsp:txXfrm>
    </dsp:sp>
    <dsp:sp modelId="{799C5B97-403C-4DB5-9403-CFE65E097E2F}">
      <dsp:nvSpPr>
        <dsp:cNvPr id="0" name=""/>
        <dsp:cNvSpPr/>
      </dsp:nvSpPr>
      <dsp:spPr>
        <a:xfrm>
          <a:off x="8979903" y="488683"/>
          <a:ext cx="204941" cy="204941"/>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523CD6-7A91-4AB2-93A3-EE870DA509B2}">
      <dsp:nvSpPr>
        <dsp:cNvPr id="0" name=""/>
        <dsp:cNvSpPr/>
      </dsp:nvSpPr>
      <dsp:spPr>
        <a:xfrm rot="5400000">
          <a:off x="9549057" y="248221"/>
          <a:ext cx="723043" cy="1203128"/>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C43A8A-0B93-4C88-A535-39D66292A278}">
      <dsp:nvSpPr>
        <dsp:cNvPr id="0" name=""/>
        <dsp:cNvSpPr/>
      </dsp:nvSpPr>
      <dsp:spPr>
        <a:xfrm>
          <a:off x="9428363" y="607697"/>
          <a:ext cx="1086191" cy="9521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ts val="1200"/>
            </a:spcAft>
            <a:buNone/>
          </a:pPr>
          <a:r>
            <a:rPr lang="en-US" sz="1400" kern="1200">
              <a:latin typeface="Barlow Medium" panose="00000600000000000000" pitchFamily="2" charset="0"/>
            </a:rPr>
            <a:t>Digital evolution: ?</a:t>
          </a:r>
        </a:p>
        <a:p>
          <a:pPr marL="0" lvl="0" indent="0" algn="l" defTabSz="622300">
            <a:lnSpc>
              <a:spcPct val="90000"/>
            </a:lnSpc>
            <a:spcBef>
              <a:spcPct val="0"/>
            </a:spcBef>
            <a:spcAft>
              <a:spcPts val="1200"/>
            </a:spcAft>
            <a:buNone/>
          </a:pPr>
          <a:r>
            <a:rPr lang="en-US" sz="1400" kern="1200"/>
            <a:t>Scaling Vision AI </a:t>
          </a:r>
        </a:p>
        <a:p>
          <a:pPr marL="0" lvl="0" indent="0" algn="l" defTabSz="622300">
            <a:lnSpc>
              <a:spcPct val="90000"/>
            </a:lnSpc>
            <a:spcBef>
              <a:spcPct val="0"/>
            </a:spcBef>
            <a:spcAft>
              <a:spcPts val="1200"/>
            </a:spcAft>
            <a:buNone/>
          </a:pPr>
          <a:r>
            <a:rPr lang="en-US" sz="1400" kern="1200"/>
            <a:t>DataMosaix advanced analytics and agentic AI</a:t>
          </a:r>
        </a:p>
      </dsp:txBody>
      <dsp:txXfrm>
        <a:off x="9428363" y="607697"/>
        <a:ext cx="1086191" cy="952110"/>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CDBEA6-EDF5-40B3-B12D-A69E60FA889B}" type="datetimeFigureOut">
              <a:rPr lang="es-MX" smtClean="0"/>
              <a:t>01/10/2025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C8170-68E4-4FC0-8A56-EC22B21AA93D}" type="slidenum">
              <a:rPr lang="es-MX" smtClean="0"/>
              <a:t>‹Nº›</a:t>
            </a:fld>
            <a:endParaRPr lang="es-MX"/>
          </a:p>
        </p:txBody>
      </p:sp>
    </p:spTree>
    <p:extLst>
      <p:ext uri="{BB962C8B-B14F-4D97-AF65-F5344CB8AC3E}">
        <p14:creationId xmlns:p14="http://schemas.microsoft.com/office/powerpoint/2010/main" val="2668732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Alternative timeline: Contactor Line Evolution Timeline </a:t>
            </a:r>
          </a:p>
          <a:p>
            <a:endParaRPr lang="en-US"/>
          </a:p>
          <a:p>
            <a:endParaRPr lang="en-US"/>
          </a:p>
        </p:txBody>
      </p:sp>
      <p:sp>
        <p:nvSpPr>
          <p:cNvPr id="4" name="Slide Number Placeholder 3"/>
          <p:cNvSpPr>
            <a:spLocks noGrp="1"/>
          </p:cNvSpPr>
          <p:nvPr>
            <p:ph type="sldNum" sz="quarter" idx="5"/>
          </p:nvPr>
        </p:nvSpPr>
        <p:spPr/>
        <p:txBody>
          <a:bodyPr/>
          <a:lstStyle/>
          <a:p>
            <a:fld id="{60E8D7A9-8802-44CC-9120-AA46FB700574}" type="slidenum">
              <a:rPr lang="en-US" smtClean="0"/>
              <a:t>1</a:t>
            </a:fld>
            <a:endParaRPr lang="en-US"/>
          </a:p>
        </p:txBody>
      </p:sp>
    </p:spTree>
    <p:extLst>
      <p:ext uri="{BB962C8B-B14F-4D97-AF65-F5344CB8AC3E}">
        <p14:creationId xmlns:p14="http://schemas.microsoft.com/office/powerpoint/2010/main" val="136554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DF994-6631-0D67-D09E-50C08D907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AF4D3-C789-CF26-C001-67FB3B62F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1187B-6987-8F28-1B55-A69330D9BE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mn-lt"/>
                <a:ea typeface="+mn-ea"/>
                <a:cs typeface="+mn-cs"/>
                <a:sym typeface="Arial"/>
              </a:rPr>
              <a:t>Presentation Map Slide Name - LCS Vision </a:t>
            </a:r>
          </a:p>
          <a:p>
            <a:endParaRPr lang="en-US"/>
          </a:p>
          <a:p>
            <a:r>
              <a:rPr lang="en-US"/>
              <a:t>While many companies have initiatives to achieve their outcomes, they also struggle with having the right experience and expertise to see them through or scale them appropriately. That’s where a partner like Lifecycle Services can help you take the right approach. </a:t>
            </a:r>
          </a:p>
          <a:p>
            <a:endParaRPr lang="en-US"/>
          </a:p>
          <a:p>
            <a:r>
              <a:rPr lang="en-US"/>
              <a:t>Our vision is to be the industry’s trusted advisor in creating the future of industrial operations, simplifying the way products are brought to life by transforming how work is done.</a:t>
            </a:r>
          </a:p>
          <a:p>
            <a:endParaRPr lang="en-US"/>
          </a:p>
          <a:p>
            <a:r>
              <a:rPr lang="en-US"/>
              <a:t>Through co-innovation, we solve your most difficult challenges and speed time to value.</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mn-lt"/>
                <a:ea typeface="+mn-ea"/>
                <a:cs typeface="+mn-cs"/>
                <a:sym typeface="Arial"/>
              </a:rPr>
              <a:t>Presentation Map Slide Name - LCS Logo Slide</a:t>
            </a:r>
            <a:endParaRPr lang="en-US" sz="1200" b="0" kern="120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mn-lt"/>
                <a:ea typeface="+mn-ea"/>
                <a:cs typeface="+mn-cs"/>
                <a:sym typeface="Arial"/>
              </a:rPr>
              <a:t>Our full suite of services transforms how work is done across the manufacturing lifecycle with: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mn-lt"/>
              <a:ea typeface="+mn-ea"/>
              <a:cs typeface="+mn-cs"/>
              <a:sym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a:solidFill>
                  <a:schemeClr val="tx1"/>
                </a:solidFill>
                <a:latin typeface="+mn-lt"/>
                <a:ea typeface="+mn-ea"/>
                <a:cs typeface="+mn-cs"/>
                <a:sym typeface="Arial"/>
              </a:rPr>
              <a:t>Professional services </a:t>
            </a:r>
            <a:r>
              <a:rPr lang="en-US" sz="1200" b="0" kern="1200">
                <a:solidFill>
                  <a:schemeClr val="tx1"/>
                </a:solidFill>
                <a:latin typeface="+mn-lt"/>
                <a:ea typeface="+mn-ea"/>
                <a:cs typeface="+mn-cs"/>
                <a:sym typeface="Arial"/>
              </a:rPr>
              <a:t>(project based) and include consulting, design and engineering, development, deployment and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a:solidFill>
                  <a:schemeClr val="tx1"/>
                </a:solidFill>
                <a:latin typeface="+mn-lt"/>
                <a:ea typeface="+mn-ea"/>
                <a:cs typeface="+mn-cs"/>
                <a:sym typeface="Arial"/>
              </a:rPr>
              <a:t>Managed and support services </a:t>
            </a:r>
            <a:r>
              <a:rPr lang="en-US" sz="1200" b="0" kern="1200">
                <a:solidFill>
                  <a:schemeClr val="tx1"/>
                </a:solidFill>
                <a:latin typeface="+mn-lt"/>
                <a:ea typeface="+mn-ea"/>
                <a:cs typeface="+mn-cs"/>
                <a:sym typeface="Arial"/>
              </a:rPr>
              <a:t>(contract based) and include onsite and field support, remote support, and monitoring and management.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a:solidFill>
                  <a:schemeClr val="tx1"/>
                </a:solidFill>
                <a:latin typeface="+mn-lt"/>
                <a:ea typeface="+mn-ea"/>
                <a:cs typeface="+mn-cs"/>
                <a:sym typeface="Arial"/>
              </a:rPr>
              <a:t>Our flexible, scalable approach meets you where you are to innovate, design, operate, and maintain solutions that deliver rapid value and ROI. This looks like: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a:solidFill>
                <a:schemeClr val="tx1"/>
              </a:solidFill>
              <a:latin typeface="+mn-lt"/>
              <a:ea typeface="+mn-ea"/>
              <a:cs typeface="+mn-cs"/>
              <a:sym typeface="Aria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a:solidFill>
                  <a:schemeClr val="tx1"/>
                </a:solidFill>
                <a:latin typeface="+mn-lt"/>
                <a:ea typeface="+mn-ea"/>
                <a:cs typeface="+mn-cs"/>
                <a:sym typeface="Arial"/>
              </a:rPr>
              <a:t>Innovating </a:t>
            </a:r>
            <a:r>
              <a:rPr lang="en-US" sz="1200" b="0" kern="1200">
                <a:solidFill>
                  <a:schemeClr val="tx1"/>
                </a:solidFill>
                <a:latin typeface="+mn-lt"/>
                <a:ea typeface="+mn-ea"/>
                <a:cs typeface="+mn-cs"/>
                <a:sym typeface="Arial"/>
              </a:rPr>
              <a:t>to improve outcomes and create new value streams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a:solidFill>
                  <a:schemeClr val="tx1"/>
                </a:solidFill>
                <a:latin typeface="+mn-lt"/>
                <a:ea typeface="+mn-ea"/>
                <a:cs typeface="+mn-cs"/>
                <a:sym typeface="Arial"/>
              </a:rPr>
              <a:t>Designing</a:t>
            </a:r>
            <a:r>
              <a:rPr lang="en-US" sz="1200" b="0" kern="1200">
                <a:solidFill>
                  <a:schemeClr val="tx1"/>
                </a:solidFill>
                <a:latin typeface="+mn-lt"/>
                <a:ea typeface="+mn-ea"/>
                <a:cs typeface="+mn-cs"/>
                <a:sym typeface="Arial"/>
              </a:rPr>
              <a:t> integrated, intelligent, scalable and secure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latin typeface="+mn-lt"/>
                <a:ea typeface="+mn-ea"/>
                <a:cs typeface="+mn-cs"/>
                <a:sym typeface="Arial"/>
              </a:rPr>
              <a:t>Implementing</a:t>
            </a:r>
            <a:r>
              <a:rPr lang="en-US" sz="1200" b="1" kern="1200">
                <a:solidFill>
                  <a:schemeClr val="tx1"/>
                </a:solidFill>
                <a:latin typeface="+mn-lt"/>
                <a:ea typeface="+mn-ea"/>
                <a:cs typeface="+mn-cs"/>
                <a:sym typeface="Arial"/>
              </a:rPr>
              <a:t>,</a:t>
            </a:r>
            <a:r>
              <a:rPr lang="en-US" sz="1200" b="0" kern="1200">
                <a:solidFill>
                  <a:schemeClr val="tx1"/>
                </a:solidFill>
                <a:latin typeface="+mn-lt"/>
                <a:ea typeface="+mn-ea"/>
                <a:cs typeface="+mn-cs"/>
                <a:sym typeface="Arial"/>
              </a:rPr>
              <a:t> </a:t>
            </a:r>
            <a:r>
              <a:rPr lang="en-US" sz="1200" b="1" kern="1200">
                <a:solidFill>
                  <a:schemeClr val="tx1"/>
                </a:solidFill>
                <a:latin typeface="+mn-lt"/>
                <a:ea typeface="+mn-ea"/>
                <a:cs typeface="+mn-cs"/>
                <a:sym typeface="Arial"/>
              </a:rPr>
              <a:t>operating</a:t>
            </a:r>
            <a:r>
              <a:rPr lang="en-US" sz="1200" b="0" kern="1200">
                <a:solidFill>
                  <a:schemeClr val="tx1"/>
                </a:solidFill>
                <a:latin typeface="+mn-lt"/>
                <a:ea typeface="+mn-ea"/>
                <a:cs typeface="+mn-cs"/>
                <a:sym typeface="Arial"/>
              </a:rPr>
              <a:t> and scaling solutions that speed time to value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a:solidFill>
                  <a:schemeClr val="tx1"/>
                </a:solidFill>
                <a:latin typeface="+mn-lt"/>
                <a:ea typeface="+mn-ea"/>
                <a:cs typeface="+mn-cs"/>
                <a:sym typeface="Arial"/>
              </a:rPr>
              <a:t>Maintaining</a:t>
            </a:r>
            <a:r>
              <a:rPr lang="en-US" sz="1200" b="0" kern="1200">
                <a:solidFill>
                  <a:schemeClr val="tx1"/>
                </a:solidFill>
                <a:latin typeface="+mn-lt"/>
                <a:ea typeface="+mn-ea"/>
                <a:cs typeface="+mn-cs"/>
                <a:sym typeface="Arial"/>
              </a:rPr>
              <a:t> and optimizing performance for continuous improvement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kern="1200">
              <a:solidFill>
                <a:schemeClr val="tx1"/>
              </a:solidFill>
              <a:latin typeface="+mn-lt"/>
              <a:ea typeface="+mn-ea"/>
              <a:cs typeface="+mn-cs"/>
              <a:sym typeface="Arial"/>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kern="1200">
                <a:solidFill>
                  <a:schemeClr val="tx1"/>
                </a:solidFill>
                <a:latin typeface="+mn-lt"/>
                <a:ea typeface="+mn-ea"/>
                <a:cs typeface="+mn-cs"/>
                <a:sym typeface="Arial"/>
              </a:rPr>
              <a:t>We begin every engagement with the outcome in mind, bringing together the people, processes and technology required to achieve it.</a:t>
            </a:r>
          </a:p>
          <a:p>
            <a:endParaRPr lang="en-US"/>
          </a:p>
          <a:p>
            <a:endParaRPr lang="en-US"/>
          </a:p>
        </p:txBody>
      </p:sp>
      <p:sp>
        <p:nvSpPr>
          <p:cNvPr id="4" name="Slide Number Placeholder 3">
            <a:extLst>
              <a:ext uri="{FF2B5EF4-FFF2-40B4-BE49-F238E27FC236}">
                <a16:creationId xmlns:a16="http://schemas.microsoft.com/office/drawing/2014/main" id="{B97E4ECA-4779-8D50-C43D-F9CCC7658F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B38BFD-06C2-CE42-8D25-BE8ABD5371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7574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a:solidFill>
                  <a:schemeClr val="accent2"/>
                </a:solidFill>
              </a:rPr>
              <a:t>The value of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a:solidFill>
                  <a:schemeClr val="accent2"/>
                </a:solidFill>
              </a:rPr>
              <a:t>Digital is that it </a:t>
            </a:r>
            <a:r>
              <a:rPr lang="en-US" sz="1800"/>
              <a:t>can unite data from disparate systems across business and operational systems  - so, across IT and OT technologies, put it in the right context, and use it to generate insights that drive optimal decisions and actions.</a:t>
            </a:r>
          </a:p>
          <a:p>
            <a:pPr marL="285750" indent="-285750">
              <a:buFont typeface="Arial" panose="020B0604020202020204" pitchFamily="34" charset="0"/>
              <a:buChar char="•"/>
            </a:pPr>
            <a:r>
              <a:rPr lang="en-US" sz="1800" b="1" i="1">
                <a:effectLst/>
                <a:latin typeface="Calibri" panose="020F0502020204030204" pitchFamily="34" charset="0"/>
                <a:ea typeface="Calibri" panose="020F0502020204030204" pitchFamily="34" charset="0"/>
                <a:cs typeface="Times New Roman" panose="02020603050405020304" pitchFamily="18" charset="0"/>
              </a:rPr>
              <a:t>This is powerful</a:t>
            </a:r>
            <a:r>
              <a:rPr lang="en-US" sz="1800">
                <a:effectLst/>
                <a:latin typeface="Calibri" panose="020F0502020204030204" pitchFamily="34" charset="0"/>
                <a:ea typeface="Calibri" panose="020F0502020204030204" pitchFamily="34" charset="0"/>
                <a:cs typeface="Times New Roman" panose="02020603050405020304" pitchFamily="18" charset="0"/>
              </a:rPr>
              <a:t> </a:t>
            </a:r>
            <a:r>
              <a:rPr lang="en-US" sz="1800"/>
              <a:t>as it transforms value chain operations, from decisions on what products to make to how they come to life and knowing real-time how production aligns to demand, forecast and customer expectations – </a:t>
            </a:r>
            <a:r>
              <a:rPr lang="en-US" sz="1800" b="1" i="1"/>
              <a:t>but difficult to achieve. </a:t>
            </a:r>
          </a:p>
          <a:p>
            <a:pPr marL="0" indent="0">
              <a:buFont typeface="Arial" panose="020B0604020202020204" pitchFamily="34" charset="0"/>
              <a:buNone/>
            </a:pPr>
            <a:endParaRPr lang="en-US" sz="1800" b="1" i="1"/>
          </a:p>
          <a:p>
            <a:pPr marL="0" indent="0">
              <a:buFont typeface="Arial" panose="020B0604020202020204" pitchFamily="34" charset="0"/>
              <a:buNone/>
            </a:pPr>
            <a:r>
              <a:rPr lang="en-US" sz="1800" b="1" i="1"/>
              <a:t>----------------------------------------------------------------------</a:t>
            </a:r>
          </a:p>
          <a:p>
            <a:pPr marL="0" indent="0">
              <a:buFont typeface="Arial" panose="020B0604020202020204" pitchFamily="34" charset="0"/>
              <a:buNone/>
            </a:pPr>
            <a:r>
              <a:rPr lang="en-US" sz="1800" b="0" i="0"/>
              <a:t>Digital thread is not a new concept but the technologies to enable it are more powerful and continue to evolve to where it’s easier to enable it. </a:t>
            </a:r>
          </a:p>
          <a:p>
            <a:pPr marL="0" indent="0">
              <a:buFont typeface="Arial" panose="020B0604020202020204" pitchFamily="34" charset="0"/>
              <a:buNone/>
            </a:pPr>
            <a:r>
              <a:rPr lang="en-US" sz="1800" b="0" i="0"/>
              <a:t>Achieving autonomy is more attainable than ever due to the rapidly evolving and widely available AI and machine learning capabilities.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F64FCC3-333E-5B40-AF34-5AB24ABC23B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7378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04897-AEB5-D192-3FA6-A1A185A67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36DF5-DDC6-6EAA-81DD-75301F3331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76407-28AC-D5D3-E002-777BC14DF53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latin typeface="+mn-lt"/>
                <a:ea typeface="+mn-ea"/>
                <a:cs typeface="+mn-cs"/>
                <a:sym typeface="Arial"/>
              </a:rPr>
              <a:t>Presentation Map Slide Name – LCS Difference</a:t>
            </a:r>
            <a:endParaRPr lang="en-US" sz="1200" b="0" kern="1200">
              <a:solidFill>
                <a:schemeClr val="tx1"/>
              </a:solidFill>
              <a:latin typeface="+mn-lt"/>
              <a:ea typeface="+mn-ea"/>
              <a:cs typeface="+mn-cs"/>
              <a:sym typeface="Arial"/>
            </a:endParaRPr>
          </a:p>
          <a:p>
            <a:endParaRPr lang="en-US" b="0" i="0">
              <a:solidFill>
                <a:srgbClr val="00000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t>What makes Lifecycle Services qualified to be your trusted advisor is more than just our size and scale – 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A </a:t>
            </a:r>
            <a:r>
              <a:rPr lang="en-US" b="1"/>
              <a:t>consultative approach </a:t>
            </a:r>
            <a:r>
              <a:rPr lang="en-US"/>
              <a:t>to truly understand your challenges, meet you where you are, and put our collective expertise to work to achieve your business outcomes. We call this the Lifecycle Value Promise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Manufacturing value chain expertise </a:t>
            </a:r>
            <a:r>
              <a:rPr lang="en-US"/>
              <a:t>in all aspects of the manufacturing process, including design, engineering, value chain, production and logistics, to </a:t>
            </a:r>
            <a:r>
              <a:rPr lang="en-US" b="0" i="0">
                <a:solidFill>
                  <a:srgbClr val="242424"/>
                </a:solidFill>
                <a:effectLst/>
                <a:latin typeface="Segoe UI" panose="020B0502040204020203" pitchFamily="34" charset="0"/>
              </a:rPr>
              <a:t>fundamentally change how your products are brought to life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0">
                <a:solidFill>
                  <a:schemeClr val="bg1"/>
                </a:solidFill>
                <a:latin typeface="Barlow"/>
              </a:rPr>
              <a:t>IT/OT integration</a:t>
            </a:r>
            <a:r>
              <a:rPr kumimoji="0" lang="en-US" sz="1200" b="0" i="0" u="none" strike="noStrike" kern="0" cap="none" spc="0" normalizeH="0" baseline="0" noProof="0">
                <a:ln>
                  <a:noFill/>
                </a:ln>
                <a:solidFill>
                  <a:schemeClr val="bg1"/>
                </a:solidFill>
                <a:effectLst/>
                <a:uLnTx/>
                <a:uFillTx/>
                <a:latin typeface="Barlow"/>
                <a:ea typeface="+mn-ea"/>
                <a:cs typeface="+mn-cs"/>
              </a:rPr>
              <a:t> into a single, unified, converged architecture, navigating a complex multi-vendor landscape to create data with context</a:t>
            </a: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Innovation in a scalable</a:t>
            </a:r>
            <a:r>
              <a:rPr lang="en-US"/>
              <a:t>, repeatable way that delivers value quickly – not just for one customer, but to pull the entire industry forward</a:t>
            </a:r>
            <a:endParaRPr kumimoji="0" lang="en-US" sz="1200" b="0" i="0" u="none" strike="noStrike" kern="0" cap="none" spc="0" normalizeH="0" baseline="0" noProof="0">
              <a:ln>
                <a:noFill/>
              </a:ln>
              <a:solidFill>
                <a:srgbClr val="FFFFFF"/>
              </a:solidFill>
              <a:effectLst/>
              <a:uLnTx/>
              <a:uFillTx/>
              <a:latin typeface="Barlow"/>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All of this is enabled by 7,000 Lifecycle Services experts and innovators in over 100 countries with deep industry and domain expertise</a:t>
            </a:r>
            <a:r>
              <a:rPr lang="en-US" sz="1200">
                <a:effectLst/>
                <a:latin typeface="Calibri" panose="020F0502020204030204" pitchFamily="34" charset="0"/>
                <a:ea typeface="Times New Roman" panose="02020603050405020304" pitchFamily="18" charset="0"/>
              </a:rPr>
              <a:t>. </a:t>
            </a:r>
            <a:r>
              <a:rPr lang="en-US"/>
              <a:t>We serve clients and customers onsite as well as through our 19 state-of-the art remote support centers, in any industry, and on Rockwell Automation and third-party platforms.</a:t>
            </a:r>
          </a:p>
        </p:txBody>
      </p:sp>
      <p:sp>
        <p:nvSpPr>
          <p:cNvPr id="4" name="Slide Number Placeholder 3">
            <a:extLst>
              <a:ext uri="{FF2B5EF4-FFF2-40B4-BE49-F238E27FC236}">
                <a16:creationId xmlns:a16="http://schemas.microsoft.com/office/drawing/2014/main" id="{903DFE5E-8AF2-2D43-9581-9D6451424F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386C9E-2F7E-41AC-9EA3-44464046F9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3685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Narrative: </a:t>
            </a:r>
          </a:p>
          <a:p>
            <a:endParaRPr lang="en-US"/>
          </a:p>
          <a:p>
            <a:r>
              <a:rPr lang="en-US" sz="1200" b="0" i="0" u="sng" kern="1200">
                <a:solidFill>
                  <a:schemeClr val="tx1"/>
                </a:solidFill>
                <a:effectLst/>
                <a:latin typeface="+mn-lt"/>
                <a:ea typeface="+mn-ea"/>
                <a:cs typeface="+mn-cs"/>
              </a:rPr>
              <a:t>Intro</a:t>
            </a:r>
            <a:r>
              <a:rPr lang="en-US" sz="1200" b="0" i="0" kern="1200">
                <a:solidFill>
                  <a:schemeClr val="tx1"/>
                </a:solidFill>
                <a:effectLst/>
                <a:latin typeface="+mn-lt"/>
                <a:ea typeface="+mn-ea"/>
                <a:cs typeface="+mn-cs"/>
              </a:rPr>
              <a:t> </a:t>
            </a:r>
            <a:br>
              <a:rPr lang="en-US"/>
            </a:br>
            <a:br>
              <a:rPr lang="en-US"/>
            </a:br>
            <a:r>
              <a:rPr lang="en-US" sz="1200" b="0" i="0" kern="1200">
                <a:solidFill>
                  <a:schemeClr val="tx1"/>
                </a:solidFill>
                <a:effectLst/>
                <a:latin typeface="+mn-lt"/>
                <a:ea typeface="+mn-ea"/>
                <a:cs typeface="+mn-cs"/>
              </a:rPr>
              <a:t>After achieving flexible automated manufacturing for multiple contactor deviations, leadership made strategic investments to evolve digital capabilities and create what’s next. This vision turned the contactor line into a showcase for innovation – demonstrating how data, advanced technology, and operational excellence can transform performance and unlock sustainable growth.</a:t>
            </a:r>
            <a:br>
              <a:rPr lang="en-US"/>
            </a:br>
            <a:br>
              <a:rPr lang="en-US"/>
            </a:br>
            <a:r>
              <a:rPr lang="en-US" sz="1200" b="0" i="0" u="sng" kern="1200">
                <a:solidFill>
                  <a:schemeClr val="tx1"/>
                </a:solidFill>
                <a:effectLst/>
                <a:latin typeface="+mn-lt"/>
                <a:ea typeface="+mn-ea"/>
                <a:cs typeface="+mn-cs"/>
              </a:rPr>
              <a:t>Transformation</a:t>
            </a:r>
            <a:br>
              <a:rPr lang="en-US"/>
            </a:br>
            <a:br>
              <a:rPr lang="en-US"/>
            </a:br>
            <a:r>
              <a:rPr lang="en-US" sz="1200" b="0" i="0" kern="1200">
                <a:solidFill>
                  <a:schemeClr val="tx1"/>
                </a:solidFill>
                <a:effectLst/>
                <a:latin typeface="+mn-lt"/>
                <a:ea typeface="+mn-ea"/>
                <a:cs typeface="+mn-cs"/>
              </a:rPr>
              <a:t>By converging IT and OT and applying Industrial AI (digital twins, generative AI and more), the team enabled data from the edge and across the value chain to power actionable insights that improve OEE, accelerate innovation, and give engineers the tools to make smarter, faster decisions. From predictive maintenance to virtual commissioning, station-based dashboards, and AI-enabled simulations, the contactor line demonstrates how turning data into action delivers measurable results today while building resilience for tomorrow.</a:t>
            </a:r>
            <a:br>
              <a:rPr lang="en-US"/>
            </a:br>
            <a:br>
              <a:rPr lang="en-US"/>
            </a:br>
            <a:r>
              <a:rPr lang="en-US" sz="1200" b="0" i="0" u="sng" kern="1200">
                <a:solidFill>
                  <a:schemeClr val="tx1"/>
                </a:solidFill>
                <a:effectLst/>
                <a:latin typeface="+mn-lt"/>
                <a:ea typeface="+mn-ea"/>
                <a:cs typeface="+mn-cs"/>
              </a:rPr>
              <a:t>Timeline Callout</a:t>
            </a:r>
            <a:br>
              <a:rPr lang="en-US" u="sng"/>
            </a:br>
            <a:br>
              <a:rPr lang="en-US"/>
            </a:br>
            <a:r>
              <a:rPr lang="en-US" sz="1200" b="0" i="0" kern="1200">
                <a:solidFill>
                  <a:schemeClr val="tx1"/>
                </a:solidFill>
                <a:effectLst/>
                <a:latin typeface="+mn-lt"/>
                <a:ea typeface="+mn-ea"/>
                <a:cs typeface="+mn-cs"/>
              </a:rPr>
              <a:t>This journey has unfolded year by year, starting with partial automation in 2018 and evolving into a fully digitalized line with MES, IIoT, Fiix CMMS, and now AI-driven optimization. Today, we continue to advance the contactor line with Vision AI, DataMosaix, and agentic AI – showcasing how strategic investment and innovation</a:t>
            </a:r>
            <a:br>
              <a:rPr lang="en-US"/>
            </a:br>
            <a:r>
              <a:rPr lang="en-US" sz="1200" b="0" i="0" kern="1200">
                <a:solidFill>
                  <a:schemeClr val="tx1"/>
                </a:solidFill>
                <a:effectLst/>
                <a:latin typeface="+mn-lt"/>
                <a:ea typeface="+mn-ea"/>
                <a:cs typeface="+mn-cs"/>
              </a:rPr>
              <a:t>continually prepare the business to create what’s next.</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E8D7A9-8802-44CC-9120-AA46FB7005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5524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38FAA-E81F-3558-14D2-7A10E4532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4369B-1B41-DE6A-4C16-22F753230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B9A9B-E396-9F8D-28B7-2C363E2B0B1A}"/>
              </a:ext>
            </a:extLst>
          </p:cNvPr>
          <p:cNvSpPr>
            <a:spLocks noGrp="1"/>
          </p:cNvSpPr>
          <p:nvPr>
            <p:ph type="body" idx="1"/>
          </p:nvPr>
        </p:nvSpPr>
        <p:spPr/>
        <p:txBody>
          <a:bodyPr/>
          <a:lstStyle/>
          <a:p>
            <a:r>
              <a:rPr lang="en-US"/>
              <a:t>Alternative timeline: Contactor Line Evolution Timeline </a:t>
            </a:r>
          </a:p>
          <a:p>
            <a:endParaRPr lang="en-US"/>
          </a:p>
          <a:p>
            <a:endParaRPr lang="en-US"/>
          </a:p>
        </p:txBody>
      </p:sp>
      <p:sp>
        <p:nvSpPr>
          <p:cNvPr id="4" name="Slide Number Placeholder 3">
            <a:extLst>
              <a:ext uri="{FF2B5EF4-FFF2-40B4-BE49-F238E27FC236}">
                <a16:creationId xmlns:a16="http://schemas.microsoft.com/office/drawing/2014/main" id="{9C1BCAAD-69BE-F2D8-D54A-27C83DF310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E8D7A9-8802-44CC-9120-AA46FB7005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277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58BC-6D86-67FF-B0DB-4D0410028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AEE7A-CDF2-6602-CFB9-45E96A81C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5E7AB-3DC1-F06A-168A-9EB8245C7A12}"/>
              </a:ext>
            </a:extLst>
          </p:cNvPr>
          <p:cNvSpPr>
            <a:spLocks noGrp="1"/>
          </p:cNvSpPr>
          <p:nvPr>
            <p:ph type="body" idx="1"/>
          </p:nvPr>
        </p:nvSpPr>
        <p:spPr/>
        <p:txBody>
          <a:bodyPr/>
          <a:lstStyle/>
          <a:p>
            <a:r>
              <a:rPr lang="en-US" dirty="0"/>
              <a:t>Here we are going to start of the conversation of the how the world is working with Data Science, robotics and AI</a:t>
            </a:r>
          </a:p>
          <a:p>
            <a:endParaRPr lang="en-US" dirty="0"/>
          </a:p>
          <a:p>
            <a:r>
              <a:rPr lang="en-US" u="sng" dirty="0"/>
              <a:t>ORIGINAL</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Barlow"/>
                <a:ea typeface="+mn-ea"/>
                <a:cs typeface="+mn-cs"/>
              </a:rPr>
              <a:t>After achieving flexible automated manufacturing for the multiple contactor deviations, leadership was ready to invest in a program that accelerated digital transformation with </a:t>
            </a:r>
            <a:r>
              <a:rPr kumimoji="0" lang="en-US" sz="1200" b="1" i="0" u="none" strike="noStrike" kern="0" cap="none" spc="0" normalizeH="0" baseline="0" noProof="0" dirty="0">
                <a:ln>
                  <a:noFill/>
                </a:ln>
                <a:effectLst/>
                <a:uLnTx/>
                <a:uFillTx/>
                <a:latin typeface="Barlow"/>
                <a:ea typeface="+mn-ea"/>
                <a:cs typeface="+mn-cs"/>
              </a:rPr>
              <a:t>what’s next</a:t>
            </a:r>
            <a:r>
              <a:rPr kumimoji="0" lang="en-US" sz="1200" b="0" i="0" u="none" strike="noStrike" kern="0" cap="none" spc="0" normalizeH="0" baseline="0" noProof="0" dirty="0">
                <a:ln>
                  <a:noFill/>
                </a:ln>
                <a:effectLst/>
                <a:uLnTx/>
                <a:uFillTx/>
                <a:latin typeface="Barlow"/>
                <a:ea typeface="+mn-ea"/>
                <a:cs typeface="+mn-cs"/>
              </a:rPr>
              <a:t>.</a:t>
            </a:r>
            <a:endParaRPr lang="en-US" sz="1200" b="0" i="0" u="none" strike="noStrike" kern="0" cap="none" spc="0" normalizeH="0" baseline="0" noProof="0" dirty="0">
              <a:ln>
                <a:noFill/>
              </a:ln>
              <a:effectLst/>
              <a:uLnTx/>
              <a:uFillTx/>
              <a:latin typeface="Barlow"/>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lang="en-US" sz="1200" kern="0" dirty="0">
              <a:latin typeface="Barlow"/>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Barlow"/>
                <a:ea typeface="+mn-ea"/>
                <a:cs typeface="+mn-cs"/>
              </a:rPr>
              <a:t>IT and OT convergence, Digital Twins and Industrial AI optimize production, drive sustainable growth and enable data-driven decision making, starting from the edge and across the value chain.</a:t>
            </a:r>
            <a:endParaRPr lang="en-US" sz="1200" b="0" i="0" u="none" strike="noStrike" kern="0" cap="none" spc="0" normalizeH="0" baseline="0" noProof="0" dirty="0">
              <a:ln>
                <a:noFill/>
              </a:ln>
              <a:effectLst/>
              <a:uLnTx/>
              <a:uFillTx/>
              <a:latin typeface="Barlow"/>
            </a:endParaRPr>
          </a:p>
          <a:p>
            <a:r>
              <a:rPr lang="en-US" dirty="0"/>
              <a:t>-----------------------------</a:t>
            </a:r>
          </a:p>
          <a:p>
            <a:endParaRPr lang="en-US" dirty="0"/>
          </a:p>
          <a:p>
            <a:r>
              <a:rPr lang="en-US" dirty="0"/>
              <a:t>PROPOSED REVISION to lean more to the “create what’s next” part of the theme vs. “prepare for what’s next” – more proactive, aspirational, aligns to the event theme. </a:t>
            </a:r>
          </a:p>
          <a:p>
            <a:endParaRPr lang="en-US" dirty="0"/>
          </a:p>
          <a:p>
            <a:r>
              <a:rPr lang="en-US" sz="1200" b="0" i="0" kern="1200" dirty="0">
                <a:solidFill>
                  <a:schemeClr val="tx1"/>
                </a:solidFill>
                <a:effectLst/>
                <a:latin typeface="+mn-lt"/>
                <a:ea typeface="+mn-ea"/>
                <a:cs typeface="+mn-cs"/>
              </a:rPr>
              <a:t>After achieving flexible automated manufacturing for multiple contactor deviations, leadership was ready to invest in a program to accelerate digital transformation and</a:t>
            </a:r>
            <a:r>
              <a:rPr lang="en-US" dirty="0"/>
              <a:t> </a:t>
            </a:r>
            <a:r>
              <a:rPr lang="en-US" u="sng" dirty="0"/>
              <a:t>boldly</a:t>
            </a:r>
            <a:r>
              <a:rPr lang="en-US" sz="1200" b="0" i="0" u="sng"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create what’s next</a:t>
            </a:r>
            <a:r>
              <a:rPr lang="en-US" sz="1200" b="0" i="0" kern="1200" dirty="0">
                <a:solidFill>
                  <a:schemeClr val="tx1"/>
                </a:solidFill>
                <a:effectLst/>
                <a:latin typeface="+mn-lt"/>
                <a:ea typeface="+mn-ea"/>
                <a:cs typeface="+mn-cs"/>
              </a:rPr>
              <a:t>.</a:t>
            </a:r>
            <a:endParaRPr lang="en-US" sz="1200" b="0" i="0" kern="1200" dirty="0">
              <a:solidFill>
                <a:schemeClr val="tx1"/>
              </a:solidFill>
              <a:effectLst/>
              <a:latin typeface="+mn-lt"/>
            </a:endParaRPr>
          </a:p>
          <a:p>
            <a:r>
              <a:rPr lang="en-US" sz="1200" b="0" i="0" kern="1200" dirty="0">
                <a:solidFill>
                  <a:schemeClr val="tx1"/>
                </a:solidFill>
                <a:effectLst/>
                <a:latin typeface="+mn-lt"/>
                <a:ea typeface="+mn-ea"/>
                <a:cs typeface="+mn-cs"/>
              </a:rPr>
              <a:t> </a:t>
            </a:r>
            <a:endParaRPr lang="en-US" sz="1200" b="0" i="0" kern="1200" dirty="0">
              <a:solidFill>
                <a:schemeClr val="tx1"/>
              </a:solidFill>
              <a:effectLst/>
              <a:latin typeface="+mn-lt"/>
            </a:endParaRPr>
          </a:p>
          <a:p>
            <a:r>
              <a:rPr lang="en-US" sz="1200" b="0" i="0" kern="1200" dirty="0">
                <a:solidFill>
                  <a:schemeClr val="tx1"/>
                </a:solidFill>
                <a:effectLst/>
                <a:latin typeface="+mn-lt"/>
                <a:ea typeface="+mn-ea"/>
                <a:cs typeface="+mn-cs"/>
              </a:rPr>
              <a:t>By converging IT and OT, leveraging Digital Twins, and applying Industrial AI, data from the edge and across the value chain powers data-driven decisions that </a:t>
            </a:r>
            <a:r>
              <a:rPr lang="en-US" sz="1200" b="0" i="0" u="sng" strike="sngStrike" kern="1200" dirty="0">
                <a:solidFill>
                  <a:schemeClr val="tx1"/>
                </a:solidFill>
                <a:effectLst/>
                <a:latin typeface="+mn-lt"/>
                <a:ea typeface="+mn-ea"/>
                <a:cs typeface="+mn-cs"/>
              </a:rPr>
              <a:t>improve </a:t>
            </a:r>
            <a:r>
              <a:rPr lang="en-US" u="sng" strike="sngStrike" dirty="0"/>
              <a:t> and </a:t>
            </a:r>
            <a:r>
              <a:rPr lang="en-US" u="sng" dirty="0"/>
              <a:t>elevate p</a:t>
            </a:r>
            <a:r>
              <a:rPr lang="en-US" dirty="0"/>
              <a:t>erformance</a:t>
            </a:r>
            <a:r>
              <a:rPr lang="en-US" sz="1200" b="0" i="0" kern="1200" dirty="0">
                <a:solidFill>
                  <a:schemeClr val="tx1"/>
                </a:solidFill>
                <a:effectLst/>
                <a:latin typeface="+mn-lt"/>
                <a:ea typeface="+mn-ea"/>
                <a:cs typeface="+mn-cs"/>
              </a:rPr>
              <a:t> </a:t>
            </a:r>
            <a:r>
              <a:rPr lang="en-US" u="sng" dirty="0"/>
              <a:t>ensuring a </a:t>
            </a:r>
            <a:r>
              <a:rPr lang="en-US" u="sng" dirty="0" err="1"/>
              <a:t>competitve</a:t>
            </a:r>
            <a:r>
              <a:rPr lang="en-US" u="sng" dirty="0"/>
              <a:t> edge </a:t>
            </a:r>
            <a:r>
              <a:rPr lang="en-US" dirty="0"/>
              <a:t> (drive</a:t>
            </a:r>
            <a:r>
              <a:rPr lang="en-US" sz="1200" b="0" i="0" kern="1200" dirty="0">
                <a:solidFill>
                  <a:schemeClr val="tx1"/>
                </a:solidFill>
                <a:effectLst/>
                <a:latin typeface="+mn-lt"/>
                <a:ea typeface="+mn-ea"/>
                <a:cs typeface="+mn-cs"/>
              </a:rPr>
              <a:t> sustainable growth</a:t>
            </a:r>
            <a:r>
              <a:rPr lang="en-US" dirty="0"/>
              <a:t>).</a:t>
            </a:r>
          </a:p>
          <a:p>
            <a:endParaRPr lang="en-US" dirty="0"/>
          </a:p>
          <a:p>
            <a:r>
              <a:rPr lang="en-US" sz="1200" b="0" i="0" u="none" kern="1200" dirty="0">
                <a:solidFill>
                  <a:schemeClr val="tx1"/>
                </a:solidFill>
                <a:effectLst/>
                <a:latin typeface="+mn-lt"/>
                <a:ea typeface="+mn-ea"/>
                <a:cs typeface="+mn-cs"/>
              </a:rPr>
              <a:t>By converging IT and OT, leveraging Digital Twins, and applying Industrial AI, data from the edge and across the value chain powers data-driven decisions </a:t>
            </a:r>
            <a:r>
              <a:rPr lang="en-US" sz="1200" b="0" i="0" u="none" strike="noStrike" kern="1200" dirty="0">
                <a:solidFill>
                  <a:schemeClr val="tx1"/>
                </a:solidFill>
                <a:effectLst/>
                <a:latin typeface="+mn-lt"/>
                <a:ea typeface="+mn-ea"/>
                <a:cs typeface="+mn-cs"/>
              </a:rPr>
              <a:t>that </a:t>
            </a:r>
            <a:r>
              <a:rPr lang="en-US" u="none" strike="noStrike" dirty="0"/>
              <a:t>elevate/drive</a:t>
            </a:r>
            <a:r>
              <a:rPr lang="en-US" u="none" dirty="0"/>
              <a:t> performance</a:t>
            </a:r>
            <a:r>
              <a:rPr lang="en-US" sz="1200" b="0" i="0" u="none" kern="1200" dirty="0">
                <a:solidFill>
                  <a:schemeClr val="tx1"/>
                </a:solidFill>
                <a:effectLst/>
                <a:latin typeface="+mn-lt"/>
                <a:ea typeface="+mn-ea"/>
                <a:cs typeface="+mn-cs"/>
              </a:rPr>
              <a:t> and ensure</a:t>
            </a:r>
            <a:r>
              <a:rPr lang="en-US" u="none" dirty="0"/>
              <a:t> a competitive edge. </a:t>
            </a:r>
          </a:p>
          <a:p>
            <a:endParaRPr lang="en-US" u="none" dirty="0"/>
          </a:p>
          <a:p>
            <a:r>
              <a:rPr lang="en-US" sz="1200" b="0" i="0" kern="1200" dirty="0">
                <a:solidFill>
                  <a:schemeClr val="tx1"/>
                </a:solidFill>
                <a:effectLst/>
                <a:latin typeface="+mn-lt"/>
                <a:ea typeface="+mn-ea"/>
                <a:cs typeface="+mn-cs"/>
              </a:rPr>
              <a:t>After achieving flexible automated manufacturing for multiple contactor deviations, leadership was ready to invest in a program to </a:t>
            </a:r>
            <a:r>
              <a:rPr lang="en-US" sz="1200" b="0" i="0" u="sng" kern="1200" dirty="0">
                <a:solidFill>
                  <a:schemeClr val="tx1"/>
                </a:solidFill>
                <a:effectLst/>
                <a:latin typeface="+mn-lt"/>
                <a:ea typeface="+mn-ea"/>
                <a:cs typeface="+mn-cs"/>
              </a:rPr>
              <a:t>accelerate digital transformation </a:t>
            </a:r>
            <a:r>
              <a:rPr lang="en-US" sz="1200" b="0" i="0" kern="1200" dirty="0">
                <a:solidFill>
                  <a:schemeClr val="tx1"/>
                </a:solidFill>
                <a:effectLst/>
                <a:latin typeface="+mn-lt"/>
                <a:ea typeface="+mn-ea"/>
                <a:cs typeface="+mn-cs"/>
              </a:rPr>
              <a:t>and</a:t>
            </a:r>
            <a:r>
              <a:rPr lang="en-US" dirty="0"/>
              <a:t> </a:t>
            </a:r>
            <a:r>
              <a:rPr lang="en-US" u="none" dirty="0"/>
              <a:t>boldly</a:t>
            </a:r>
            <a:r>
              <a:rPr lang="en-US" sz="1200" b="0" i="0" u="sng"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create what’s next</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After achieving flexible automated manufacturing for multiple contactor deviations, leadership was ready to invest in a program to </a:t>
            </a:r>
            <a:r>
              <a:rPr lang="en-US" u="sng" dirty="0"/>
              <a:t>increase/evolve digital capabilities </a:t>
            </a:r>
            <a:r>
              <a:rPr lang="en-US" sz="1200" b="0" i="0" kern="1200" dirty="0">
                <a:solidFill>
                  <a:schemeClr val="tx1"/>
                </a:solidFill>
                <a:effectLst/>
                <a:latin typeface="+mn-lt"/>
                <a:ea typeface="+mn-ea"/>
                <a:cs typeface="+mn-cs"/>
              </a:rPr>
              <a:t>and</a:t>
            </a:r>
            <a:r>
              <a:rPr lang="en-US" dirty="0"/>
              <a:t> </a:t>
            </a:r>
            <a:r>
              <a:rPr lang="en-US" u="none" dirty="0"/>
              <a:t>boldly</a:t>
            </a:r>
            <a:r>
              <a:rPr lang="en-US" sz="1200" b="0" i="0" u="sng"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create what’s next</a:t>
            </a:r>
            <a:r>
              <a:rPr lang="en-US" sz="1200" b="0" i="0" kern="1200" dirty="0">
                <a:solidFill>
                  <a:schemeClr val="tx1"/>
                </a:solidFill>
                <a:effectLst/>
                <a:latin typeface="+mn-lt"/>
                <a:ea typeface="+mn-ea"/>
                <a:cs typeface="+mn-cs"/>
              </a:rPr>
              <a:t>.</a:t>
            </a:r>
            <a:endParaRPr lang="en-US" sz="1200" b="0" i="0" kern="1200" dirty="0">
              <a:solidFill>
                <a:schemeClr val="tx1"/>
              </a:solidFill>
              <a:effectLst/>
              <a:latin typeface="+mn-lt"/>
            </a:endParaRPr>
          </a:p>
          <a:p>
            <a:pPr marL="0" indent="0">
              <a:buFontTx/>
              <a:buNone/>
            </a:pPr>
            <a:r>
              <a:rPr lang="en-US" sz="1200" b="0" i="0" strike="sngStrike" kern="1200" dirty="0">
                <a:solidFill>
                  <a:schemeClr val="tx1"/>
                </a:solidFill>
                <a:effectLst/>
                <a:latin typeface="+mn-lt"/>
                <a:ea typeface="+mn-ea"/>
                <a:cs typeface="+mn-cs"/>
              </a:rPr>
              <a:t>After achieving flexible automated manufacturing for multiple contactor deviations, leadership was ready</a:t>
            </a:r>
            <a:r>
              <a:rPr lang="en-US" u="none" strike="sngStrike" dirty="0"/>
              <a:t> was ready to drive digital innovation and boldly create what’s next. </a:t>
            </a:r>
          </a:p>
          <a:p>
            <a:pPr marL="0" indent="0">
              <a:buFontTx/>
              <a:buNone/>
            </a:pPr>
            <a:endParaRPr lang="en-US" u="none" dirty="0"/>
          </a:p>
          <a:p>
            <a:pPr marL="0" indent="0">
              <a:buFontTx/>
              <a:buNone/>
            </a:pPr>
            <a:r>
              <a:rPr lang="en-US" u="none" dirty="0"/>
              <a:t>---FINAL---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After achieving flexible automated manufacturing for multiple contactor deviations, leadership was ready</a:t>
            </a:r>
            <a:r>
              <a:rPr lang="en-US" u="none" dirty="0"/>
              <a:t> to invest in digital capabilities and boldly create what’s next.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kern="1200" dirty="0">
                <a:solidFill>
                  <a:schemeClr val="tx1"/>
                </a:solidFill>
                <a:effectLst/>
                <a:latin typeface="+mn-lt"/>
                <a:ea typeface="+mn-ea"/>
                <a:cs typeface="+mn-cs"/>
              </a:rPr>
              <a:t>By converging IT and OT, leveraging Digital Twins, and applying Industrial AI, data from the edge and across the value chain powers data-driven decisions </a:t>
            </a:r>
            <a:r>
              <a:rPr lang="en-US" sz="1200" b="0" i="0" u="none" strike="noStrike" kern="1200" dirty="0">
                <a:solidFill>
                  <a:schemeClr val="tx1"/>
                </a:solidFill>
                <a:effectLst/>
                <a:latin typeface="+mn-lt"/>
                <a:ea typeface="+mn-ea"/>
                <a:cs typeface="+mn-cs"/>
              </a:rPr>
              <a:t>that </a:t>
            </a:r>
            <a:r>
              <a:rPr lang="en-US" u="none" strike="noStrike" dirty="0"/>
              <a:t>optimize</a:t>
            </a:r>
            <a:r>
              <a:rPr lang="en-US" u="none" dirty="0"/>
              <a:t> performance</a:t>
            </a:r>
            <a:r>
              <a:rPr lang="en-US" sz="1200" b="0" i="0" u="none" kern="1200" dirty="0">
                <a:solidFill>
                  <a:schemeClr val="tx1"/>
                </a:solidFill>
                <a:effectLst/>
                <a:latin typeface="+mn-lt"/>
                <a:ea typeface="+mn-ea"/>
                <a:cs typeface="+mn-cs"/>
              </a:rPr>
              <a:t> and ensure</a:t>
            </a:r>
            <a:r>
              <a:rPr lang="en-US" u="none" dirty="0"/>
              <a:t> a competitive edge. </a:t>
            </a:r>
          </a:p>
          <a:p>
            <a:endParaRPr lang="en-US" dirty="0"/>
          </a:p>
        </p:txBody>
      </p:sp>
      <p:sp>
        <p:nvSpPr>
          <p:cNvPr id="4" name="Slide Number Placeholder 3">
            <a:extLst>
              <a:ext uri="{FF2B5EF4-FFF2-40B4-BE49-F238E27FC236}">
                <a16:creationId xmlns:a16="http://schemas.microsoft.com/office/drawing/2014/main" id="{B99EB564-9B3D-E353-149E-021E6B6469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E8D7A9-8802-44CC-9120-AA46FB7005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55026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hyperlink" Target="https://twitter.com/kalypsoROK" TargetMode="External"/><Relationship Id="rId7" Type="http://schemas.openxmlformats.org/officeDocument/2006/relationships/image" Target="../media/image19.emf"/><Relationship Id="rId2" Type="http://schemas.openxmlformats.org/officeDocument/2006/relationships/hyperlink" Target="https://www.linkedin.com/company/kalypso/" TargetMode="External"/><Relationship Id="rId1" Type="http://schemas.openxmlformats.org/officeDocument/2006/relationships/slideMaster" Target="../slideMasters/slideMaster2.xml"/><Relationship Id="rId6" Type="http://schemas.openxmlformats.org/officeDocument/2006/relationships/image" Target="../media/image18.emf"/><Relationship Id="rId5" Type="http://schemas.openxmlformats.org/officeDocument/2006/relationships/hyperlink" Target="https://www.instagram.com/kalypsoROK/" TargetMode="External"/><Relationship Id="rId10" Type="http://schemas.openxmlformats.org/officeDocument/2006/relationships/image" Target="../media/image2.png"/><Relationship Id="rId4" Type="http://schemas.openxmlformats.org/officeDocument/2006/relationships/hyperlink" Target="https://www.facebook.com/KalypsoROK/" TargetMode="External"/><Relationship Id="rId9" Type="http://schemas.openxmlformats.org/officeDocument/2006/relationships/image" Target="../media/image21.emf"/></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www.rockwellautomation.com/" TargetMode="External"/><Relationship Id="rId3" Type="http://schemas.openxmlformats.org/officeDocument/2006/relationships/image" Target="../media/image23.png"/><Relationship Id="rId7" Type="http://schemas.openxmlformats.org/officeDocument/2006/relationships/image" Target="../media/image26.svg"/><Relationship Id="rId12" Type="http://schemas.openxmlformats.org/officeDocument/2006/relationships/image" Target="../media/image30.svg"/><Relationship Id="rId2" Type="http://schemas.openxmlformats.org/officeDocument/2006/relationships/hyperlink" Target="https://www.facebook.com/ROKAutomation" TargetMode="External"/><Relationship Id="rId1" Type="http://schemas.openxmlformats.org/officeDocument/2006/relationships/slideMaster" Target="../slideMasters/slideMaster3.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www.instagram.com/rokautomation" TargetMode="External"/><Relationship Id="rId10" Type="http://schemas.openxmlformats.org/officeDocument/2006/relationships/hyperlink" Target="https://twitter.com/ROKAutomation" TargetMode="External"/><Relationship Id="rId4" Type="http://schemas.openxmlformats.org/officeDocument/2006/relationships/image" Target="../media/image24.svg"/><Relationship Id="rId9" Type="http://schemas.openxmlformats.org/officeDocument/2006/relationships/image" Target="../media/image28.svg"/><Relationship Id="rId14"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4.svg"/><Relationship Id="rId3" Type="http://schemas.openxmlformats.org/officeDocument/2006/relationships/hyperlink" Target="https://www.facebook.com/ROKAutomation" TargetMode="External"/><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hyperlink" Target="https://www.instagram.com/rokautomation" TargetMode="External"/><Relationship Id="rId11" Type="http://schemas.openxmlformats.org/officeDocument/2006/relationships/hyperlink" Target="https://twitter.com/ROKAutomation" TargetMode="External"/><Relationship Id="rId5" Type="http://schemas.openxmlformats.org/officeDocument/2006/relationships/image" Target="../media/image31.svg"/><Relationship Id="rId10" Type="http://schemas.openxmlformats.org/officeDocument/2006/relationships/image" Target="../media/image33.svg"/><Relationship Id="rId4" Type="http://schemas.openxmlformats.org/officeDocument/2006/relationships/image" Target="../media/image23.png"/><Relationship Id="rId9" Type="http://schemas.openxmlformats.org/officeDocument/2006/relationships/image" Target="../media/image27.png"/><Relationship Id="rId14" Type="http://schemas.openxmlformats.org/officeDocument/2006/relationships/hyperlink" Target="http://www.rockwellautomation.com/" TargetMode="External"/></Relationships>
</file>

<file path=ppt/slideLayouts/_rels/slideLayout10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www.rockwellautomation.com/" TargetMode="External"/><Relationship Id="rId3" Type="http://schemas.openxmlformats.org/officeDocument/2006/relationships/image" Target="../media/image23.png"/><Relationship Id="rId7" Type="http://schemas.openxmlformats.org/officeDocument/2006/relationships/image" Target="../media/image26.svg"/><Relationship Id="rId12" Type="http://schemas.openxmlformats.org/officeDocument/2006/relationships/image" Target="../media/image30.svg"/><Relationship Id="rId2" Type="http://schemas.openxmlformats.org/officeDocument/2006/relationships/hyperlink" Target="https://www.facebook.com/ROKAutomation" TargetMode="External"/><Relationship Id="rId1" Type="http://schemas.openxmlformats.org/officeDocument/2006/relationships/slideMaster" Target="../slideMasters/slideMaster3.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www.instagram.com/rokautomation" TargetMode="External"/><Relationship Id="rId10" Type="http://schemas.openxmlformats.org/officeDocument/2006/relationships/hyperlink" Target="https://twitter.com/ROKAutomation" TargetMode="External"/><Relationship Id="rId4" Type="http://schemas.openxmlformats.org/officeDocument/2006/relationships/image" Target="../media/image24.svg"/><Relationship Id="rId9" Type="http://schemas.openxmlformats.org/officeDocument/2006/relationships/image" Target="../media/image28.svg"/><Relationship Id="rId14" Type="http://schemas.openxmlformats.org/officeDocument/2006/relationships/image" Target="../media/image1.png"/></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www.rockwellautomation.com/" TargetMode="External"/><Relationship Id="rId3" Type="http://schemas.openxmlformats.org/officeDocument/2006/relationships/image" Target="../media/image23.png"/><Relationship Id="rId7" Type="http://schemas.openxmlformats.org/officeDocument/2006/relationships/image" Target="../media/image26.svg"/><Relationship Id="rId12" Type="http://schemas.openxmlformats.org/officeDocument/2006/relationships/image" Target="../media/image30.svg"/><Relationship Id="rId2" Type="http://schemas.openxmlformats.org/officeDocument/2006/relationships/hyperlink" Target="https://www.facebook.com/ROKAutomation" TargetMode="External"/><Relationship Id="rId1" Type="http://schemas.openxmlformats.org/officeDocument/2006/relationships/slideMaster" Target="../slideMasters/slideMaster7.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www.instagram.com/rokautomation" TargetMode="External"/><Relationship Id="rId10" Type="http://schemas.openxmlformats.org/officeDocument/2006/relationships/hyperlink" Target="https://twitter.com/ROKAutomation" TargetMode="External"/><Relationship Id="rId4" Type="http://schemas.openxmlformats.org/officeDocument/2006/relationships/image" Target="../media/image24.svg"/><Relationship Id="rId9" Type="http://schemas.openxmlformats.org/officeDocument/2006/relationships/image" Target="../media/image28.svg"/><Relationship Id="rId14" Type="http://schemas.openxmlformats.org/officeDocument/2006/relationships/image" Target="../media/image1.png"/></Relationships>
</file>

<file path=ppt/slideLayouts/_rels/slideLayout223.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4.svg"/><Relationship Id="rId3" Type="http://schemas.openxmlformats.org/officeDocument/2006/relationships/hyperlink" Target="https://www.facebook.com/ROKAutomation" TargetMode="External"/><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hyperlink" Target="https://www.instagram.com/rokautomation" TargetMode="External"/><Relationship Id="rId11" Type="http://schemas.openxmlformats.org/officeDocument/2006/relationships/hyperlink" Target="https://twitter.com/ROKAutomation" TargetMode="External"/><Relationship Id="rId5" Type="http://schemas.openxmlformats.org/officeDocument/2006/relationships/image" Target="../media/image31.svg"/><Relationship Id="rId10" Type="http://schemas.openxmlformats.org/officeDocument/2006/relationships/image" Target="../media/image33.svg"/><Relationship Id="rId4" Type="http://schemas.openxmlformats.org/officeDocument/2006/relationships/image" Target="../media/image23.png"/><Relationship Id="rId9" Type="http://schemas.openxmlformats.org/officeDocument/2006/relationships/image" Target="../media/image27.png"/><Relationship Id="rId14" Type="http://schemas.openxmlformats.org/officeDocument/2006/relationships/hyperlink" Target="http://www.rockwellautomation.com/" TargetMode="External"/></Relationships>
</file>

<file path=ppt/slideLayouts/_rels/slideLayout22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www.rockwellautomation.com/" TargetMode="External"/><Relationship Id="rId3" Type="http://schemas.openxmlformats.org/officeDocument/2006/relationships/image" Target="../media/image23.png"/><Relationship Id="rId7" Type="http://schemas.openxmlformats.org/officeDocument/2006/relationships/image" Target="../media/image26.svg"/><Relationship Id="rId12" Type="http://schemas.openxmlformats.org/officeDocument/2006/relationships/image" Target="../media/image30.svg"/><Relationship Id="rId2" Type="http://schemas.openxmlformats.org/officeDocument/2006/relationships/hyperlink" Target="https://www.facebook.com/ROKAutomation" TargetMode="External"/><Relationship Id="rId1" Type="http://schemas.openxmlformats.org/officeDocument/2006/relationships/slideMaster" Target="../slideMasters/slideMaster7.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www.instagram.com/rokautomation" TargetMode="External"/><Relationship Id="rId10" Type="http://schemas.openxmlformats.org/officeDocument/2006/relationships/hyperlink" Target="https://twitter.com/ROKAutomation" TargetMode="External"/><Relationship Id="rId4" Type="http://schemas.openxmlformats.org/officeDocument/2006/relationships/image" Target="../media/image24.svg"/><Relationship Id="rId9" Type="http://schemas.openxmlformats.org/officeDocument/2006/relationships/image" Target="../media/image28.svg"/><Relationship Id="rId14" Type="http://schemas.openxmlformats.org/officeDocument/2006/relationships/image" Target="../media/image1.png"/></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8.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2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30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www.rockwellautomation.com/" TargetMode="External"/><Relationship Id="rId3" Type="http://schemas.openxmlformats.org/officeDocument/2006/relationships/image" Target="../media/image23.png"/><Relationship Id="rId7" Type="http://schemas.openxmlformats.org/officeDocument/2006/relationships/image" Target="../media/image26.svg"/><Relationship Id="rId12" Type="http://schemas.openxmlformats.org/officeDocument/2006/relationships/image" Target="../media/image30.svg"/><Relationship Id="rId2" Type="http://schemas.openxmlformats.org/officeDocument/2006/relationships/hyperlink" Target="https://www.facebook.com/ROKAutomation" TargetMode="External"/><Relationship Id="rId1" Type="http://schemas.openxmlformats.org/officeDocument/2006/relationships/slideMaster" Target="../slideMasters/slideMaster8.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www.instagram.com/rokautomation" TargetMode="External"/><Relationship Id="rId10" Type="http://schemas.openxmlformats.org/officeDocument/2006/relationships/hyperlink" Target="https://twitter.com/ROKAutomation" TargetMode="External"/><Relationship Id="rId4" Type="http://schemas.openxmlformats.org/officeDocument/2006/relationships/image" Target="../media/image24.svg"/><Relationship Id="rId9" Type="http://schemas.openxmlformats.org/officeDocument/2006/relationships/image" Target="../media/image28.svg"/><Relationship Id="rId14" Type="http://schemas.openxmlformats.org/officeDocument/2006/relationships/image" Target="../media/image1.png"/></Relationships>
</file>

<file path=ppt/slideLayouts/_rels/slideLayout303.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4.svg"/><Relationship Id="rId3" Type="http://schemas.openxmlformats.org/officeDocument/2006/relationships/hyperlink" Target="https://www.facebook.com/ROKAutomation" TargetMode="External"/><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hyperlink" Target="https://www.instagram.com/rokautomation" TargetMode="External"/><Relationship Id="rId11" Type="http://schemas.openxmlformats.org/officeDocument/2006/relationships/hyperlink" Target="https://twitter.com/ROKAutomation" TargetMode="External"/><Relationship Id="rId5" Type="http://schemas.openxmlformats.org/officeDocument/2006/relationships/image" Target="../media/image31.svg"/><Relationship Id="rId10" Type="http://schemas.openxmlformats.org/officeDocument/2006/relationships/image" Target="../media/image33.svg"/><Relationship Id="rId4" Type="http://schemas.openxmlformats.org/officeDocument/2006/relationships/image" Target="../media/image23.png"/><Relationship Id="rId9" Type="http://schemas.openxmlformats.org/officeDocument/2006/relationships/image" Target="../media/image27.png"/><Relationship Id="rId14" Type="http://schemas.openxmlformats.org/officeDocument/2006/relationships/hyperlink" Target="http://www.rockwellautomation.com/" TargetMode="External"/></Relationships>
</file>

<file path=ppt/slideLayouts/_rels/slideLayout304.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hyperlink" Target="http://www.rockwellautomation.com/" TargetMode="External"/><Relationship Id="rId3" Type="http://schemas.openxmlformats.org/officeDocument/2006/relationships/image" Target="../media/image23.png"/><Relationship Id="rId7" Type="http://schemas.openxmlformats.org/officeDocument/2006/relationships/image" Target="../media/image26.svg"/><Relationship Id="rId12" Type="http://schemas.openxmlformats.org/officeDocument/2006/relationships/image" Target="../media/image30.svg"/><Relationship Id="rId2" Type="http://schemas.openxmlformats.org/officeDocument/2006/relationships/hyperlink" Target="https://www.facebook.com/ROKAutomation" TargetMode="External"/><Relationship Id="rId1" Type="http://schemas.openxmlformats.org/officeDocument/2006/relationships/slideMaster" Target="../slideMasters/slideMaster8.xml"/><Relationship Id="rId6" Type="http://schemas.openxmlformats.org/officeDocument/2006/relationships/image" Target="../media/image25.png"/><Relationship Id="rId11" Type="http://schemas.openxmlformats.org/officeDocument/2006/relationships/image" Target="../media/image29.png"/><Relationship Id="rId5" Type="http://schemas.openxmlformats.org/officeDocument/2006/relationships/hyperlink" Target="https://www.instagram.com/rokautomation" TargetMode="External"/><Relationship Id="rId10" Type="http://schemas.openxmlformats.org/officeDocument/2006/relationships/hyperlink" Target="https://twitter.com/ROKAutomation" TargetMode="External"/><Relationship Id="rId4" Type="http://schemas.openxmlformats.org/officeDocument/2006/relationships/image" Target="../media/image24.svg"/><Relationship Id="rId9" Type="http://schemas.openxmlformats.org/officeDocument/2006/relationships/image" Target="../media/image28.svg"/><Relationship Id="rId14" Type="http://schemas.openxmlformats.org/officeDocument/2006/relationships/image" Target="../media/image1.png"/></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01/10/2025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01/10/2025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01/10/2025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01/10/2025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01/10/2025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01/10/2025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01/10/2025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01/10/2025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01/10/2025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01/10/2025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01/10/2025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44529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51C05E6B-9D06-9E8C-EF7F-46A72FFC61B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13143624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B7BF4F0-A5A2-8E02-3CAA-B00F40C7050A}"/>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347" t="10351" r="2347" b="38883"/>
          <a:stretch/>
        </p:blipFill>
        <p:spPr>
          <a:xfrm>
            <a:off x="3672958" y="0"/>
            <a:ext cx="8328542" cy="6858001"/>
          </a:xfrm>
          <a:prstGeom prst="rect">
            <a:avLst/>
          </a:prstGeom>
        </p:spPr>
      </p:pic>
      <p:sp>
        <p:nvSpPr>
          <p:cNvPr id="8" name="Title 1">
            <a:extLst>
              <a:ext uri="{FF2B5EF4-FFF2-40B4-BE49-F238E27FC236}">
                <a16:creationId xmlns:a16="http://schemas.microsoft.com/office/drawing/2014/main" id="{BA61D534-7B47-B08A-BF4D-D54A3CD3FFF6}"/>
              </a:ext>
            </a:extLst>
          </p:cNvPr>
          <p:cNvSpPr>
            <a:spLocks noGrp="1"/>
          </p:cNvSpPr>
          <p:nvPr>
            <p:ph type="ctrTitle"/>
          </p:nvPr>
        </p:nvSpPr>
        <p:spPr>
          <a:xfrm>
            <a:off x="5334000" y="2104964"/>
            <a:ext cx="6515100" cy="1625600"/>
          </a:xfrm>
          <a:prstGeom prst="rect">
            <a:avLst/>
          </a:prstGeom>
        </p:spPr>
        <p:txBody>
          <a:bodyPr anchor="b">
            <a:noAutofit/>
          </a:bodyPr>
          <a:lstStyle>
            <a:lvl1pPr algn="l">
              <a:defRPr sz="4000" b="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3BE054D8-5221-A242-4D73-ED1E3C35E957}"/>
              </a:ext>
            </a:extLst>
          </p:cNvPr>
          <p:cNvSpPr>
            <a:spLocks noGrp="1"/>
          </p:cNvSpPr>
          <p:nvPr>
            <p:ph type="subTitle" idx="1"/>
          </p:nvPr>
        </p:nvSpPr>
        <p:spPr>
          <a:xfrm>
            <a:off x="5334000" y="3730564"/>
            <a:ext cx="6515100" cy="1117600"/>
          </a:xfrm>
          <a:prstGeom prst="rect">
            <a:avLst/>
          </a:prstGeom>
        </p:spPr>
        <p:txBody>
          <a:bodyPr tIns="0">
            <a:noAutofit/>
          </a:bodyPr>
          <a:lstStyle>
            <a:lvl1pPr marL="0" indent="0" algn="l">
              <a:buNone/>
              <a:defRPr sz="2400">
                <a:solidFill>
                  <a:schemeClr val="bg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pic>
        <p:nvPicPr>
          <p:cNvPr id="13" name="Graphic 12">
            <a:extLst>
              <a:ext uri="{FF2B5EF4-FFF2-40B4-BE49-F238E27FC236}">
                <a16:creationId xmlns:a16="http://schemas.microsoft.com/office/drawing/2014/main" id="{2387120C-0BCA-00DF-854A-8A17CF6BF5BC}"/>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95908" y="2917764"/>
            <a:ext cx="2871558" cy="708916"/>
          </a:xfrm>
          <a:prstGeom prst="rect">
            <a:avLst/>
          </a:prstGeom>
        </p:spPr>
      </p:pic>
      <p:sp>
        <p:nvSpPr>
          <p:cNvPr id="17" name="TextBox 16">
            <a:extLst>
              <a:ext uri="{FF2B5EF4-FFF2-40B4-BE49-F238E27FC236}">
                <a16:creationId xmlns:a16="http://schemas.microsoft.com/office/drawing/2014/main" id="{E70DC560-2C17-D94E-F420-1D4C41700295}"/>
              </a:ext>
            </a:extLst>
          </p:cNvPr>
          <p:cNvSpPr txBox="1"/>
          <p:nvPr userDrawn="1"/>
        </p:nvSpPr>
        <p:spPr>
          <a:xfrm>
            <a:off x="190500" y="6203209"/>
            <a:ext cx="6808940" cy="430887"/>
          </a:xfrm>
          <a:prstGeom prst="rect">
            <a:avLst/>
          </a:prstGeom>
        </p:spPr>
        <p:txBody>
          <a:bodyPr wrap="square" lIns="182880" tIns="91440" rIns="182880" bIns="91440" rtlCol="0" anchor="b">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800" b="0" i="0" kern="0" spc="40" baseline="0">
                <a:solidFill>
                  <a:schemeClr val="bg1"/>
                </a:solidFill>
                <a:latin typeface="+mn-lt"/>
                <a:cs typeface="Arial Narrow" panose="020B0604020202020204" pitchFamily="34" charset="0"/>
              </a:rPr>
              <a:t>CONFIDENTIAL — Unauthorized use and disclosure prohibited</a:t>
            </a:r>
            <a:br>
              <a:rPr lang="en-US" sz="800" b="0" i="0" kern="0" spc="40" baseline="0">
                <a:solidFill>
                  <a:schemeClr val="bg1"/>
                </a:solidFill>
                <a:latin typeface="+mn-lt"/>
                <a:cs typeface="Arial Narrow" panose="020B0604020202020204" pitchFamily="34" charset="0"/>
              </a:rPr>
            </a:br>
            <a:r>
              <a:rPr lang="en-US" sz="800" b="0" i="0" kern="0" spc="40" baseline="0">
                <a:solidFill>
                  <a:schemeClr val="bg1"/>
                </a:solidFill>
                <a:latin typeface="+mn-lt"/>
                <a:ea typeface="+mn-ea"/>
                <a:cs typeface="Arial Narrow" panose="020B0604020202020204" pitchFamily="34" charset="0"/>
              </a:rPr>
              <a:t>Copyright © 2025 Kalypso: A Rockwell Automation Business</a:t>
            </a:r>
          </a:p>
        </p:txBody>
      </p:sp>
      <p:sp>
        <p:nvSpPr>
          <p:cNvPr id="4" name="Right Triangle 3">
            <a:extLst>
              <a:ext uri="{FF2B5EF4-FFF2-40B4-BE49-F238E27FC236}">
                <a16:creationId xmlns:a16="http://schemas.microsoft.com/office/drawing/2014/main" id="{AFD72E67-21F4-8F5E-5D97-473CDC15292D}"/>
              </a:ext>
            </a:extLst>
          </p:cNvPr>
          <p:cNvSpPr/>
          <p:nvPr userDrawn="1"/>
        </p:nvSpPr>
        <p:spPr>
          <a:xfrm flipH="1">
            <a:off x="10690165" y="5361054"/>
            <a:ext cx="1501835" cy="1501835"/>
          </a:xfrm>
          <a:prstGeom prst="rtTriangl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algn="l">
              <a:lnSpc>
                <a:spcPct val="90000"/>
              </a:lnSpc>
              <a:spcAft>
                <a:spcPts val="600"/>
              </a:spcAft>
            </a:pPr>
            <a:endParaRPr lang="en-US">
              <a:solidFill>
                <a:schemeClr val="bg1"/>
              </a:solidFill>
            </a:endParaRPr>
          </a:p>
        </p:txBody>
      </p:sp>
    </p:spTree>
    <p:extLst>
      <p:ext uri="{BB962C8B-B14F-4D97-AF65-F5344CB8AC3E}">
        <p14:creationId xmlns:p14="http://schemas.microsoft.com/office/powerpoint/2010/main" val="112322553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Whi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F19C170-926A-2C03-6A29-F0C5676D4D0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347" t="10351" r="2347" b="38883"/>
          <a:stretch/>
        </p:blipFill>
        <p:spPr>
          <a:xfrm>
            <a:off x="3672958" y="0"/>
            <a:ext cx="8328542" cy="6858001"/>
          </a:xfrm>
          <a:prstGeom prst="rect">
            <a:avLst/>
          </a:prstGeom>
        </p:spPr>
      </p:pic>
      <p:sp>
        <p:nvSpPr>
          <p:cNvPr id="14" name="Title 1"/>
          <p:cNvSpPr>
            <a:spLocks noGrp="1"/>
          </p:cNvSpPr>
          <p:nvPr>
            <p:ph type="ctrTitle"/>
          </p:nvPr>
        </p:nvSpPr>
        <p:spPr>
          <a:xfrm>
            <a:off x="5334000" y="2104964"/>
            <a:ext cx="6515100" cy="1625600"/>
          </a:xfrm>
          <a:prstGeom prst="rect">
            <a:avLst/>
          </a:prstGeom>
        </p:spPr>
        <p:txBody>
          <a:bodyPr anchor="b">
            <a:noAutofit/>
          </a:bodyPr>
          <a:lstStyle>
            <a:lvl1pPr algn="l">
              <a:defRPr sz="4000" b="0">
                <a:solidFill>
                  <a:schemeClr val="tx1"/>
                </a:solidFill>
              </a:defRPr>
            </a:lvl1pPr>
          </a:lstStyle>
          <a:p>
            <a:r>
              <a:rPr lang="en-US"/>
              <a:t>Click to edit Master title style</a:t>
            </a:r>
          </a:p>
        </p:txBody>
      </p:sp>
      <p:sp>
        <p:nvSpPr>
          <p:cNvPr id="15" name="Subtitle 2"/>
          <p:cNvSpPr>
            <a:spLocks noGrp="1"/>
          </p:cNvSpPr>
          <p:nvPr>
            <p:ph type="subTitle" idx="1"/>
          </p:nvPr>
        </p:nvSpPr>
        <p:spPr>
          <a:xfrm>
            <a:off x="5334000" y="3730564"/>
            <a:ext cx="6515100" cy="1117600"/>
          </a:xfrm>
          <a:prstGeom prst="rect">
            <a:avLst/>
          </a:prstGeom>
        </p:spPr>
        <p:txBody>
          <a:bodyPr tIns="0">
            <a:noAutofit/>
          </a:bodyPr>
          <a:lstStyle>
            <a:lvl1pPr marL="0" indent="0" algn="l">
              <a:buNone/>
              <a:defRPr sz="2400">
                <a:solidFill>
                  <a:schemeClr val="accent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pic>
        <p:nvPicPr>
          <p:cNvPr id="4" name="Graphic 3">
            <a:extLst>
              <a:ext uri="{FF2B5EF4-FFF2-40B4-BE49-F238E27FC236}">
                <a16:creationId xmlns:a16="http://schemas.microsoft.com/office/drawing/2014/main" id="{F893F020-6437-FA59-446A-EECBA9E80352}"/>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395908" y="2917764"/>
            <a:ext cx="2871558" cy="708916"/>
          </a:xfrm>
          <a:prstGeom prst="rect">
            <a:avLst/>
          </a:prstGeom>
        </p:spPr>
      </p:pic>
      <p:sp>
        <p:nvSpPr>
          <p:cNvPr id="2" name="TextBox 1">
            <a:extLst>
              <a:ext uri="{FF2B5EF4-FFF2-40B4-BE49-F238E27FC236}">
                <a16:creationId xmlns:a16="http://schemas.microsoft.com/office/drawing/2014/main" id="{DE7FD590-37CE-46D3-174A-06CD007E8457}"/>
              </a:ext>
            </a:extLst>
          </p:cNvPr>
          <p:cNvSpPr txBox="1"/>
          <p:nvPr userDrawn="1"/>
        </p:nvSpPr>
        <p:spPr>
          <a:xfrm>
            <a:off x="190500" y="6203209"/>
            <a:ext cx="6808940" cy="430887"/>
          </a:xfrm>
          <a:prstGeom prst="rect">
            <a:avLst/>
          </a:prstGeom>
        </p:spPr>
        <p:txBody>
          <a:bodyPr wrap="square" lIns="182880" tIns="91440" rIns="182880" bIns="91440" rtlCol="0" anchor="b">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800" b="0" i="0" kern="0" spc="40" baseline="0">
                <a:solidFill>
                  <a:schemeClr val="tx1"/>
                </a:solidFill>
                <a:latin typeface="+mn-lt"/>
                <a:cs typeface="Arial Narrow" panose="020B0604020202020204" pitchFamily="34" charset="0"/>
              </a:rPr>
              <a:t>CONFIDENTIAL—Unauthorized use and disclosure prohibited</a:t>
            </a:r>
            <a:br>
              <a:rPr lang="en-US" sz="800" b="0" i="0" kern="0" spc="40" baseline="0">
                <a:solidFill>
                  <a:schemeClr val="tx1"/>
                </a:solidFill>
                <a:latin typeface="+mn-lt"/>
                <a:cs typeface="Arial Narrow" panose="020B0604020202020204" pitchFamily="34" charset="0"/>
              </a:rPr>
            </a:br>
            <a:r>
              <a:rPr lang="en-US" sz="800" b="0" i="0" kern="0" spc="40" baseline="0">
                <a:solidFill>
                  <a:schemeClr val="tx1"/>
                </a:solidFill>
                <a:latin typeface="+mn-lt"/>
                <a:ea typeface="+mn-ea"/>
                <a:cs typeface="Arial Narrow" panose="020B0604020202020204" pitchFamily="34" charset="0"/>
              </a:rPr>
              <a:t>Copyright © 2025 Kalypso: A Rockwell Automation Business</a:t>
            </a:r>
          </a:p>
        </p:txBody>
      </p:sp>
      <p:sp>
        <p:nvSpPr>
          <p:cNvPr id="8" name="Right Triangle 7">
            <a:extLst>
              <a:ext uri="{FF2B5EF4-FFF2-40B4-BE49-F238E27FC236}">
                <a16:creationId xmlns:a16="http://schemas.microsoft.com/office/drawing/2014/main" id="{5A37F4B5-5F6D-B550-75AB-1BBEC59E677F}"/>
              </a:ext>
            </a:extLst>
          </p:cNvPr>
          <p:cNvSpPr/>
          <p:nvPr userDrawn="1"/>
        </p:nvSpPr>
        <p:spPr>
          <a:xfrm flipH="1">
            <a:off x="10690160" y="5361053"/>
            <a:ext cx="1501835" cy="1501835"/>
          </a:xfrm>
          <a:prstGeom prst="rtTriangl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algn="l">
              <a:lnSpc>
                <a:spcPct val="90000"/>
              </a:lnSpc>
              <a:spcAft>
                <a:spcPts val="600"/>
              </a:spcAft>
            </a:pPr>
            <a:endParaRPr lang="en-US">
              <a:solidFill>
                <a:schemeClr val="bg1"/>
              </a:solidFill>
            </a:endParaRPr>
          </a:p>
        </p:txBody>
      </p:sp>
    </p:spTree>
    <p:extLst>
      <p:ext uri="{BB962C8B-B14F-4D97-AF65-F5344CB8AC3E}">
        <p14:creationId xmlns:p14="http://schemas.microsoft.com/office/powerpoint/2010/main" val="1163507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Reverse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A58A6AB-7693-35E4-4933-BA68F9CF057A}"/>
              </a:ext>
            </a:extLst>
          </p:cNvPr>
          <p:cNvSpPr>
            <a:spLocks noGrp="1"/>
          </p:cNvSpPr>
          <p:nvPr>
            <p:ph type="ctrTitle"/>
          </p:nvPr>
        </p:nvSpPr>
        <p:spPr>
          <a:xfrm>
            <a:off x="190500" y="2687796"/>
            <a:ext cx="6667500" cy="1482408"/>
          </a:xfrm>
          <a:prstGeom prst="rect">
            <a:avLst/>
          </a:prstGeom>
        </p:spPr>
        <p:txBody>
          <a:bodyPr tIns="182880" rIns="731520" anchor="ctr">
            <a:noAutofit/>
          </a:bodyPr>
          <a:lstStyle>
            <a:lvl1pPr algn="l">
              <a:defRPr sz="3600" b="0">
                <a:solidFill>
                  <a:schemeClr val="bg1"/>
                </a:solidFill>
              </a:defRPr>
            </a:lvl1pPr>
          </a:lstStyle>
          <a:p>
            <a:r>
              <a:rPr lang="en-US"/>
              <a:t>Click to edit Master title style</a:t>
            </a:r>
          </a:p>
        </p:txBody>
      </p:sp>
      <p:sp>
        <p:nvSpPr>
          <p:cNvPr id="9" name="Subtitle 2">
            <a:extLst>
              <a:ext uri="{FF2B5EF4-FFF2-40B4-BE49-F238E27FC236}">
                <a16:creationId xmlns:a16="http://schemas.microsoft.com/office/drawing/2014/main" id="{972835F1-EF0D-00B6-411D-BDFF1B7B31B3}"/>
              </a:ext>
            </a:extLst>
          </p:cNvPr>
          <p:cNvSpPr>
            <a:spLocks noGrp="1"/>
          </p:cNvSpPr>
          <p:nvPr>
            <p:ph type="subTitle" idx="1"/>
          </p:nvPr>
        </p:nvSpPr>
        <p:spPr>
          <a:xfrm>
            <a:off x="6858000" y="2687796"/>
            <a:ext cx="5143500" cy="1482408"/>
          </a:xfrm>
          <a:prstGeom prst="rect">
            <a:avLst/>
          </a:prstGeom>
        </p:spPr>
        <p:txBody>
          <a:bodyPr tIns="182880" rIns="182880" anchor="ctr">
            <a:noAutofit/>
          </a:bodyPr>
          <a:lstStyle>
            <a:lvl1pPr marL="0" indent="0" algn="l">
              <a:buNone/>
              <a:defRPr sz="2000">
                <a:solidFill>
                  <a:schemeClr val="bg1"/>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p>
        </p:txBody>
      </p:sp>
      <p:sp>
        <p:nvSpPr>
          <p:cNvPr id="11" name="Slide Number Placeholder 21">
            <a:extLst>
              <a:ext uri="{FF2B5EF4-FFF2-40B4-BE49-F238E27FC236}">
                <a16:creationId xmlns:a16="http://schemas.microsoft.com/office/drawing/2014/main" id="{7547B76C-4B66-065F-0154-3784B6E8B393}"/>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0" smtClean="0">
                <a:solidFill>
                  <a:schemeClr val="bg1"/>
                </a:solidFill>
                <a:latin typeface="+mn-lt"/>
              </a:rPr>
              <a:pPr algn="r"/>
              <a:t>‹Nº›</a:t>
            </a:fld>
            <a:endParaRPr lang="en-US" sz="1000" b="0">
              <a:solidFill>
                <a:schemeClr val="bg1"/>
              </a:solidFill>
              <a:latin typeface="+mn-lt"/>
            </a:endParaRPr>
          </a:p>
        </p:txBody>
      </p:sp>
      <p:pic>
        <p:nvPicPr>
          <p:cNvPr id="4" name="Picture 3">
            <a:extLst>
              <a:ext uri="{FF2B5EF4-FFF2-40B4-BE49-F238E27FC236}">
                <a16:creationId xmlns:a16="http://schemas.microsoft.com/office/drawing/2014/main" id="{73CB8294-ADBF-8197-3414-CCC4DB2B566A}"/>
              </a:ext>
            </a:extLst>
          </p:cNvPr>
          <p:cNvPicPr>
            <a:picLocks noChangeAspect="1"/>
          </p:cNvPicPr>
          <p:nvPr userDrawn="1"/>
        </p:nvPicPr>
        <p:blipFill>
          <a:blip r:embed="rId2"/>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584754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12" name="Title 1"/>
          <p:cNvSpPr>
            <a:spLocks noGrp="1"/>
          </p:cNvSpPr>
          <p:nvPr>
            <p:ph type="ctrTitle"/>
          </p:nvPr>
        </p:nvSpPr>
        <p:spPr>
          <a:xfrm>
            <a:off x="190500" y="2687796"/>
            <a:ext cx="6667500" cy="1482408"/>
          </a:xfrm>
          <a:prstGeom prst="rect">
            <a:avLst/>
          </a:prstGeom>
        </p:spPr>
        <p:txBody>
          <a:bodyPr tIns="182880" rIns="731520" anchor="ctr">
            <a:noAutofit/>
          </a:bodyPr>
          <a:lstStyle>
            <a:lvl1pPr algn="l">
              <a:defRPr sz="3600" b="0">
                <a:solidFill>
                  <a:schemeClr val="tx1"/>
                </a:solidFill>
              </a:defRPr>
            </a:lvl1pPr>
          </a:lstStyle>
          <a:p>
            <a:r>
              <a:rPr lang="en-US"/>
              <a:t>Click to edit Master title style</a:t>
            </a:r>
          </a:p>
        </p:txBody>
      </p:sp>
      <p:sp>
        <p:nvSpPr>
          <p:cNvPr id="19" name="Subtitle 2"/>
          <p:cNvSpPr>
            <a:spLocks noGrp="1"/>
          </p:cNvSpPr>
          <p:nvPr>
            <p:ph type="subTitle" idx="1"/>
          </p:nvPr>
        </p:nvSpPr>
        <p:spPr>
          <a:xfrm>
            <a:off x="6858000" y="2687796"/>
            <a:ext cx="5143500" cy="1482408"/>
          </a:xfrm>
          <a:prstGeom prst="rect">
            <a:avLst/>
          </a:prstGeom>
        </p:spPr>
        <p:txBody>
          <a:bodyPr tIns="182880" anchor="ctr">
            <a:noAutofit/>
          </a:bodyPr>
          <a:lstStyle>
            <a:lvl1pPr marL="0" indent="0" algn="l">
              <a:buNone/>
              <a:defRPr sz="2000">
                <a:solidFill>
                  <a:schemeClr val="accent1"/>
                </a:solidFill>
              </a:defRPr>
            </a:lvl1pPr>
            <a:lvl2pPr marL="457178" indent="0" algn="ctr">
              <a:buNone/>
              <a:defRPr>
                <a:solidFill>
                  <a:schemeClr val="tx1">
                    <a:tint val="75000"/>
                  </a:schemeClr>
                </a:solidFill>
              </a:defRPr>
            </a:lvl2pPr>
            <a:lvl3pPr marL="914354" indent="0" algn="ctr">
              <a:buNone/>
              <a:defRPr>
                <a:solidFill>
                  <a:schemeClr val="tx1">
                    <a:tint val="75000"/>
                  </a:schemeClr>
                </a:solidFill>
              </a:defRPr>
            </a:lvl3pPr>
            <a:lvl4pPr marL="1371532" indent="0" algn="ctr">
              <a:buNone/>
              <a:defRPr>
                <a:solidFill>
                  <a:schemeClr val="tx1">
                    <a:tint val="75000"/>
                  </a:schemeClr>
                </a:solidFill>
              </a:defRPr>
            </a:lvl4pPr>
            <a:lvl5pPr marL="1828709" indent="0" algn="ctr">
              <a:buNone/>
              <a:defRPr>
                <a:solidFill>
                  <a:schemeClr val="tx1">
                    <a:tint val="75000"/>
                  </a:schemeClr>
                </a:solidFill>
              </a:defRPr>
            </a:lvl5pPr>
            <a:lvl6pPr marL="2285886" indent="0" algn="ctr">
              <a:buNone/>
              <a:defRPr>
                <a:solidFill>
                  <a:schemeClr val="tx1">
                    <a:tint val="75000"/>
                  </a:schemeClr>
                </a:solidFill>
              </a:defRPr>
            </a:lvl6pPr>
            <a:lvl7pPr marL="2743062" indent="0" algn="ctr">
              <a:buNone/>
              <a:defRPr>
                <a:solidFill>
                  <a:schemeClr val="tx1">
                    <a:tint val="75000"/>
                  </a:schemeClr>
                </a:solidFill>
              </a:defRPr>
            </a:lvl7pPr>
            <a:lvl8pPr marL="3200240" indent="0" algn="ctr">
              <a:buNone/>
              <a:defRPr>
                <a:solidFill>
                  <a:schemeClr val="tx1">
                    <a:tint val="75000"/>
                  </a:schemeClr>
                </a:solidFill>
              </a:defRPr>
            </a:lvl8pPr>
            <a:lvl9pPr marL="365741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7568884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White)">
    <p:spTree>
      <p:nvGrpSpPr>
        <p:cNvPr id="1" name=""/>
        <p:cNvGrpSpPr/>
        <p:nvPr/>
      </p:nvGrpSpPr>
      <p:grpSpPr>
        <a:xfrm>
          <a:off x="0" y="0"/>
          <a:ext cx="0" cy="0"/>
          <a:chOff x="0" y="0"/>
          <a:chExt cx="0" cy="0"/>
        </a:xfrm>
      </p:grpSpPr>
      <p:sp>
        <p:nvSpPr>
          <p:cNvPr id="6" name="Content Placeholder 2"/>
          <p:cNvSpPr>
            <a:spLocks noGrp="1"/>
          </p:cNvSpPr>
          <p:nvPr>
            <p:ph idx="1"/>
          </p:nvPr>
        </p:nvSpPr>
        <p:spPr>
          <a:xfrm>
            <a:off x="190500" y="762001"/>
            <a:ext cx="11811000" cy="5524500"/>
          </a:xfrm>
          <a:prstGeom prst="rect">
            <a:avLst/>
          </a:prstGeom>
        </p:spPr>
        <p:txBody>
          <a:bodyPr/>
          <a:lstStyle>
            <a:lvl1pPr>
              <a:defRPr sz="2400"/>
            </a:lvl1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7D22E6B-037A-E644-B1BC-F8325921F416}"/>
              </a:ext>
            </a:extLst>
          </p:cNvPr>
          <p:cNvSpPr>
            <a:spLocks noGrp="1"/>
          </p:cNvSpPr>
          <p:nvPr>
            <p:ph type="title"/>
          </p:nvPr>
        </p:nvSpPr>
        <p:spPr>
          <a:xfrm>
            <a:off x="190500" y="190501"/>
            <a:ext cx="11811000" cy="571499"/>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0816188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plit Content Slide (White)">
    <p:spTree>
      <p:nvGrpSpPr>
        <p:cNvPr id="1" name=""/>
        <p:cNvGrpSpPr/>
        <p:nvPr/>
      </p:nvGrpSpPr>
      <p:grpSpPr>
        <a:xfrm>
          <a:off x="0" y="0"/>
          <a:ext cx="0" cy="0"/>
          <a:chOff x="0" y="0"/>
          <a:chExt cx="0" cy="0"/>
        </a:xfrm>
      </p:grpSpPr>
      <p:sp>
        <p:nvSpPr>
          <p:cNvPr id="4" name="Content Placeholder 3"/>
          <p:cNvSpPr>
            <a:spLocks noGrp="1"/>
          </p:cNvSpPr>
          <p:nvPr>
            <p:ph sz="quarter" idx="11"/>
          </p:nvPr>
        </p:nvSpPr>
        <p:spPr>
          <a:xfrm>
            <a:off x="190499" y="762001"/>
            <a:ext cx="6289813" cy="55338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p:cNvSpPr>
            <a:spLocks noGrp="1"/>
          </p:cNvSpPr>
          <p:nvPr>
            <p:ph sz="quarter" idx="12"/>
          </p:nvPr>
        </p:nvSpPr>
        <p:spPr>
          <a:xfrm>
            <a:off x="6858000" y="762001"/>
            <a:ext cx="5143500" cy="5524499"/>
          </a:xfrm>
        </p:spPr>
        <p:txBody>
          <a:bodyPr/>
          <a:lstStyle>
            <a:lvl1pPr marL="342900" indent="-342900">
              <a:buFont typeface="+mj-lt"/>
              <a:buAutoNum type="arabicPeriod"/>
              <a:tabLst/>
              <a:defRPr sz="2400"/>
            </a:lvl1pPr>
            <a:lvl2pPr>
              <a:defRPr sz="2000"/>
            </a:lvl2pPr>
            <a:lvl3pPr>
              <a:defRPr sz="1800"/>
            </a:lvl3pPr>
          </a:lstStyle>
          <a:p>
            <a:pPr lvl="0"/>
            <a:r>
              <a:rPr lang="en-US"/>
              <a:t>Click to edit Master text styles</a:t>
            </a:r>
          </a:p>
          <a:p>
            <a:pPr lvl="1"/>
            <a:r>
              <a:rPr lang="en-US"/>
              <a:t>Second level</a:t>
            </a:r>
          </a:p>
          <a:p>
            <a:pPr lvl="2"/>
            <a:r>
              <a:rPr lang="en-US"/>
              <a:t>Third level</a:t>
            </a:r>
          </a:p>
        </p:txBody>
      </p:sp>
      <p:sp>
        <p:nvSpPr>
          <p:cNvPr id="9" name="Title Placeholder 1"/>
          <p:cNvSpPr>
            <a:spLocks noGrp="1"/>
          </p:cNvSpPr>
          <p:nvPr>
            <p:ph type="title"/>
          </p:nvPr>
        </p:nvSpPr>
        <p:spPr>
          <a:xfrm>
            <a:off x="190500" y="190501"/>
            <a:ext cx="11811000" cy="571500"/>
          </a:xfrm>
          <a:prstGeom prst="rect">
            <a:avLst/>
          </a:prstGeom>
        </p:spPr>
        <p:txBody>
          <a:bodyPr vert="horz" lIns="182880" tIns="182880" rIns="182880" bIns="182880" rtlCol="0" anchor="t">
            <a:noAutofit/>
          </a:bodyPr>
          <a:lstStyle/>
          <a:p>
            <a:r>
              <a:rPr lang="en-US"/>
              <a:t>Click to edit Master title style</a:t>
            </a:r>
          </a:p>
        </p:txBody>
      </p:sp>
    </p:spTree>
    <p:extLst>
      <p:ext uri="{BB962C8B-B14F-4D97-AF65-F5344CB8AC3E}">
        <p14:creationId xmlns:p14="http://schemas.microsoft.com/office/powerpoint/2010/main" val="800930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ero Conten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190500" y="495300"/>
            <a:ext cx="8877300" cy="5791200"/>
          </a:xfrm>
          <a:prstGeom prst="rect">
            <a:avLst/>
          </a:prstGeom>
        </p:spPr>
        <p:txBody>
          <a:bodyPr anchor="ctr"/>
          <a:lstStyle>
            <a:lvl1pPr marL="0" indent="0">
              <a:spcBef>
                <a:spcPts val="1800"/>
              </a:spcBef>
              <a:buNone/>
              <a:defRPr sz="440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3790372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Slide w/ Title (Whit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90500" y="190500"/>
            <a:ext cx="11811000" cy="571500"/>
          </a:xfrm>
          <a:prstGeom prst="rect">
            <a:avLst/>
          </a:prstGeom>
        </p:spPr>
        <p:txBody>
          <a:bodyPr vert="horz" lIns="182880" tIns="182880" rIns="182880" bIns="182880" rtlCol="0" anchor="t">
            <a:noAutofit/>
          </a:bodyPr>
          <a:lstStyle/>
          <a:p>
            <a:r>
              <a:rPr lang="en-US"/>
              <a:t>Click to edit Master title style</a:t>
            </a:r>
          </a:p>
        </p:txBody>
      </p:sp>
    </p:spTree>
    <p:extLst>
      <p:ext uri="{BB962C8B-B14F-4D97-AF65-F5344CB8AC3E}">
        <p14:creationId xmlns:p14="http://schemas.microsoft.com/office/powerpoint/2010/main" val="35981423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Reversed)">
    <p:spTree>
      <p:nvGrpSpPr>
        <p:cNvPr id="1" name=""/>
        <p:cNvGrpSpPr/>
        <p:nvPr/>
      </p:nvGrpSpPr>
      <p:grpSpPr>
        <a:xfrm>
          <a:off x="0" y="0"/>
          <a:ext cx="0" cy="0"/>
          <a:chOff x="0" y="0"/>
          <a:chExt cx="0" cy="0"/>
        </a:xfrm>
      </p:grpSpPr>
      <p:sp>
        <p:nvSpPr>
          <p:cNvPr id="8" name="Content Placeholder 2"/>
          <p:cNvSpPr>
            <a:spLocks noGrp="1"/>
          </p:cNvSpPr>
          <p:nvPr>
            <p:ph idx="1"/>
          </p:nvPr>
        </p:nvSpPr>
        <p:spPr>
          <a:xfrm>
            <a:off x="190500" y="762001"/>
            <a:ext cx="11811000" cy="5524499"/>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p:cNvSpPr>
            <a:spLocks noGrp="1"/>
          </p:cNvSpPr>
          <p:nvPr>
            <p:ph type="title"/>
          </p:nvPr>
        </p:nvSpPr>
        <p:spPr>
          <a:xfrm>
            <a:off x="190500" y="190500"/>
            <a:ext cx="11811000" cy="571500"/>
          </a:xfrm>
          <a:prstGeom prst="rect">
            <a:avLst/>
          </a:prstGeom>
        </p:spPr>
        <p:txBody>
          <a:bodyPr vert="horz" lIns="182880" tIns="182880" rIns="182880" bIns="182880" rtlCol="0" anchor="t">
            <a:noAutofit/>
          </a:bodyPr>
          <a:lstStyle>
            <a:lvl1pPr>
              <a:defRPr>
                <a:solidFill>
                  <a:schemeClr val="bg1"/>
                </a:solidFill>
              </a:defRPr>
            </a:lvl1pPr>
          </a:lstStyle>
          <a:p>
            <a:r>
              <a:rPr lang="en-US"/>
              <a:t>Click to edit Master title style</a:t>
            </a:r>
          </a:p>
        </p:txBody>
      </p:sp>
      <p:sp>
        <p:nvSpPr>
          <p:cNvPr id="13" name="Slide Number Placeholder 21">
            <a:extLst>
              <a:ext uri="{FF2B5EF4-FFF2-40B4-BE49-F238E27FC236}">
                <a16:creationId xmlns:a16="http://schemas.microsoft.com/office/drawing/2014/main" id="{898371AD-08A3-A4CC-1C42-4BE9309A5020}"/>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0" smtClean="0">
                <a:solidFill>
                  <a:schemeClr val="bg1"/>
                </a:solidFill>
                <a:latin typeface="+mn-lt"/>
              </a:rPr>
              <a:pPr algn="r"/>
              <a:t>‹Nº›</a:t>
            </a:fld>
            <a:endParaRPr lang="en-US" sz="1000" b="0">
              <a:solidFill>
                <a:schemeClr val="bg1"/>
              </a:solidFill>
              <a:latin typeface="+mn-lt"/>
            </a:endParaRPr>
          </a:p>
        </p:txBody>
      </p:sp>
      <p:pic>
        <p:nvPicPr>
          <p:cNvPr id="2" name="Picture 1">
            <a:extLst>
              <a:ext uri="{FF2B5EF4-FFF2-40B4-BE49-F238E27FC236}">
                <a16:creationId xmlns:a16="http://schemas.microsoft.com/office/drawing/2014/main" id="{54CF1649-F5BA-73A9-BC66-F274FB542735}"/>
              </a:ext>
            </a:extLst>
          </p:cNvPr>
          <p:cNvPicPr>
            <a:picLocks noChangeAspect="1"/>
          </p:cNvPicPr>
          <p:nvPr userDrawn="1"/>
        </p:nvPicPr>
        <p:blipFill>
          <a:blip r:embed="rId2"/>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16431476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plit Content Slide (Reversed)">
    <p:spTree>
      <p:nvGrpSpPr>
        <p:cNvPr id="1" name=""/>
        <p:cNvGrpSpPr/>
        <p:nvPr/>
      </p:nvGrpSpPr>
      <p:grpSpPr>
        <a:xfrm>
          <a:off x="0" y="0"/>
          <a:ext cx="0" cy="0"/>
          <a:chOff x="0" y="0"/>
          <a:chExt cx="0" cy="0"/>
        </a:xfrm>
      </p:grpSpPr>
      <p:sp>
        <p:nvSpPr>
          <p:cNvPr id="18" name="Content Placeholder 3"/>
          <p:cNvSpPr>
            <a:spLocks noGrp="1"/>
          </p:cNvSpPr>
          <p:nvPr>
            <p:ph sz="quarter" idx="11"/>
          </p:nvPr>
        </p:nvSpPr>
        <p:spPr>
          <a:xfrm>
            <a:off x="190499" y="771344"/>
            <a:ext cx="6289813" cy="55244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p:cNvSpPr>
            <a:spLocks noGrp="1"/>
          </p:cNvSpPr>
          <p:nvPr>
            <p:ph type="title"/>
          </p:nvPr>
        </p:nvSpPr>
        <p:spPr>
          <a:xfrm>
            <a:off x="190500" y="190500"/>
            <a:ext cx="11811000" cy="571500"/>
          </a:xfrm>
          <a:prstGeom prst="rect">
            <a:avLst/>
          </a:prstGeom>
        </p:spPr>
        <p:txBody>
          <a:bodyPr vert="horz" lIns="182880" tIns="182880" rIns="182880" bIns="182880" rtlCol="0" anchor="t">
            <a:noAutofit/>
          </a:bodyPr>
          <a:lstStyle>
            <a:lvl1pPr>
              <a:defRPr>
                <a:solidFill>
                  <a:schemeClr val="bg1"/>
                </a:solidFill>
              </a:defRPr>
            </a:lvl1pPr>
          </a:lstStyle>
          <a:p>
            <a:r>
              <a:rPr lang="en-US"/>
              <a:t>Click to edit Master title style</a:t>
            </a:r>
          </a:p>
        </p:txBody>
      </p:sp>
      <p:sp>
        <p:nvSpPr>
          <p:cNvPr id="8" name="Slide Number Placeholder 21">
            <a:extLst>
              <a:ext uri="{FF2B5EF4-FFF2-40B4-BE49-F238E27FC236}">
                <a16:creationId xmlns:a16="http://schemas.microsoft.com/office/drawing/2014/main" id="{6E3E24EF-11E8-D399-2341-964049C185D9}"/>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0" smtClean="0">
                <a:solidFill>
                  <a:schemeClr val="bg1"/>
                </a:solidFill>
                <a:latin typeface="+mn-lt"/>
              </a:rPr>
              <a:pPr algn="r"/>
              <a:t>‹Nº›</a:t>
            </a:fld>
            <a:endParaRPr lang="en-US" sz="1000" b="0">
              <a:solidFill>
                <a:schemeClr val="bg1"/>
              </a:solidFill>
              <a:latin typeface="+mn-lt"/>
            </a:endParaRPr>
          </a:p>
        </p:txBody>
      </p:sp>
      <p:sp>
        <p:nvSpPr>
          <p:cNvPr id="3" name="Content Placeholder 7">
            <a:extLst>
              <a:ext uri="{FF2B5EF4-FFF2-40B4-BE49-F238E27FC236}">
                <a16:creationId xmlns:a16="http://schemas.microsoft.com/office/drawing/2014/main" id="{C5682DF5-7E2D-2FD2-3705-9ECB27A95D48}"/>
              </a:ext>
            </a:extLst>
          </p:cNvPr>
          <p:cNvSpPr>
            <a:spLocks noGrp="1"/>
          </p:cNvSpPr>
          <p:nvPr>
            <p:ph sz="quarter" idx="12"/>
          </p:nvPr>
        </p:nvSpPr>
        <p:spPr>
          <a:xfrm>
            <a:off x="6858000" y="762001"/>
            <a:ext cx="5143500" cy="5524499"/>
          </a:xfrm>
        </p:spPr>
        <p:txBody>
          <a:bodyPr/>
          <a:lstStyle>
            <a:lvl1pPr marL="342900" indent="-342900">
              <a:buFont typeface="+mj-lt"/>
              <a:buAutoNum type="arabicPeriod"/>
              <a:tabLst/>
              <a:defRPr sz="2400">
                <a:solidFill>
                  <a:schemeClr val="bg1"/>
                </a:solidFill>
              </a:defRPr>
            </a:lvl1pPr>
            <a:lvl2pPr>
              <a:defRPr sz="2000">
                <a:solidFill>
                  <a:schemeClr val="bg1"/>
                </a:solidFill>
              </a:defRPr>
            </a:lvl2pPr>
            <a:lvl3pPr>
              <a:defRPr sz="1800">
                <a:solidFill>
                  <a:schemeClr val="bg1"/>
                </a:solidFill>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F70CA177-29E4-9CA4-F01A-18E564281ED2}"/>
              </a:ext>
            </a:extLst>
          </p:cNvPr>
          <p:cNvPicPr>
            <a:picLocks noChangeAspect="1"/>
          </p:cNvPicPr>
          <p:nvPr userDrawn="1"/>
        </p:nvPicPr>
        <p:blipFill>
          <a:blip r:embed="rId2"/>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22505395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w/ Title (Reversed)">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90500" y="190500"/>
            <a:ext cx="11811000" cy="571500"/>
          </a:xfrm>
          <a:prstGeom prst="rect">
            <a:avLst/>
          </a:prstGeom>
        </p:spPr>
        <p:txBody>
          <a:bodyPr vert="horz" lIns="182880" tIns="182880" rIns="182880" bIns="182880" rtlCol="0" anchor="t">
            <a:noAutofit/>
          </a:bodyPr>
          <a:lstStyle>
            <a:lvl1pPr>
              <a:defRPr>
                <a:solidFill>
                  <a:schemeClr val="bg1"/>
                </a:solidFill>
              </a:defRPr>
            </a:lvl1pPr>
          </a:lstStyle>
          <a:p>
            <a:r>
              <a:rPr lang="en-US"/>
              <a:t>Click to edit Master title style</a:t>
            </a:r>
          </a:p>
        </p:txBody>
      </p:sp>
      <p:sp>
        <p:nvSpPr>
          <p:cNvPr id="13" name="Slide Number Placeholder 21">
            <a:extLst>
              <a:ext uri="{FF2B5EF4-FFF2-40B4-BE49-F238E27FC236}">
                <a16:creationId xmlns:a16="http://schemas.microsoft.com/office/drawing/2014/main" id="{D0027A4D-5663-2F6C-1136-23B6670D16C8}"/>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0" smtClean="0">
                <a:solidFill>
                  <a:schemeClr val="bg1"/>
                </a:solidFill>
                <a:latin typeface="+mn-lt"/>
              </a:rPr>
              <a:pPr algn="r"/>
              <a:t>‹Nº›</a:t>
            </a:fld>
            <a:endParaRPr lang="en-US" sz="1000" b="0">
              <a:solidFill>
                <a:schemeClr val="bg1"/>
              </a:solidFill>
              <a:latin typeface="+mn-lt"/>
            </a:endParaRPr>
          </a:p>
        </p:txBody>
      </p:sp>
      <p:pic>
        <p:nvPicPr>
          <p:cNvPr id="2" name="Picture 1">
            <a:extLst>
              <a:ext uri="{FF2B5EF4-FFF2-40B4-BE49-F238E27FC236}">
                <a16:creationId xmlns:a16="http://schemas.microsoft.com/office/drawing/2014/main" id="{F8B377CF-C4F7-C5BD-3CF4-B6963764DC18}"/>
              </a:ext>
            </a:extLst>
          </p:cNvPr>
          <p:cNvPicPr>
            <a:picLocks noChangeAspect="1"/>
          </p:cNvPicPr>
          <p:nvPr userDrawn="1"/>
        </p:nvPicPr>
        <p:blipFill>
          <a:blip r:embed="rId2"/>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5270056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ro Content (Reversed)">
    <p:spTree>
      <p:nvGrpSpPr>
        <p:cNvPr id="1" name=""/>
        <p:cNvGrpSpPr/>
        <p:nvPr/>
      </p:nvGrpSpPr>
      <p:grpSpPr>
        <a:xfrm>
          <a:off x="0" y="0"/>
          <a:ext cx="0" cy="0"/>
          <a:chOff x="0" y="0"/>
          <a:chExt cx="0" cy="0"/>
        </a:xfrm>
      </p:grpSpPr>
      <p:sp>
        <p:nvSpPr>
          <p:cNvPr id="12" name="Text Placeholder 4"/>
          <p:cNvSpPr>
            <a:spLocks noGrp="1"/>
          </p:cNvSpPr>
          <p:nvPr>
            <p:ph type="body" sz="quarter" idx="10"/>
          </p:nvPr>
        </p:nvSpPr>
        <p:spPr>
          <a:xfrm>
            <a:off x="190500" y="495300"/>
            <a:ext cx="8877300" cy="5791200"/>
          </a:xfrm>
          <a:prstGeom prst="rect">
            <a:avLst/>
          </a:prstGeom>
        </p:spPr>
        <p:txBody>
          <a:bodyPr anchor="ctr"/>
          <a:lstStyle>
            <a:lvl1pPr marL="0" indent="0">
              <a:spcBef>
                <a:spcPts val="1800"/>
              </a:spcBef>
              <a:buNone/>
              <a:defRPr sz="4400">
                <a:solidFill>
                  <a:schemeClr val="bg1"/>
                </a:solidFill>
              </a:defRPr>
            </a:lvl1pPr>
          </a:lstStyle>
          <a:p>
            <a:pPr lvl="0"/>
            <a:r>
              <a:rPr lang="en-US"/>
              <a:t>Click to edit Master text styles</a:t>
            </a:r>
          </a:p>
        </p:txBody>
      </p:sp>
      <p:sp>
        <p:nvSpPr>
          <p:cNvPr id="8" name="Slide Number Placeholder 21">
            <a:extLst>
              <a:ext uri="{FF2B5EF4-FFF2-40B4-BE49-F238E27FC236}">
                <a16:creationId xmlns:a16="http://schemas.microsoft.com/office/drawing/2014/main" id="{F0603658-C724-7AAC-C8E4-05CDD07A07D4}"/>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0" smtClean="0">
                <a:solidFill>
                  <a:schemeClr val="bg1"/>
                </a:solidFill>
                <a:latin typeface="+mn-lt"/>
              </a:rPr>
              <a:pPr algn="r"/>
              <a:t>‹Nº›</a:t>
            </a:fld>
            <a:endParaRPr lang="en-US" sz="1000" b="0">
              <a:solidFill>
                <a:schemeClr val="bg1"/>
              </a:solidFill>
              <a:latin typeface="+mn-lt"/>
            </a:endParaRPr>
          </a:p>
        </p:txBody>
      </p:sp>
      <p:pic>
        <p:nvPicPr>
          <p:cNvPr id="2" name="Picture 1">
            <a:extLst>
              <a:ext uri="{FF2B5EF4-FFF2-40B4-BE49-F238E27FC236}">
                <a16:creationId xmlns:a16="http://schemas.microsoft.com/office/drawing/2014/main" id="{17A73EC5-D0B1-6FEE-D7DE-958CF871ECB4}"/>
              </a:ext>
            </a:extLst>
          </p:cNvPr>
          <p:cNvPicPr>
            <a:picLocks noChangeAspect="1"/>
          </p:cNvPicPr>
          <p:nvPr userDrawn="1"/>
        </p:nvPicPr>
        <p:blipFill>
          <a:blip r:embed="rId2"/>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26010280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ank You Slide (Reverse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715FD6E-8B1C-8042-B149-49E13142A8DE}"/>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347" t="10351" r="2347" b="38883"/>
          <a:stretch/>
        </p:blipFill>
        <p:spPr>
          <a:xfrm>
            <a:off x="5397485" y="0"/>
            <a:ext cx="8328542" cy="6858001"/>
          </a:xfrm>
          <a:prstGeom prst="rect">
            <a:avLst/>
          </a:prstGeom>
        </p:spPr>
      </p:pic>
      <p:sp>
        <p:nvSpPr>
          <p:cNvPr id="7" name="Title Placeholder 1"/>
          <p:cNvSpPr>
            <a:spLocks noGrp="1"/>
          </p:cNvSpPr>
          <p:nvPr>
            <p:ph type="title" hasCustomPrompt="1"/>
          </p:nvPr>
        </p:nvSpPr>
        <p:spPr>
          <a:xfrm>
            <a:off x="190500" y="2726636"/>
            <a:ext cx="2713903" cy="571500"/>
          </a:xfrm>
          <a:prstGeom prst="rect">
            <a:avLst/>
          </a:prstGeom>
        </p:spPr>
        <p:txBody>
          <a:bodyPr vert="horz" lIns="182880" tIns="182880" rIns="182880" bIns="182880" rtlCol="0" anchor="t">
            <a:noAutofit/>
          </a:bodyPr>
          <a:lstStyle>
            <a:lvl1pPr>
              <a:defRPr sz="3200">
                <a:solidFill>
                  <a:schemeClr val="bg1"/>
                </a:solidFill>
              </a:defRPr>
            </a:lvl1pPr>
          </a:lstStyle>
          <a:p>
            <a:r>
              <a:rPr lang="en-US"/>
              <a:t>Thank You</a:t>
            </a:r>
          </a:p>
        </p:txBody>
      </p:sp>
      <p:sp>
        <p:nvSpPr>
          <p:cNvPr id="4" name="Text Placeholder 3">
            <a:extLst>
              <a:ext uri="{FF2B5EF4-FFF2-40B4-BE49-F238E27FC236}">
                <a16:creationId xmlns:a16="http://schemas.microsoft.com/office/drawing/2014/main" id="{D6C4F45D-D576-0F54-4732-CAE4A2D5AE94}"/>
              </a:ext>
            </a:extLst>
          </p:cNvPr>
          <p:cNvSpPr>
            <a:spLocks noGrp="1"/>
          </p:cNvSpPr>
          <p:nvPr>
            <p:ph type="body" sz="quarter" idx="10" hasCustomPrompt="1"/>
          </p:nvPr>
        </p:nvSpPr>
        <p:spPr>
          <a:xfrm>
            <a:off x="4001853" y="1528971"/>
            <a:ext cx="4188293" cy="705678"/>
          </a:xfrm>
        </p:spPr>
        <p:txBody>
          <a:bodyPr anchor="ctr"/>
          <a:lstStyle>
            <a:lvl1pPr marL="0" indent="0">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5" name="Text Placeholder 3">
            <a:extLst>
              <a:ext uri="{FF2B5EF4-FFF2-40B4-BE49-F238E27FC236}">
                <a16:creationId xmlns:a16="http://schemas.microsoft.com/office/drawing/2014/main" id="{D36F31FA-BBC0-EE20-64E7-3EB5883FF506}"/>
              </a:ext>
            </a:extLst>
          </p:cNvPr>
          <p:cNvSpPr>
            <a:spLocks noGrp="1"/>
          </p:cNvSpPr>
          <p:nvPr>
            <p:ph type="body" sz="quarter" idx="11" hasCustomPrompt="1"/>
          </p:nvPr>
        </p:nvSpPr>
        <p:spPr>
          <a:xfrm>
            <a:off x="8402713" y="1528971"/>
            <a:ext cx="3524546" cy="705678"/>
          </a:xfrm>
        </p:spPr>
        <p:txBody>
          <a:bodyPr anchor="ctr"/>
          <a:lstStyle>
            <a:lvl1pPr marL="0" indent="0">
              <a:buNone/>
              <a:defRPr sz="1600" u="sng">
                <a:solidFill>
                  <a:schemeClr val="accent4"/>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sp>
        <p:nvSpPr>
          <p:cNvPr id="10" name="Picture Placeholder 9">
            <a:extLst>
              <a:ext uri="{FF2B5EF4-FFF2-40B4-BE49-F238E27FC236}">
                <a16:creationId xmlns:a16="http://schemas.microsoft.com/office/drawing/2014/main" id="{BC4D7EA0-E509-D30B-6791-481078F3759E}"/>
              </a:ext>
            </a:extLst>
          </p:cNvPr>
          <p:cNvSpPr>
            <a:spLocks noGrp="1"/>
          </p:cNvSpPr>
          <p:nvPr>
            <p:ph type="pic" sz="quarter" idx="12"/>
          </p:nvPr>
        </p:nvSpPr>
        <p:spPr>
          <a:xfrm>
            <a:off x="3083610" y="1510749"/>
            <a:ext cx="705677" cy="705678"/>
          </a:xfrm>
          <a:prstGeom prst="ellipse">
            <a:avLst/>
          </a:prstGeom>
          <a:solidFill>
            <a:schemeClr val="accent1"/>
          </a:solidFill>
        </p:spPr>
        <p:txBody>
          <a:bodyPr lIns="0" tIns="0" rIns="0" bIns="0" anchor="ctr"/>
          <a:lstStyle>
            <a:lvl1pPr marL="0" indent="0" algn="ctr">
              <a:buNone/>
              <a:defRPr sz="1100"/>
            </a:lvl1pPr>
          </a:lstStyle>
          <a:p>
            <a:r>
              <a:rPr lang="en-US"/>
              <a:t>Click icon to add picture</a:t>
            </a:r>
          </a:p>
        </p:txBody>
      </p:sp>
      <p:sp>
        <p:nvSpPr>
          <p:cNvPr id="11" name="Picture Placeholder 9">
            <a:extLst>
              <a:ext uri="{FF2B5EF4-FFF2-40B4-BE49-F238E27FC236}">
                <a16:creationId xmlns:a16="http://schemas.microsoft.com/office/drawing/2014/main" id="{3355C25A-7088-83E1-9B49-A430619EE4A2}"/>
              </a:ext>
            </a:extLst>
          </p:cNvPr>
          <p:cNvSpPr>
            <a:spLocks noGrp="1"/>
          </p:cNvSpPr>
          <p:nvPr>
            <p:ph type="pic" sz="quarter" idx="13"/>
          </p:nvPr>
        </p:nvSpPr>
        <p:spPr>
          <a:xfrm>
            <a:off x="3083610" y="2468218"/>
            <a:ext cx="705677" cy="705678"/>
          </a:xfrm>
          <a:prstGeom prst="ellipse">
            <a:avLst/>
          </a:prstGeom>
          <a:solidFill>
            <a:schemeClr val="accent1"/>
          </a:solidFill>
        </p:spPr>
        <p:txBody>
          <a:bodyPr lIns="0" tIns="0" rIns="0" bIns="0" anchor="ctr"/>
          <a:lstStyle>
            <a:lvl1pPr marL="0" indent="0" algn="ctr">
              <a:buNone/>
              <a:defRPr sz="1100"/>
            </a:lvl1pPr>
          </a:lstStyle>
          <a:p>
            <a:r>
              <a:rPr lang="en-US"/>
              <a:t>Click icon to add picture</a:t>
            </a:r>
          </a:p>
        </p:txBody>
      </p:sp>
      <p:sp>
        <p:nvSpPr>
          <p:cNvPr id="12" name="Picture Placeholder 9">
            <a:extLst>
              <a:ext uri="{FF2B5EF4-FFF2-40B4-BE49-F238E27FC236}">
                <a16:creationId xmlns:a16="http://schemas.microsoft.com/office/drawing/2014/main" id="{B9858658-0D89-A1CD-D4BD-F4BE196B5470}"/>
              </a:ext>
            </a:extLst>
          </p:cNvPr>
          <p:cNvSpPr>
            <a:spLocks noGrp="1"/>
          </p:cNvSpPr>
          <p:nvPr>
            <p:ph type="pic" sz="quarter" idx="14"/>
          </p:nvPr>
        </p:nvSpPr>
        <p:spPr>
          <a:xfrm>
            <a:off x="3083610" y="3422375"/>
            <a:ext cx="705677" cy="705678"/>
          </a:xfrm>
          <a:prstGeom prst="ellipse">
            <a:avLst/>
          </a:prstGeom>
          <a:solidFill>
            <a:schemeClr val="accent1"/>
          </a:solidFill>
        </p:spPr>
        <p:txBody>
          <a:bodyPr lIns="0" tIns="0" rIns="0" bIns="0" anchor="ctr"/>
          <a:lstStyle>
            <a:lvl1pPr marL="0" indent="0" algn="ctr">
              <a:buNone/>
              <a:defRPr sz="1100"/>
            </a:lvl1pPr>
          </a:lstStyle>
          <a:p>
            <a:r>
              <a:rPr lang="en-US"/>
              <a:t>Click icon to add picture</a:t>
            </a:r>
          </a:p>
        </p:txBody>
      </p:sp>
      <p:sp>
        <p:nvSpPr>
          <p:cNvPr id="15" name="Picture Placeholder 9">
            <a:extLst>
              <a:ext uri="{FF2B5EF4-FFF2-40B4-BE49-F238E27FC236}">
                <a16:creationId xmlns:a16="http://schemas.microsoft.com/office/drawing/2014/main" id="{BF52EC9C-69BA-612B-13DC-EDA0C6288E7C}"/>
              </a:ext>
            </a:extLst>
          </p:cNvPr>
          <p:cNvSpPr>
            <a:spLocks noGrp="1"/>
          </p:cNvSpPr>
          <p:nvPr>
            <p:ph type="pic" sz="quarter" idx="15"/>
          </p:nvPr>
        </p:nvSpPr>
        <p:spPr>
          <a:xfrm>
            <a:off x="3083610" y="4376532"/>
            <a:ext cx="705677" cy="705678"/>
          </a:xfrm>
          <a:prstGeom prst="ellipse">
            <a:avLst/>
          </a:prstGeom>
          <a:solidFill>
            <a:schemeClr val="accent1"/>
          </a:solidFill>
        </p:spPr>
        <p:txBody>
          <a:bodyPr lIns="0" tIns="0" rIns="0" bIns="0" anchor="ctr"/>
          <a:lstStyle>
            <a:lvl1pPr marL="0" indent="0" algn="ctr">
              <a:buNone/>
              <a:defRPr sz="1100"/>
            </a:lvl1pPr>
          </a:lstStyle>
          <a:p>
            <a:r>
              <a:rPr lang="en-US"/>
              <a:t>Click icon to add picture</a:t>
            </a:r>
          </a:p>
        </p:txBody>
      </p:sp>
      <p:sp>
        <p:nvSpPr>
          <p:cNvPr id="17" name="Text Placeholder 3">
            <a:extLst>
              <a:ext uri="{FF2B5EF4-FFF2-40B4-BE49-F238E27FC236}">
                <a16:creationId xmlns:a16="http://schemas.microsoft.com/office/drawing/2014/main" id="{4E2BADA7-019F-B8C5-70C6-378820EF0DF0}"/>
              </a:ext>
            </a:extLst>
          </p:cNvPr>
          <p:cNvSpPr>
            <a:spLocks noGrp="1"/>
          </p:cNvSpPr>
          <p:nvPr>
            <p:ph type="body" sz="quarter" idx="16" hasCustomPrompt="1"/>
          </p:nvPr>
        </p:nvSpPr>
        <p:spPr>
          <a:xfrm>
            <a:off x="4001853" y="2478158"/>
            <a:ext cx="4188293" cy="705678"/>
          </a:xfrm>
        </p:spPr>
        <p:txBody>
          <a:bodyPr anchor="ctr"/>
          <a:lstStyle>
            <a:lvl1pPr marL="0" indent="0">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18" name="Text Placeholder 3">
            <a:extLst>
              <a:ext uri="{FF2B5EF4-FFF2-40B4-BE49-F238E27FC236}">
                <a16:creationId xmlns:a16="http://schemas.microsoft.com/office/drawing/2014/main" id="{A8F53D66-6157-AA09-F742-F2156C5AD9D7}"/>
              </a:ext>
            </a:extLst>
          </p:cNvPr>
          <p:cNvSpPr>
            <a:spLocks noGrp="1"/>
          </p:cNvSpPr>
          <p:nvPr>
            <p:ph type="body" sz="quarter" idx="17" hasCustomPrompt="1"/>
          </p:nvPr>
        </p:nvSpPr>
        <p:spPr>
          <a:xfrm>
            <a:off x="8402713" y="2478158"/>
            <a:ext cx="3524546" cy="705678"/>
          </a:xfrm>
        </p:spPr>
        <p:txBody>
          <a:bodyPr anchor="ctr"/>
          <a:lstStyle>
            <a:lvl1pPr marL="0" indent="0">
              <a:buNone/>
              <a:defRPr sz="1600" u="sng">
                <a:solidFill>
                  <a:schemeClr val="accent4"/>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sp>
        <p:nvSpPr>
          <p:cNvPr id="19" name="Text Placeholder 3">
            <a:extLst>
              <a:ext uri="{FF2B5EF4-FFF2-40B4-BE49-F238E27FC236}">
                <a16:creationId xmlns:a16="http://schemas.microsoft.com/office/drawing/2014/main" id="{7631EC04-83D4-D843-0C3D-3238D1B3D20A}"/>
              </a:ext>
            </a:extLst>
          </p:cNvPr>
          <p:cNvSpPr>
            <a:spLocks noGrp="1"/>
          </p:cNvSpPr>
          <p:nvPr>
            <p:ph type="body" sz="quarter" idx="18" hasCustomPrompt="1"/>
          </p:nvPr>
        </p:nvSpPr>
        <p:spPr>
          <a:xfrm>
            <a:off x="4001853" y="3427345"/>
            <a:ext cx="4188293" cy="705678"/>
          </a:xfrm>
        </p:spPr>
        <p:txBody>
          <a:bodyPr anchor="ctr"/>
          <a:lstStyle>
            <a:lvl1pPr marL="0" indent="0">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20" name="Text Placeholder 3">
            <a:extLst>
              <a:ext uri="{FF2B5EF4-FFF2-40B4-BE49-F238E27FC236}">
                <a16:creationId xmlns:a16="http://schemas.microsoft.com/office/drawing/2014/main" id="{A15FFFC0-781D-B50F-B743-056A4B371466}"/>
              </a:ext>
            </a:extLst>
          </p:cNvPr>
          <p:cNvSpPr>
            <a:spLocks noGrp="1"/>
          </p:cNvSpPr>
          <p:nvPr>
            <p:ph type="body" sz="quarter" idx="19" hasCustomPrompt="1"/>
          </p:nvPr>
        </p:nvSpPr>
        <p:spPr>
          <a:xfrm>
            <a:off x="8402713" y="3427345"/>
            <a:ext cx="3524546" cy="705678"/>
          </a:xfrm>
        </p:spPr>
        <p:txBody>
          <a:bodyPr anchor="ctr"/>
          <a:lstStyle>
            <a:lvl1pPr marL="0" indent="0">
              <a:buNone/>
              <a:defRPr sz="1600" u="sng">
                <a:solidFill>
                  <a:schemeClr val="accent4"/>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sp>
        <p:nvSpPr>
          <p:cNvPr id="21" name="Text Placeholder 3">
            <a:extLst>
              <a:ext uri="{FF2B5EF4-FFF2-40B4-BE49-F238E27FC236}">
                <a16:creationId xmlns:a16="http://schemas.microsoft.com/office/drawing/2014/main" id="{9CF4E4B5-C55E-46BE-7577-C11AAA5EEE9C}"/>
              </a:ext>
            </a:extLst>
          </p:cNvPr>
          <p:cNvSpPr>
            <a:spLocks noGrp="1"/>
          </p:cNvSpPr>
          <p:nvPr>
            <p:ph type="body" sz="quarter" idx="20" hasCustomPrompt="1"/>
          </p:nvPr>
        </p:nvSpPr>
        <p:spPr>
          <a:xfrm>
            <a:off x="4001853" y="4376532"/>
            <a:ext cx="4188293" cy="705678"/>
          </a:xfrm>
        </p:spPr>
        <p:txBody>
          <a:bodyPr anchor="ctr"/>
          <a:lstStyle>
            <a:lvl1pPr marL="0" indent="0">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22" name="Text Placeholder 3">
            <a:extLst>
              <a:ext uri="{FF2B5EF4-FFF2-40B4-BE49-F238E27FC236}">
                <a16:creationId xmlns:a16="http://schemas.microsoft.com/office/drawing/2014/main" id="{0022AC69-B12D-7CC9-B5C5-618506B60F39}"/>
              </a:ext>
            </a:extLst>
          </p:cNvPr>
          <p:cNvSpPr>
            <a:spLocks noGrp="1"/>
          </p:cNvSpPr>
          <p:nvPr>
            <p:ph type="body" sz="quarter" idx="21" hasCustomPrompt="1"/>
          </p:nvPr>
        </p:nvSpPr>
        <p:spPr>
          <a:xfrm>
            <a:off x="8402713" y="4376532"/>
            <a:ext cx="3524546" cy="705678"/>
          </a:xfrm>
        </p:spPr>
        <p:txBody>
          <a:bodyPr anchor="ctr"/>
          <a:lstStyle>
            <a:lvl1pPr marL="0" indent="0">
              <a:buNone/>
              <a:defRPr sz="1600" u="sng">
                <a:solidFill>
                  <a:schemeClr val="accent4"/>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pic>
        <p:nvPicPr>
          <p:cNvPr id="2" name="Picture 1">
            <a:extLst>
              <a:ext uri="{FF2B5EF4-FFF2-40B4-BE49-F238E27FC236}">
                <a16:creationId xmlns:a16="http://schemas.microsoft.com/office/drawing/2014/main" id="{42019858-C4E8-AA74-120B-1DFA5D690CAD}"/>
              </a:ext>
            </a:extLst>
          </p:cNvPr>
          <p:cNvPicPr>
            <a:picLocks noChangeAspect="1"/>
          </p:cNvPicPr>
          <p:nvPr userDrawn="1"/>
        </p:nvPicPr>
        <p:blipFill>
          <a:blip r:embed="rId4"/>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11400629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ank You Slide (Whit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715FD6E-8B1C-8042-B149-49E13142A8DE}"/>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2347" t="10351" r="2347" b="38883"/>
          <a:stretch/>
        </p:blipFill>
        <p:spPr>
          <a:xfrm>
            <a:off x="5397485" y="0"/>
            <a:ext cx="8328542" cy="6858001"/>
          </a:xfrm>
          <a:prstGeom prst="rect">
            <a:avLst/>
          </a:prstGeom>
        </p:spPr>
      </p:pic>
      <p:sp>
        <p:nvSpPr>
          <p:cNvPr id="7" name="Title Placeholder 1"/>
          <p:cNvSpPr>
            <a:spLocks noGrp="1"/>
          </p:cNvSpPr>
          <p:nvPr>
            <p:ph type="title" hasCustomPrompt="1"/>
          </p:nvPr>
        </p:nvSpPr>
        <p:spPr>
          <a:xfrm>
            <a:off x="190500" y="2726636"/>
            <a:ext cx="2713903" cy="571500"/>
          </a:xfrm>
          <a:prstGeom prst="rect">
            <a:avLst/>
          </a:prstGeom>
        </p:spPr>
        <p:txBody>
          <a:bodyPr vert="horz" lIns="182880" tIns="182880" rIns="182880" bIns="182880" rtlCol="0" anchor="t">
            <a:noAutofit/>
          </a:bodyPr>
          <a:lstStyle>
            <a:lvl1pPr>
              <a:defRPr sz="3200">
                <a:solidFill>
                  <a:schemeClr val="accent1"/>
                </a:solidFill>
              </a:defRPr>
            </a:lvl1pPr>
          </a:lstStyle>
          <a:p>
            <a:r>
              <a:rPr lang="en-US"/>
              <a:t>Thank You</a:t>
            </a:r>
          </a:p>
        </p:txBody>
      </p:sp>
      <p:sp>
        <p:nvSpPr>
          <p:cNvPr id="13" name="Slide Number Placeholder 21">
            <a:extLst>
              <a:ext uri="{FF2B5EF4-FFF2-40B4-BE49-F238E27FC236}">
                <a16:creationId xmlns:a16="http://schemas.microsoft.com/office/drawing/2014/main" id="{D0027A4D-5663-2F6C-1136-23B6670D16C8}"/>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1" smtClean="0">
                <a:solidFill>
                  <a:schemeClr val="bg1"/>
                </a:solidFill>
                <a:latin typeface="+mn-lt"/>
              </a:rPr>
              <a:pPr algn="r"/>
              <a:t>‹Nº›</a:t>
            </a:fld>
            <a:endParaRPr lang="en-US" sz="1000" b="1">
              <a:solidFill>
                <a:schemeClr val="bg1"/>
              </a:solidFill>
              <a:latin typeface="+mn-lt"/>
            </a:endParaRPr>
          </a:p>
        </p:txBody>
      </p:sp>
      <p:sp>
        <p:nvSpPr>
          <p:cNvPr id="4" name="Text Placeholder 3">
            <a:extLst>
              <a:ext uri="{FF2B5EF4-FFF2-40B4-BE49-F238E27FC236}">
                <a16:creationId xmlns:a16="http://schemas.microsoft.com/office/drawing/2014/main" id="{D6C4F45D-D576-0F54-4732-CAE4A2D5AE94}"/>
              </a:ext>
            </a:extLst>
          </p:cNvPr>
          <p:cNvSpPr>
            <a:spLocks noGrp="1"/>
          </p:cNvSpPr>
          <p:nvPr>
            <p:ph type="body" sz="quarter" idx="10" hasCustomPrompt="1"/>
          </p:nvPr>
        </p:nvSpPr>
        <p:spPr>
          <a:xfrm>
            <a:off x="4001853" y="1528971"/>
            <a:ext cx="4188293" cy="705678"/>
          </a:xfrm>
        </p:spPr>
        <p:txBody>
          <a:bodyPr anchor="ctr"/>
          <a:lstStyle>
            <a:lvl1pPr marL="0" indent="0">
              <a:buNone/>
              <a:defRPr sz="18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5" name="Text Placeholder 3">
            <a:extLst>
              <a:ext uri="{FF2B5EF4-FFF2-40B4-BE49-F238E27FC236}">
                <a16:creationId xmlns:a16="http://schemas.microsoft.com/office/drawing/2014/main" id="{D36F31FA-BBC0-EE20-64E7-3EB5883FF506}"/>
              </a:ext>
            </a:extLst>
          </p:cNvPr>
          <p:cNvSpPr>
            <a:spLocks noGrp="1"/>
          </p:cNvSpPr>
          <p:nvPr>
            <p:ph type="body" sz="quarter" idx="11" hasCustomPrompt="1"/>
          </p:nvPr>
        </p:nvSpPr>
        <p:spPr>
          <a:xfrm>
            <a:off x="8402713" y="1528971"/>
            <a:ext cx="3524546" cy="705678"/>
          </a:xfrm>
        </p:spPr>
        <p:txBody>
          <a:bodyPr anchor="ctr"/>
          <a:lstStyle>
            <a:lvl1pPr marL="0" indent="0">
              <a:buNone/>
              <a:defRPr sz="1600" u="sng">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sp>
        <p:nvSpPr>
          <p:cNvPr id="10" name="Picture Placeholder 9">
            <a:extLst>
              <a:ext uri="{FF2B5EF4-FFF2-40B4-BE49-F238E27FC236}">
                <a16:creationId xmlns:a16="http://schemas.microsoft.com/office/drawing/2014/main" id="{BC4D7EA0-E509-D30B-6791-481078F3759E}"/>
              </a:ext>
            </a:extLst>
          </p:cNvPr>
          <p:cNvSpPr>
            <a:spLocks noGrp="1"/>
          </p:cNvSpPr>
          <p:nvPr>
            <p:ph type="pic" sz="quarter" idx="12"/>
          </p:nvPr>
        </p:nvSpPr>
        <p:spPr>
          <a:xfrm>
            <a:off x="3083610" y="1510749"/>
            <a:ext cx="705677" cy="705678"/>
          </a:xfrm>
          <a:prstGeom prst="ellipse">
            <a:avLst/>
          </a:prstGeom>
          <a:solidFill>
            <a:schemeClr val="accent4"/>
          </a:solidFill>
        </p:spPr>
        <p:txBody>
          <a:bodyPr lIns="0" tIns="0" rIns="0" bIns="0" anchor="ctr"/>
          <a:lstStyle>
            <a:lvl1pPr marL="0" indent="0" algn="ctr">
              <a:buNone/>
              <a:defRPr sz="1100"/>
            </a:lvl1pPr>
          </a:lstStyle>
          <a:p>
            <a:r>
              <a:rPr lang="en-US"/>
              <a:t>Click icon to add picture</a:t>
            </a:r>
          </a:p>
        </p:txBody>
      </p:sp>
      <p:sp>
        <p:nvSpPr>
          <p:cNvPr id="11" name="Picture Placeholder 9">
            <a:extLst>
              <a:ext uri="{FF2B5EF4-FFF2-40B4-BE49-F238E27FC236}">
                <a16:creationId xmlns:a16="http://schemas.microsoft.com/office/drawing/2014/main" id="{3355C25A-7088-83E1-9B49-A430619EE4A2}"/>
              </a:ext>
            </a:extLst>
          </p:cNvPr>
          <p:cNvSpPr>
            <a:spLocks noGrp="1"/>
          </p:cNvSpPr>
          <p:nvPr>
            <p:ph type="pic" sz="quarter" idx="13"/>
          </p:nvPr>
        </p:nvSpPr>
        <p:spPr>
          <a:xfrm>
            <a:off x="3083610" y="2468218"/>
            <a:ext cx="705677" cy="705678"/>
          </a:xfrm>
          <a:prstGeom prst="ellipse">
            <a:avLst/>
          </a:prstGeom>
          <a:solidFill>
            <a:schemeClr val="accent4"/>
          </a:solidFill>
        </p:spPr>
        <p:txBody>
          <a:bodyPr lIns="0" tIns="0" rIns="0" bIns="0" anchor="ctr"/>
          <a:lstStyle>
            <a:lvl1pPr marL="0" indent="0" algn="ctr">
              <a:buNone/>
              <a:defRPr sz="1100"/>
            </a:lvl1pPr>
          </a:lstStyle>
          <a:p>
            <a:r>
              <a:rPr lang="en-US"/>
              <a:t>Click icon to add picture</a:t>
            </a:r>
          </a:p>
        </p:txBody>
      </p:sp>
      <p:sp>
        <p:nvSpPr>
          <p:cNvPr id="12" name="Picture Placeholder 9">
            <a:extLst>
              <a:ext uri="{FF2B5EF4-FFF2-40B4-BE49-F238E27FC236}">
                <a16:creationId xmlns:a16="http://schemas.microsoft.com/office/drawing/2014/main" id="{B9858658-0D89-A1CD-D4BD-F4BE196B5470}"/>
              </a:ext>
            </a:extLst>
          </p:cNvPr>
          <p:cNvSpPr>
            <a:spLocks noGrp="1"/>
          </p:cNvSpPr>
          <p:nvPr>
            <p:ph type="pic" sz="quarter" idx="14"/>
          </p:nvPr>
        </p:nvSpPr>
        <p:spPr>
          <a:xfrm>
            <a:off x="3083610" y="3422375"/>
            <a:ext cx="705677" cy="705678"/>
          </a:xfrm>
          <a:prstGeom prst="ellipse">
            <a:avLst/>
          </a:prstGeom>
          <a:solidFill>
            <a:schemeClr val="accent4"/>
          </a:solidFill>
        </p:spPr>
        <p:txBody>
          <a:bodyPr lIns="0" tIns="0" rIns="0" bIns="0" anchor="ctr"/>
          <a:lstStyle>
            <a:lvl1pPr marL="0" indent="0" algn="ctr">
              <a:buNone/>
              <a:defRPr sz="1100"/>
            </a:lvl1pPr>
          </a:lstStyle>
          <a:p>
            <a:r>
              <a:rPr lang="en-US"/>
              <a:t>Click icon to add picture</a:t>
            </a:r>
          </a:p>
        </p:txBody>
      </p:sp>
      <p:sp>
        <p:nvSpPr>
          <p:cNvPr id="15" name="Picture Placeholder 9">
            <a:extLst>
              <a:ext uri="{FF2B5EF4-FFF2-40B4-BE49-F238E27FC236}">
                <a16:creationId xmlns:a16="http://schemas.microsoft.com/office/drawing/2014/main" id="{BF52EC9C-69BA-612B-13DC-EDA0C6288E7C}"/>
              </a:ext>
            </a:extLst>
          </p:cNvPr>
          <p:cNvSpPr>
            <a:spLocks noGrp="1"/>
          </p:cNvSpPr>
          <p:nvPr>
            <p:ph type="pic" sz="quarter" idx="15"/>
          </p:nvPr>
        </p:nvSpPr>
        <p:spPr>
          <a:xfrm>
            <a:off x="3083610" y="4376532"/>
            <a:ext cx="705677" cy="705678"/>
          </a:xfrm>
          <a:prstGeom prst="ellipse">
            <a:avLst/>
          </a:prstGeom>
          <a:solidFill>
            <a:schemeClr val="accent4"/>
          </a:solidFill>
        </p:spPr>
        <p:txBody>
          <a:bodyPr lIns="0" tIns="0" rIns="0" bIns="0" anchor="ctr"/>
          <a:lstStyle>
            <a:lvl1pPr marL="0" indent="0" algn="ctr">
              <a:buNone/>
              <a:defRPr sz="1100"/>
            </a:lvl1pPr>
          </a:lstStyle>
          <a:p>
            <a:r>
              <a:rPr lang="en-US"/>
              <a:t>Click icon to add picture</a:t>
            </a:r>
          </a:p>
        </p:txBody>
      </p:sp>
      <p:sp>
        <p:nvSpPr>
          <p:cNvPr id="17" name="Text Placeholder 3">
            <a:extLst>
              <a:ext uri="{FF2B5EF4-FFF2-40B4-BE49-F238E27FC236}">
                <a16:creationId xmlns:a16="http://schemas.microsoft.com/office/drawing/2014/main" id="{4E2BADA7-019F-B8C5-70C6-378820EF0DF0}"/>
              </a:ext>
            </a:extLst>
          </p:cNvPr>
          <p:cNvSpPr>
            <a:spLocks noGrp="1"/>
          </p:cNvSpPr>
          <p:nvPr>
            <p:ph type="body" sz="quarter" idx="16" hasCustomPrompt="1"/>
          </p:nvPr>
        </p:nvSpPr>
        <p:spPr>
          <a:xfrm>
            <a:off x="4001853" y="2478158"/>
            <a:ext cx="4188293" cy="705678"/>
          </a:xfrm>
        </p:spPr>
        <p:txBody>
          <a:bodyPr anchor="ctr"/>
          <a:lstStyle>
            <a:lvl1pPr marL="0" indent="0">
              <a:buNone/>
              <a:defRPr sz="18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18" name="Text Placeholder 3">
            <a:extLst>
              <a:ext uri="{FF2B5EF4-FFF2-40B4-BE49-F238E27FC236}">
                <a16:creationId xmlns:a16="http://schemas.microsoft.com/office/drawing/2014/main" id="{A8F53D66-6157-AA09-F742-F2156C5AD9D7}"/>
              </a:ext>
            </a:extLst>
          </p:cNvPr>
          <p:cNvSpPr>
            <a:spLocks noGrp="1"/>
          </p:cNvSpPr>
          <p:nvPr>
            <p:ph type="body" sz="quarter" idx="17" hasCustomPrompt="1"/>
          </p:nvPr>
        </p:nvSpPr>
        <p:spPr>
          <a:xfrm>
            <a:off x="8402713" y="2478158"/>
            <a:ext cx="3524546" cy="705678"/>
          </a:xfrm>
        </p:spPr>
        <p:txBody>
          <a:bodyPr anchor="ctr"/>
          <a:lstStyle>
            <a:lvl1pPr marL="0" indent="0">
              <a:buNone/>
              <a:defRPr sz="1600" u="sng">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sp>
        <p:nvSpPr>
          <p:cNvPr id="19" name="Text Placeholder 3">
            <a:extLst>
              <a:ext uri="{FF2B5EF4-FFF2-40B4-BE49-F238E27FC236}">
                <a16:creationId xmlns:a16="http://schemas.microsoft.com/office/drawing/2014/main" id="{7631EC04-83D4-D843-0C3D-3238D1B3D20A}"/>
              </a:ext>
            </a:extLst>
          </p:cNvPr>
          <p:cNvSpPr>
            <a:spLocks noGrp="1"/>
          </p:cNvSpPr>
          <p:nvPr>
            <p:ph type="body" sz="quarter" idx="18" hasCustomPrompt="1"/>
          </p:nvPr>
        </p:nvSpPr>
        <p:spPr>
          <a:xfrm>
            <a:off x="4001853" y="3427345"/>
            <a:ext cx="4188293" cy="705678"/>
          </a:xfrm>
        </p:spPr>
        <p:txBody>
          <a:bodyPr anchor="ctr"/>
          <a:lstStyle>
            <a:lvl1pPr marL="0" indent="0">
              <a:buNone/>
              <a:defRPr sz="18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20" name="Text Placeholder 3">
            <a:extLst>
              <a:ext uri="{FF2B5EF4-FFF2-40B4-BE49-F238E27FC236}">
                <a16:creationId xmlns:a16="http://schemas.microsoft.com/office/drawing/2014/main" id="{A15FFFC0-781D-B50F-B743-056A4B371466}"/>
              </a:ext>
            </a:extLst>
          </p:cNvPr>
          <p:cNvSpPr>
            <a:spLocks noGrp="1"/>
          </p:cNvSpPr>
          <p:nvPr>
            <p:ph type="body" sz="quarter" idx="19" hasCustomPrompt="1"/>
          </p:nvPr>
        </p:nvSpPr>
        <p:spPr>
          <a:xfrm>
            <a:off x="8402713" y="3427345"/>
            <a:ext cx="3524546" cy="705678"/>
          </a:xfrm>
        </p:spPr>
        <p:txBody>
          <a:bodyPr anchor="ctr"/>
          <a:lstStyle>
            <a:lvl1pPr marL="0" indent="0">
              <a:buNone/>
              <a:defRPr sz="1600" u="sng">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sp>
        <p:nvSpPr>
          <p:cNvPr id="21" name="Text Placeholder 3">
            <a:extLst>
              <a:ext uri="{FF2B5EF4-FFF2-40B4-BE49-F238E27FC236}">
                <a16:creationId xmlns:a16="http://schemas.microsoft.com/office/drawing/2014/main" id="{9CF4E4B5-C55E-46BE-7577-C11AAA5EEE9C}"/>
              </a:ext>
            </a:extLst>
          </p:cNvPr>
          <p:cNvSpPr>
            <a:spLocks noGrp="1"/>
          </p:cNvSpPr>
          <p:nvPr>
            <p:ph type="body" sz="quarter" idx="20" hasCustomPrompt="1"/>
          </p:nvPr>
        </p:nvSpPr>
        <p:spPr>
          <a:xfrm>
            <a:off x="4001853" y="4376532"/>
            <a:ext cx="4188293" cy="705678"/>
          </a:xfrm>
        </p:spPr>
        <p:txBody>
          <a:bodyPr anchor="ctr"/>
          <a:lstStyle>
            <a:lvl1pPr marL="0" indent="0">
              <a:buNone/>
              <a:defRPr sz="18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Name </a:t>
            </a:r>
            <a:r>
              <a:rPr lang="en-US" err="1"/>
              <a:t>Lastname</a:t>
            </a:r>
            <a:endParaRPr lang="en-US"/>
          </a:p>
        </p:txBody>
      </p:sp>
      <p:sp>
        <p:nvSpPr>
          <p:cNvPr id="22" name="Text Placeholder 3">
            <a:extLst>
              <a:ext uri="{FF2B5EF4-FFF2-40B4-BE49-F238E27FC236}">
                <a16:creationId xmlns:a16="http://schemas.microsoft.com/office/drawing/2014/main" id="{0022AC69-B12D-7CC9-B5C5-618506B60F39}"/>
              </a:ext>
            </a:extLst>
          </p:cNvPr>
          <p:cNvSpPr>
            <a:spLocks noGrp="1"/>
          </p:cNvSpPr>
          <p:nvPr>
            <p:ph type="body" sz="quarter" idx="21" hasCustomPrompt="1"/>
          </p:nvPr>
        </p:nvSpPr>
        <p:spPr>
          <a:xfrm>
            <a:off x="8402713" y="4376532"/>
            <a:ext cx="3524546" cy="705678"/>
          </a:xfrm>
        </p:spPr>
        <p:txBody>
          <a:bodyPr anchor="ctr"/>
          <a:lstStyle>
            <a:lvl1pPr marL="0" indent="0">
              <a:buNone/>
              <a:defRPr sz="1600" u="sng">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err="1"/>
              <a:t>name@kalypso.com</a:t>
            </a:r>
            <a:endParaRPr lang="en-US"/>
          </a:p>
        </p:txBody>
      </p:sp>
      <p:pic>
        <p:nvPicPr>
          <p:cNvPr id="2" name="Picture 1">
            <a:extLst>
              <a:ext uri="{FF2B5EF4-FFF2-40B4-BE49-F238E27FC236}">
                <a16:creationId xmlns:a16="http://schemas.microsoft.com/office/drawing/2014/main" id="{AE2DFEEA-C2FF-81A6-11CA-EE69E5F102D8}"/>
              </a:ext>
            </a:extLst>
          </p:cNvPr>
          <p:cNvPicPr>
            <a:picLocks noChangeAspect="1"/>
          </p:cNvPicPr>
          <p:nvPr userDrawn="1"/>
        </p:nvPicPr>
        <p:blipFill>
          <a:blip r:embed="rId4"/>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8477186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Slide (Social Links)">
    <p:spTree>
      <p:nvGrpSpPr>
        <p:cNvPr id="1" name=""/>
        <p:cNvGrpSpPr/>
        <p:nvPr/>
      </p:nvGrpSpPr>
      <p:grpSpPr>
        <a:xfrm>
          <a:off x="0" y="0"/>
          <a:ext cx="0" cy="0"/>
          <a:chOff x="0" y="0"/>
          <a:chExt cx="0" cy="0"/>
        </a:xfrm>
      </p:grpSpPr>
      <p:sp>
        <p:nvSpPr>
          <p:cNvPr id="13" name="Slide Number Placeholder 21">
            <a:extLst>
              <a:ext uri="{FF2B5EF4-FFF2-40B4-BE49-F238E27FC236}">
                <a16:creationId xmlns:a16="http://schemas.microsoft.com/office/drawing/2014/main" id="{D0027A4D-5663-2F6C-1136-23B6670D16C8}"/>
              </a:ext>
            </a:extLst>
          </p:cNvPr>
          <p:cNvSpPr txBox="1">
            <a:spLocks/>
          </p:cNvSpPr>
          <p:nvPr userDrawn="1"/>
        </p:nvSpPr>
        <p:spPr>
          <a:xfrm>
            <a:off x="11160692" y="634579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1" smtClean="0">
                <a:solidFill>
                  <a:schemeClr val="bg1"/>
                </a:solidFill>
                <a:latin typeface="+mn-lt"/>
              </a:rPr>
              <a:pPr algn="r"/>
              <a:t>‹Nº›</a:t>
            </a:fld>
            <a:endParaRPr lang="en-US" sz="1000" b="1">
              <a:solidFill>
                <a:schemeClr val="bg1"/>
              </a:solidFill>
              <a:latin typeface="+mn-lt"/>
            </a:endParaRPr>
          </a:p>
        </p:txBody>
      </p:sp>
      <p:sp>
        <p:nvSpPr>
          <p:cNvPr id="9" name="TextBox 8">
            <a:extLst>
              <a:ext uri="{FF2B5EF4-FFF2-40B4-BE49-F238E27FC236}">
                <a16:creationId xmlns:a16="http://schemas.microsoft.com/office/drawing/2014/main" id="{EA777A79-0353-64C1-2166-1EDBB4720889}"/>
              </a:ext>
            </a:extLst>
          </p:cNvPr>
          <p:cNvSpPr txBox="1"/>
          <p:nvPr userDrawn="1"/>
        </p:nvSpPr>
        <p:spPr>
          <a:xfrm>
            <a:off x="4178803" y="2707576"/>
            <a:ext cx="2978701" cy="2133918"/>
          </a:xfrm>
          <a:prstGeom prst="rect">
            <a:avLst/>
          </a:prstGeom>
          <a:noFill/>
        </p:spPr>
        <p:txBody>
          <a:bodyPr wrap="none" lIns="91440" tIns="45720" rIns="91440" bIns="45720" rtlCol="0" anchor="t">
            <a:spAutoFit/>
          </a:bodyPr>
          <a:lstStyle/>
          <a:p>
            <a:pPr marL="0" marR="0" lvl="0" indent="0" algn="l" defTabSz="457200" rtl="0" eaLnBrk="1" fontAlgn="auto" latinLnBrk="0" hangingPunct="1">
              <a:lnSpc>
                <a:spcPct val="2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3E4142"/>
                </a:solidFill>
                <a:effectLst/>
                <a:uLnTx/>
                <a:uFillTx/>
                <a:ea typeface="+mn-ea"/>
                <a:cs typeface="+mn-cs"/>
                <a:hlinkClick r:id="rId2">
                  <a:extLst>
                    <a:ext uri="{A12FA001-AC4F-418D-AE19-62706E023703}">
                      <ahyp:hlinkClr xmlns:ahyp="http://schemas.microsoft.com/office/drawing/2018/hyperlinkcolor" val="tx"/>
                    </a:ext>
                  </a:extLst>
                </a:hlinkClick>
              </a:rPr>
              <a:t>linkedin.com/company/kalypso</a:t>
            </a:r>
            <a:endParaRPr kumimoji="0" lang="en-US" sz="1600" b="0" i="0" u="none" strike="noStrike" kern="1200" cap="none" spc="0" normalizeH="0" baseline="0" noProof="0">
              <a:ln>
                <a:noFill/>
              </a:ln>
              <a:solidFill>
                <a:srgbClr val="3E4142"/>
              </a:solidFill>
              <a:effectLst/>
              <a:uLnTx/>
              <a:uFillTx/>
              <a:ea typeface="+mn-ea"/>
              <a:cs typeface="+mn-cs"/>
            </a:endParaRPr>
          </a:p>
          <a:p>
            <a:pPr marL="0" marR="0" lvl="0" indent="0" algn="l" defTabSz="457200" rtl="0" eaLnBrk="1" fontAlgn="auto" latinLnBrk="0" hangingPunct="1">
              <a:lnSpc>
                <a:spcPct val="2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3E4142"/>
                </a:solidFill>
                <a:effectLst/>
                <a:uLnTx/>
                <a:uFillTx/>
                <a:ea typeface="+mn-ea"/>
                <a:cs typeface="+mn-cs"/>
                <a:hlinkClick r:id="rId3">
                  <a:extLst>
                    <a:ext uri="{A12FA001-AC4F-418D-AE19-62706E023703}">
                      <ahyp:hlinkClr xmlns:ahyp="http://schemas.microsoft.com/office/drawing/2018/hyperlinkcolor" val="tx"/>
                    </a:ext>
                  </a:extLst>
                </a:hlinkClick>
              </a:rPr>
              <a:t>twitter.com/kalypsoROK</a:t>
            </a:r>
            <a:br>
              <a:rPr kumimoji="0" lang="en-US" sz="1600" b="1" i="0" u="none" strike="noStrike" kern="1200" cap="none" spc="0" normalizeH="0" baseline="0" noProof="0">
                <a:ln>
                  <a:noFill/>
                </a:ln>
                <a:solidFill>
                  <a:srgbClr val="000000"/>
                </a:solidFill>
                <a:effectLst/>
                <a:uLnTx/>
                <a:uFillTx/>
                <a:ea typeface="+mn-ea"/>
                <a:cs typeface="+mn-cs"/>
              </a:rPr>
            </a:br>
            <a:r>
              <a:rPr kumimoji="0" lang="en-US" sz="1600" b="0" i="0" u="none" strike="noStrike" kern="1200" cap="none" spc="0" normalizeH="0" baseline="0" noProof="0">
                <a:ln>
                  <a:noFill/>
                </a:ln>
                <a:solidFill>
                  <a:srgbClr val="3E4142"/>
                </a:solidFill>
                <a:effectLst/>
                <a:uLnTx/>
                <a:uFillTx/>
                <a:ea typeface="+mn-ea"/>
                <a:cs typeface="+mn-cs"/>
                <a:hlinkClick r:id="rId4">
                  <a:extLst>
                    <a:ext uri="{A12FA001-AC4F-418D-AE19-62706E023703}">
                      <ahyp:hlinkClr xmlns:ahyp="http://schemas.microsoft.com/office/drawing/2018/hyperlinkcolor" val="tx"/>
                    </a:ext>
                  </a:extLst>
                </a:hlinkClick>
              </a:rPr>
              <a:t>facebook.com/kalypsoROK</a:t>
            </a:r>
            <a:endParaRPr kumimoji="0" lang="en-US" sz="1600" b="0" i="0" u="none" strike="noStrike" kern="1200" cap="none" spc="0" normalizeH="0" baseline="0" noProof="0">
              <a:ln>
                <a:noFill/>
              </a:ln>
              <a:solidFill>
                <a:srgbClr val="3E4142"/>
              </a:solidFill>
              <a:effectLst/>
              <a:uLnTx/>
              <a:uFillTx/>
              <a:ea typeface="+mn-ea"/>
              <a:cs typeface="+mn-cs"/>
            </a:endParaRPr>
          </a:p>
          <a:p>
            <a:pPr marL="0" marR="0" lvl="0" indent="0" algn="l" defTabSz="457200" rtl="0" eaLnBrk="1" fontAlgn="auto" latinLnBrk="0" hangingPunct="1">
              <a:lnSpc>
                <a:spcPct val="2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3E4142"/>
                </a:solidFill>
                <a:effectLst/>
                <a:uLnTx/>
                <a:uFillTx/>
                <a:ea typeface="+mn-ea"/>
                <a:cs typeface="+mn-cs"/>
                <a:hlinkClick r:id="rId5">
                  <a:extLst>
                    <a:ext uri="{A12FA001-AC4F-418D-AE19-62706E023703}">
                      <ahyp:hlinkClr xmlns:ahyp="http://schemas.microsoft.com/office/drawing/2018/hyperlinkcolor" val="tx"/>
                    </a:ext>
                  </a:extLst>
                </a:hlinkClick>
              </a:rPr>
              <a:t>instagram.com/kalypsoROK</a:t>
            </a:r>
            <a:endParaRPr kumimoji="0" lang="en-US" sz="1600" b="0" i="0" u="none" strike="noStrike" kern="1200" cap="none" spc="0" normalizeH="0" baseline="0" noProof="0">
              <a:ln>
                <a:noFill/>
              </a:ln>
              <a:solidFill>
                <a:srgbClr val="3E4142"/>
              </a:solidFill>
              <a:effectLst/>
              <a:uLnTx/>
              <a:uFillTx/>
              <a:ea typeface="+mn-ea"/>
              <a:cs typeface="+mn-cs"/>
            </a:endParaRPr>
          </a:p>
        </p:txBody>
      </p:sp>
      <p:pic>
        <p:nvPicPr>
          <p:cNvPr id="2" name="Picture 1">
            <a:extLst>
              <a:ext uri="{FF2B5EF4-FFF2-40B4-BE49-F238E27FC236}">
                <a16:creationId xmlns:a16="http://schemas.microsoft.com/office/drawing/2014/main" id="{D011A61C-5A01-4D21-3993-CE1C58C2BFEC}"/>
              </a:ext>
            </a:extLst>
          </p:cNvPr>
          <p:cNvPicPr>
            <a:picLocks noChangeAspect="1"/>
          </p:cNvPicPr>
          <p:nvPr userDrawn="1"/>
        </p:nvPicPr>
        <p:blipFill>
          <a:blip r:embed="rId6"/>
          <a:stretch>
            <a:fillRect/>
          </a:stretch>
        </p:blipFill>
        <p:spPr>
          <a:xfrm>
            <a:off x="3801501" y="2935816"/>
            <a:ext cx="279400" cy="279400"/>
          </a:xfrm>
          <a:prstGeom prst="rect">
            <a:avLst/>
          </a:prstGeom>
        </p:spPr>
      </p:pic>
      <p:pic>
        <p:nvPicPr>
          <p:cNvPr id="7" name="Picture 6">
            <a:extLst>
              <a:ext uri="{FF2B5EF4-FFF2-40B4-BE49-F238E27FC236}">
                <a16:creationId xmlns:a16="http://schemas.microsoft.com/office/drawing/2014/main" id="{DF459238-4711-FE32-AA10-73D1F00BC82F}"/>
              </a:ext>
            </a:extLst>
          </p:cNvPr>
          <p:cNvPicPr>
            <a:picLocks noChangeAspect="1"/>
          </p:cNvPicPr>
          <p:nvPr userDrawn="1"/>
        </p:nvPicPr>
        <p:blipFill>
          <a:blip r:embed="rId7"/>
          <a:stretch>
            <a:fillRect/>
          </a:stretch>
        </p:blipFill>
        <p:spPr>
          <a:xfrm>
            <a:off x="3788425" y="3440967"/>
            <a:ext cx="345573" cy="279400"/>
          </a:xfrm>
          <a:prstGeom prst="rect">
            <a:avLst/>
          </a:prstGeom>
        </p:spPr>
      </p:pic>
      <p:pic>
        <p:nvPicPr>
          <p:cNvPr id="8" name="Picture 7">
            <a:extLst>
              <a:ext uri="{FF2B5EF4-FFF2-40B4-BE49-F238E27FC236}">
                <a16:creationId xmlns:a16="http://schemas.microsoft.com/office/drawing/2014/main" id="{3FD4E3CE-188F-F09D-9589-E744AF9D56A1}"/>
              </a:ext>
            </a:extLst>
          </p:cNvPr>
          <p:cNvPicPr>
            <a:picLocks noChangeAspect="1"/>
          </p:cNvPicPr>
          <p:nvPr userDrawn="1"/>
        </p:nvPicPr>
        <p:blipFill>
          <a:blip r:embed="rId8"/>
          <a:stretch>
            <a:fillRect/>
          </a:stretch>
        </p:blipFill>
        <p:spPr>
          <a:xfrm>
            <a:off x="3801501" y="3976114"/>
            <a:ext cx="279400" cy="279400"/>
          </a:xfrm>
          <a:prstGeom prst="rect">
            <a:avLst/>
          </a:prstGeom>
        </p:spPr>
      </p:pic>
      <p:pic>
        <p:nvPicPr>
          <p:cNvPr id="11" name="Picture 10">
            <a:extLst>
              <a:ext uri="{FF2B5EF4-FFF2-40B4-BE49-F238E27FC236}">
                <a16:creationId xmlns:a16="http://schemas.microsoft.com/office/drawing/2014/main" id="{8483A601-5385-B8A3-E100-72730F824BE2}"/>
              </a:ext>
            </a:extLst>
          </p:cNvPr>
          <p:cNvPicPr>
            <a:picLocks noChangeAspect="1"/>
          </p:cNvPicPr>
          <p:nvPr userDrawn="1"/>
        </p:nvPicPr>
        <p:blipFill>
          <a:blip r:embed="rId9"/>
          <a:stretch>
            <a:fillRect/>
          </a:stretch>
        </p:blipFill>
        <p:spPr>
          <a:xfrm>
            <a:off x="3801502" y="4526327"/>
            <a:ext cx="279400" cy="279400"/>
          </a:xfrm>
          <a:prstGeom prst="rect">
            <a:avLst/>
          </a:prstGeom>
        </p:spPr>
      </p:pic>
      <p:sp>
        <p:nvSpPr>
          <p:cNvPr id="12" name="Title Placeholder 1">
            <a:extLst>
              <a:ext uri="{FF2B5EF4-FFF2-40B4-BE49-F238E27FC236}">
                <a16:creationId xmlns:a16="http://schemas.microsoft.com/office/drawing/2014/main" id="{788BAD64-9401-B547-09ED-CB1A9F21E86E}"/>
              </a:ext>
            </a:extLst>
          </p:cNvPr>
          <p:cNvSpPr>
            <a:spLocks noGrp="1"/>
          </p:cNvSpPr>
          <p:nvPr>
            <p:ph type="title" hasCustomPrompt="1"/>
          </p:nvPr>
        </p:nvSpPr>
        <p:spPr>
          <a:xfrm>
            <a:off x="190500" y="2726636"/>
            <a:ext cx="2713903" cy="571500"/>
          </a:xfrm>
          <a:prstGeom prst="rect">
            <a:avLst/>
          </a:prstGeom>
        </p:spPr>
        <p:txBody>
          <a:bodyPr vert="horz" lIns="182880" tIns="182880" rIns="182880" bIns="182880" rtlCol="0" anchor="t">
            <a:noAutofit/>
          </a:bodyPr>
          <a:lstStyle>
            <a:lvl1pPr>
              <a:defRPr sz="3200">
                <a:solidFill>
                  <a:schemeClr val="accent1"/>
                </a:solidFill>
              </a:defRPr>
            </a:lvl1pPr>
          </a:lstStyle>
          <a:p>
            <a:r>
              <a:rPr lang="en-US"/>
              <a:t>Thank You</a:t>
            </a:r>
          </a:p>
        </p:txBody>
      </p:sp>
      <p:pic>
        <p:nvPicPr>
          <p:cNvPr id="6" name="Picture 5">
            <a:extLst>
              <a:ext uri="{FF2B5EF4-FFF2-40B4-BE49-F238E27FC236}">
                <a16:creationId xmlns:a16="http://schemas.microsoft.com/office/drawing/2014/main" id="{6DEA070B-EB97-3742-2D5F-77C49AF4F691}"/>
              </a:ext>
            </a:extLst>
          </p:cNvPr>
          <p:cNvPicPr>
            <a:picLocks noChangeAspect="1"/>
          </p:cNvPicPr>
          <p:nvPr userDrawn="1"/>
        </p:nvPicPr>
        <p:blipFill>
          <a:blip r:embed="rId10"/>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21621424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8" name="Picture 17" descr="A blue and grey text on a black background&#10;&#10;AI-generated content may be incorrect.">
            <a:extLst>
              <a:ext uri="{FF2B5EF4-FFF2-40B4-BE49-F238E27FC236}">
                <a16:creationId xmlns:a16="http://schemas.microsoft.com/office/drawing/2014/main" id="{83813A8B-B134-B73F-BA37-566CF121675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grpSp>
        <p:nvGrpSpPr>
          <p:cNvPr id="12" name="Group 11">
            <a:extLst>
              <a:ext uri="{FF2B5EF4-FFF2-40B4-BE49-F238E27FC236}">
                <a16:creationId xmlns:a16="http://schemas.microsoft.com/office/drawing/2014/main" id="{79CC8E45-557C-2570-B96A-54927082176F}"/>
              </a:ext>
            </a:extLst>
          </p:cNvPr>
          <p:cNvGrpSpPr/>
          <p:nvPr userDrawn="1"/>
        </p:nvGrpSpPr>
        <p:grpSpPr>
          <a:xfrm>
            <a:off x="447265" y="1603356"/>
            <a:ext cx="11341925" cy="4111644"/>
            <a:chOff x="930361" y="1603356"/>
            <a:chExt cx="11481319"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930361" y="1603356"/>
              <a:ext cx="2257806" cy="4111644"/>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3236240"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542117"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847996"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10153874"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3" name="Text Placeholder 2">
            <a:extLst>
              <a:ext uri="{FF2B5EF4-FFF2-40B4-BE49-F238E27FC236}">
                <a16:creationId xmlns:a16="http://schemas.microsoft.com/office/drawing/2014/main" id="{8C3EBD0E-14C8-3FC0-AA11-523D4D21D6A2}"/>
              </a:ext>
            </a:extLst>
          </p:cNvPr>
          <p:cNvSpPr>
            <a:spLocks noGrp="1"/>
          </p:cNvSpPr>
          <p:nvPr>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grpSp>
        <p:nvGrpSpPr>
          <p:cNvPr id="31" name="Group 30">
            <a:extLst>
              <a:ext uri="{FF2B5EF4-FFF2-40B4-BE49-F238E27FC236}">
                <a16:creationId xmlns:a16="http://schemas.microsoft.com/office/drawing/2014/main" id="{25F3528B-8DDE-F756-A084-7FCF6F277F8C}"/>
              </a:ext>
            </a:extLst>
          </p:cNvPr>
          <p:cNvGrpSpPr/>
          <p:nvPr userDrawn="1"/>
        </p:nvGrpSpPr>
        <p:grpSpPr>
          <a:xfrm>
            <a:off x="1044205" y="1573954"/>
            <a:ext cx="9094305" cy="841255"/>
            <a:chOff x="1044205" y="2007704"/>
            <a:chExt cx="9094305" cy="407505"/>
          </a:xfrm>
        </p:grpSpPr>
        <p:cxnSp>
          <p:nvCxnSpPr>
            <p:cNvPr id="26" name="Straight Connector 25">
              <a:extLst>
                <a:ext uri="{FF2B5EF4-FFF2-40B4-BE49-F238E27FC236}">
                  <a16:creationId xmlns:a16="http://schemas.microsoft.com/office/drawing/2014/main" id="{E894AC74-2876-C413-E27F-05BC09E57C20}"/>
                </a:ext>
              </a:extLst>
            </p:cNvPr>
            <p:cNvCxnSpPr/>
            <p:nvPr userDrawn="1"/>
          </p:nvCxnSpPr>
          <p:spPr bwMode="auto">
            <a:xfrm>
              <a:off x="1044205"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0F9B4F2C-6131-A0F9-2247-688A9347CC7F}"/>
                </a:ext>
              </a:extLst>
            </p:cNvPr>
            <p:cNvCxnSpPr/>
            <p:nvPr userDrawn="1"/>
          </p:nvCxnSpPr>
          <p:spPr bwMode="auto">
            <a:xfrm>
              <a:off x="3409718"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2146CFD0-08AD-E76C-C52E-E231727CB71A}"/>
                </a:ext>
              </a:extLst>
            </p:cNvPr>
            <p:cNvCxnSpPr/>
            <p:nvPr userDrawn="1"/>
          </p:nvCxnSpPr>
          <p:spPr bwMode="auto">
            <a:xfrm>
              <a:off x="5665901"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1764D819-AF14-5D58-7EC2-553D8572A57D}"/>
                </a:ext>
              </a:extLst>
            </p:cNvPr>
            <p:cNvCxnSpPr/>
            <p:nvPr userDrawn="1"/>
          </p:nvCxnSpPr>
          <p:spPr bwMode="auto">
            <a:xfrm>
              <a:off x="7961840"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65B8583C-E107-873B-A596-96328920D04B}"/>
                </a:ext>
              </a:extLst>
            </p:cNvPr>
            <p:cNvCxnSpPr/>
            <p:nvPr userDrawn="1"/>
          </p:nvCxnSpPr>
          <p:spPr bwMode="auto">
            <a:xfrm>
              <a:off x="10138510" y="2007704"/>
              <a:ext cx="0" cy="407505"/>
            </a:xfrm>
            <a:prstGeom prst="line">
              <a:avLst/>
            </a:prstGeom>
            <a:noFill/>
            <a:ln w="19050" cap="flat" cmpd="sng" algn="ctr">
              <a:solidFill>
                <a:schemeClr val="bg1"/>
              </a:solidFill>
              <a:prstDash val="solid"/>
              <a:round/>
              <a:headEnd type="none" w="med" len="med"/>
              <a:tailEnd type="none" w="med" len="med"/>
            </a:ln>
            <a:effectLst/>
          </p:spPr>
        </p:cxnSp>
      </p:grpSp>
      <p:sp>
        <p:nvSpPr>
          <p:cNvPr id="9" name="Title 1">
            <a:extLst>
              <a:ext uri="{FF2B5EF4-FFF2-40B4-BE49-F238E27FC236}">
                <a16:creationId xmlns:a16="http://schemas.microsoft.com/office/drawing/2014/main" id="{5EE6C912-905A-73F5-BAA7-B16865C1B6F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2561555892"/>
      </p:ext>
    </p:extLst>
  </p:cSld>
  <p:clrMapOvr>
    <a:masterClrMapping/>
  </p:clrMapOvr>
  <p:transition spd="med"/>
  <p:extLst>
    <p:ext uri="{DCECCB84-F9BA-43D5-87BE-67443E8EF086}">
      <p15:sldGuideLst xmlns:p15="http://schemas.microsoft.com/office/powerpoint/2012/main">
        <p15:guide id="1" pos="6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Outlines">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88D321-BEB4-EB87-E7D9-3FCF32CDBA39}"/>
              </a:ext>
            </a:extLst>
          </p:cNvPr>
          <p:cNvGrpSpPr/>
          <p:nvPr userDrawn="1"/>
        </p:nvGrpSpPr>
        <p:grpSpPr>
          <a:xfrm>
            <a:off x="447265" y="1603356"/>
            <a:ext cx="11341921" cy="4111644"/>
            <a:chOff x="447266" y="1603356"/>
            <a:chExt cx="11242948"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6"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10266"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4973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36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499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cxnSp>
        <p:nvCxnSpPr>
          <p:cNvPr id="19" name="Straight Connector 18">
            <a:extLst>
              <a:ext uri="{FF2B5EF4-FFF2-40B4-BE49-F238E27FC236}">
                <a16:creationId xmlns:a16="http://schemas.microsoft.com/office/drawing/2014/main" id="{A3B1F656-C622-0556-00B3-F1E0E0FD1B6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19F1E74D-D433-EF81-34B5-CB111B149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9" name="Picture 8" descr="A blue and grey text on a black background&#10;&#10;AI-generated content may be incorrect.">
            <a:extLst>
              <a:ext uri="{FF2B5EF4-FFF2-40B4-BE49-F238E27FC236}">
                <a16:creationId xmlns:a16="http://schemas.microsoft.com/office/drawing/2014/main" id="{CEFD8300-47A2-3CD3-07DA-2AFBF254CAD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570130825"/>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Color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01E2DD4-33EC-EAEC-F78C-B5FC9D498837}"/>
              </a:ext>
            </a:extLst>
          </p:cNvPr>
          <p:cNvGrpSpPr/>
          <p:nvPr userDrawn="1"/>
        </p:nvGrpSpPr>
        <p:grpSpPr>
          <a:xfrm>
            <a:off x="447265" y="1603356"/>
            <a:ext cx="11341925" cy="4111644"/>
            <a:chOff x="447265" y="1603356"/>
            <a:chExt cx="11341925" cy="4111644"/>
          </a:xfrm>
          <a:gradFill>
            <a:gsLst>
              <a:gs pos="14000">
                <a:schemeClr val="accent4"/>
              </a:gs>
              <a:gs pos="84000">
                <a:schemeClr val="accent2"/>
              </a:gs>
            </a:gsLst>
            <a:lin ang="2700000" scaled="1"/>
          </a:gradFill>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5"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25148"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003030"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80913"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558796"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cxnSp>
        <p:nvCxnSpPr>
          <p:cNvPr id="18" name="Straight Connector 17">
            <a:extLst>
              <a:ext uri="{FF2B5EF4-FFF2-40B4-BE49-F238E27FC236}">
                <a16:creationId xmlns:a16="http://schemas.microsoft.com/office/drawing/2014/main" id="{CE2E81E1-9C05-40B8-809D-F0BFD9956B5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C29C7DC5-D5FC-37A4-1BB4-431660839FF1}"/>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9" name="Picture 8" descr="A blue and grey text on a black background&#10;&#10;AI-generated content may be incorrect.">
            <a:extLst>
              <a:ext uri="{FF2B5EF4-FFF2-40B4-BE49-F238E27FC236}">
                <a16:creationId xmlns:a16="http://schemas.microsoft.com/office/drawing/2014/main" id="{3D6C3DE3-54C3-0768-7A40-C1607C5CA2F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222721643"/>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lis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295241"/>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360266"/>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25291"/>
            <a:ext cx="10744985"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490316"/>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55341"/>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cxnSp>
        <p:nvCxnSpPr>
          <p:cNvPr id="12" name="Straight Connector 11">
            <a:extLst>
              <a:ext uri="{FF2B5EF4-FFF2-40B4-BE49-F238E27FC236}">
                <a16:creationId xmlns:a16="http://schemas.microsoft.com/office/drawing/2014/main" id="{340F3CD0-B2A9-3E1D-C106-08B30BF7F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61F1521B-E99A-BE90-5FA5-B16038BBC8C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BEAE8CF2-9F07-E53E-272B-D4D45B7B5AD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486782643"/>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ena list 2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sp>
        <p:nvSpPr>
          <p:cNvPr id="9" name="Rectangle 8">
            <a:extLst>
              <a:ext uri="{FF2B5EF4-FFF2-40B4-BE49-F238E27FC236}">
                <a16:creationId xmlns:a16="http://schemas.microsoft.com/office/drawing/2014/main" id="{ACF37157-9D5C-371C-3D39-451B6BFA9F27}"/>
              </a:ext>
            </a:extLst>
          </p:cNvPr>
          <p:cNvSpPr/>
          <p:nvPr userDrawn="1"/>
        </p:nvSpPr>
        <p:spPr bwMode="auto">
          <a:xfrm rot="16200000">
            <a:off x="6225334" y="5334835"/>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F5C2CEDC-B41E-1663-31E6-659568EEA82D}"/>
              </a:ext>
            </a:extLst>
          </p:cNvPr>
          <p:cNvSpPr/>
          <p:nvPr userDrawn="1"/>
        </p:nvSpPr>
        <p:spPr bwMode="auto">
          <a:xfrm rot="16200000">
            <a:off x="6225334" y="4280775"/>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1F523286-AFA0-6B94-69D3-14752C94404B}"/>
              </a:ext>
            </a:extLst>
          </p:cNvPr>
          <p:cNvSpPr/>
          <p:nvPr userDrawn="1"/>
        </p:nvSpPr>
        <p:spPr bwMode="auto">
          <a:xfrm rot="16200000">
            <a:off x="6225334" y="3226716"/>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8" name="Rectangle 17">
            <a:extLst>
              <a:ext uri="{FF2B5EF4-FFF2-40B4-BE49-F238E27FC236}">
                <a16:creationId xmlns:a16="http://schemas.microsoft.com/office/drawing/2014/main" id="{CE2875A6-EBC7-7D37-F847-4C4757434ECE}"/>
              </a:ext>
            </a:extLst>
          </p:cNvPr>
          <p:cNvSpPr/>
          <p:nvPr userDrawn="1"/>
        </p:nvSpPr>
        <p:spPr bwMode="auto">
          <a:xfrm rot="16200000">
            <a:off x="6225334" y="2172657"/>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9" name="Rectangle 18">
            <a:extLst>
              <a:ext uri="{FF2B5EF4-FFF2-40B4-BE49-F238E27FC236}">
                <a16:creationId xmlns:a16="http://schemas.microsoft.com/office/drawing/2014/main" id="{1229E952-D06D-9D1C-8E97-1CA7371E3E19}"/>
              </a:ext>
            </a:extLst>
          </p:cNvPr>
          <p:cNvSpPr/>
          <p:nvPr userDrawn="1"/>
        </p:nvSpPr>
        <p:spPr bwMode="auto">
          <a:xfrm rot="16200000">
            <a:off x="6225334" y="1118598"/>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Text Placeholder 2">
            <a:extLst>
              <a:ext uri="{FF2B5EF4-FFF2-40B4-BE49-F238E27FC236}">
                <a16:creationId xmlns:a16="http://schemas.microsoft.com/office/drawing/2014/main" id="{76486324-29EA-9423-926C-5B99C75D5F48}"/>
              </a:ext>
            </a:extLst>
          </p:cNvPr>
          <p:cNvSpPr>
            <a:spLocks noGrp="1"/>
          </p:cNvSpPr>
          <p:nvPr>
            <p:ph type="body" sz="quarter" idx="26"/>
          </p:nvPr>
        </p:nvSpPr>
        <p:spPr>
          <a:xfrm>
            <a:off x="71910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6" name="Text Placeholder 2">
            <a:extLst>
              <a:ext uri="{FF2B5EF4-FFF2-40B4-BE49-F238E27FC236}">
                <a16:creationId xmlns:a16="http://schemas.microsoft.com/office/drawing/2014/main" id="{EE685F01-2B90-EB05-A6ED-67226C8A91C5}"/>
              </a:ext>
            </a:extLst>
          </p:cNvPr>
          <p:cNvSpPr>
            <a:spLocks noGrp="1"/>
          </p:cNvSpPr>
          <p:nvPr>
            <p:ph type="body" sz="quarter" idx="27"/>
          </p:nvPr>
        </p:nvSpPr>
        <p:spPr>
          <a:xfrm>
            <a:off x="71910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7" name="Text Placeholder 2">
            <a:extLst>
              <a:ext uri="{FF2B5EF4-FFF2-40B4-BE49-F238E27FC236}">
                <a16:creationId xmlns:a16="http://schemas.microsoft.com/office/drawing/2014/main" id="{878886AD-05C9-F1AA-1C4B-C3BFF80C528A}"/>
              </a:ext>
            </a:extLst>
          </p:cNvPr>
          <p:cNvSpPr>
            <a:spLocks noGrp="1"/>
          </p:cNvSpPr>
          <p:nvPr>
            <p:ph type="body" sz="quarter" idx="28"/>
          </p:nvPr>
        </p:nvSpPr>
        <p:spPr>
          <a:xfrm>
            <a:off x="71910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8" name="Text Placeholder 2">
            <a:extLst>
              <a:ext uri="{FF2B5EF4-FFF2-40B4-BE49-F238E27FC236}">
                <a16:creationId xmlns:a16="http://schemas.microsoft.com/office/drawing/2014/main" id="{8AA9D7C6-FB85-1340-655B-11595CBC7ACA}"/>
              </a:ext>
            </a:extLst>
          </p:cNvPr>
          <p:cNvSpPr>
            <a:spLocks noGrp="1"/>
          </p:cNvSpPr>
          <p:nvPr>
            <p:ph type="body" sz="quarter" idx="29"/>
          </p:nvPr>
        </p:nvSpPr>
        <p:spPr>
          <a:xfrm>
            <a:off x="71910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6407E569-9548-FBE4-8E25-877847ECFEB8}"/>
              </a:ext>
            </a:extLst>
          </p:cNvPr>
          <p:cNvSpPr>
            <a:spLocks noGrp="1"/>
          </p:cNvSpPr>
          <p:nvPr>
            <p:ph type="body" sz="quarter" idx="30"/>
          </p:nvPr>
        </p:nvSpPr>
        <p:spPr>
          <a:xfrm>
            <a:off x="71910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30" name="Content Placeholder 19">
            <a:extLst>
              <a:ext uri="{FF2B5EF4-FFF2-40B4-BE49-F238E27FC236}">
                <a16:creationId xmlns:a16="http://schemas.microsoft.com/office/drawing/2014/main" id="{F90BE522-E4EC-63B8-390D-E576F3F5012A}"/>
              </a:ext>
            </a:extLst>
          </p:cNvPr>
          <p:cNvSpPr>
            <a:spLocks noGrp="1"/>
          </p:cNvSpPr>
          <p:nvPr>
            <p:ph sz="quarter" idx="31" hasCustomPrompt="1"/>
          </p:nvPr>
        </p:nvSpPr>
        <p:spPr>
          <a:xfrm>
            <a:off x="5625681"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06</a:t>
            </a:r>
          </a:p>
        </p:txBody>
      </p:sp>
      <p:sp>
        <p:nvSpPr>
          <p:cNvPr id="31" name="Content Placeholder 19">
            <a:extLst>
              <a:ext uri="{FF2B5EF4-FFF2-40B4-BE49-F238E27FC236}">
                <a16:creationId xmlns:a16="http://schemas.microsoft.com/office/drawing/2014/main" id="{5B43E6E4-C5BA-2A2C-4AD1-FCCC5E3C43D4}"/>
              </a:ext>
            </a:extLst>
          </p:cNvPr>
          <p:cNvSpPr>
            <a:spLocks noGrp="1"/>
          </p:cNvSpPr>
          <p:nvPr>
            <p:ph sz="quarter" idx="32" hasCustomPrompt="1"/>
          </p:nvPr>
        </p:nvSpPr>
        <p:spPr>
          <a:xfrm>
            <a:off x="5625681"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07</a:t>
            </a:r>
          </a:p>
        </p:txBody>
      </p:sp>
      <p:sp>
        <p:nvSpPr>
          <p:cNvPr id="32" name="Content Placeholder 19">
            <a:extLst>
              <a:ext uri="{FF2B5EF4-FFF2-40B4-BE49-F238E27FC236}">
                <a16:creationId xmlns:a16="http://schemas.microsoft.com/office/drawing/2014/main" id="{66ADF6C3-4885-0A37-45BD-3CF44EF58EE8}"/>
              </a:ext>
            </a:extLst>
          </p:cNvPr>
          <p:cNvSpPr>
            <a:spLocks noGrp="1"/>
          </p:cNvSpPr>
          <p:nvPr>
            <p:ph sz="quarter" idx="33" hasCustomPrompt="1"/>
          </p:nvPr>
        </p:nvSpPr>
        <p:spPr>
          <a:xfrm>
            <a:off x="562568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08</a:t>
            </a:r>
          </a:p>
        </p:txBody>
      </p:sp>
      <p:sp>
        <p:nvSpPr>
          <p:cNvPr id="33" name="Content Placeholder 19">
            <a:extLst>
              <a:ext uri="{FF2B5EF4-FFF2-40B4-BE49-F238E27FC236}">
                <a16:creationId xmlns:a16="http://schemas.microsoft.com/office/drawing/2014/main" id="{41705D1B-3717-240B-C1A7-D529BAC4CED9}"/>
              </a:ext>
            </a:extLst>
          </p:cNvPr>
          <p:cNvSpPr>
            <a:spLocks noGrp="1"/>
          </p:cNvSpPr>
          <p:nvPr>
            <p:ph sz="quarter" idx="34" hasCustomPrompt="1"/>
          </p:nvPr>
        </p:nvSpPr>
        <p:spPr>
          <a:xfrm>
            <a:off x="5636779"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09</a:t>
            </a:r>
          </a:p>
        </p:txBody>
      </p:sp>
      <p:sp>
        <p:nvSpPr>
          <p:cNvPr id="34" name="Content Placeholder 19">
            <a:extLst>
              <a:ext uri="{FF2B5EF4-FFF2-40B4-BE49-F238E27FC236}">
                <a16:creationId xmlns:a16="http://schemas.microsoft.com/office/drawing/2014/main" id="{45F0BE7C-AD1D-CBE1-BB9F-8F09808E0847}"/>
              </a:ext>
            </a:extLst>
          </p:cNvPr>
          <p:cNvSpPr>
            <a:spLocks noGrp="1"/>
          </p:cNvSpPr>
          <p:nvPr>
            <p:ph sz="quarter" idx="35" hasCustomPrompt="1"/>
          </p:nvPr>
        </p:nvSpPr>
        <p:spPr>
          <a:xfrm>
            <a:off x="5647873"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10</a:t>
            </a:r>
          </a:p>
        </p:txBody>
      </p:sp>
      <p:cxnSp>
        <p:nvCxnSpPr>
          <p:cNvPr id="38" name="Straight Connector 37">
            <a:extLst>
              <a:ext uri="{FF2B5EF4-FFF2-40B4-BE49-F238E27FC236}">
                <a16:creationId xmlns:a16="http://schemas.microsoft.com/office/drawing/2014/main" id="{8033E04A-D198-2F16-1A6F-0473A626E3C5}"/>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B697B694-A1BD-6AD6-E340-B0102E28903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1301FF4B-F120-AFCF-C622-3DC8CC2E148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5624429"/>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3 items stagger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2433930" y="557020"/>
            <a:ext cx="75481" cy="4078102"/>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341773" y="2112186"/>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4001902" y="3236465"/>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7600998" y="4301490"/>
            <a:ext cx="4188193"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9" name="Rectangle 8">
            <a:extLst>
              <a:ext uri="{FF2B5EF4-FFF2-40B4-BE49-F238E27FC236}">
                <a16:creationId xmlns:a16="http://schemas.microsoft.com/office/drawing/2014/main" id="{31923C44-E737-F802-E2EA-3E1693727967}"/>
              </a:ext>
            </a:extLst>
          </p:cNvPr>
          <p:cNvSpPr/>
          <p:nvPr userDrawn="1"/>
        </p:nvSpPr>
        <p:spPr bwMode="auto">
          <a:xfrm rot="16200000">
            <a:off x="6130760" y="1659601"/>
            <a:ext cx="75476" cy="4078102"/>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DB5AF96E-7D94-1599-0E8B-F65B79291503}"/>
              </a:ext>
            </a:extLst>
          </p:cNvPr>
          <p:cNvSpPr/>
          <p:nvPr userDrawn="1"/>
        </p:nvSpPr>
        <p:spPr bwMode="auto">
          <a:xfrm rot="16200000">
            <a:off x="9712403" y="2728885"/>
            <a:ext cx="75480" cy="4078101"/>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cxnSp>
        <p:nvCxnSpPr>
          <p:cNvPr id="26" name="Straight Connector 25">
            <a:extLst>
              <a:ext uri="{FF2B5EF4-FFF2-40B4-BE49-F238E27FC236}">
                <a16:creationId xmlns:a16="http://schemas.microsoft.com/office/drawing/2014/main" id="{62EFAC38-F6D5-6623-79B6-B4B7F031BC9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6B7AD00-9149-AA43-6BB5-9CC22F6F20B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5" name="Picture 4" descr="A blue and grey text on a black background&#10;&#10;AI-generated content may be incorrect.">
            <a:extLst>
              <a:ext uri="{FF2B5EF4-FFF2-40B4-BE49-F238E27FC236}">
                <a16:creationId xmlns:a16="http://schemas.microsoft.com/office/drawing/2014/main" id="{4454C77E-C413-4769-E2A5-4F061E65A02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98749937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shot Full Photo">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2B6771DB-E18B-9612-A2AD-43B2BA0933B8}"/>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9" name="Picture Placeholder 8">
            <a:extLst>
              <a:ext uri="{FF2B5EF4-FFF2-40B4-BE49-F238E27FC236}">
                <a16:creationId xmlns:a16="http://schemas.microsoft.com/office/drawing/2014/main" id="{ADB0F5C8-B370-53E5-C819-03C32860557B}"/>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4400" b="0" i="0">
                <a:solidFill>
                  <a:schemeClr val="bg1"/>
                </a:solidFill>
                <a:latin typeface="Barlow Light" pitchFamily="2" charset="77"/>
              </a:defRPr>
            </a:lvl1pPr>
          </a:lstStyle>
          <a:p>
            <a:endParaRPr lang="en-US"/>
          </a:p>
        </p:txBody>
      </p:sp>
      <p:sp>
        <p:nvSpPr>
          <p:cNvPr id="2" name="Text Placeholder 2">
            <a:extLst>
              <a:ext uri="{FF2B5EF4-FFF2-40B4-BE49-F238E27FC236}">
                <a16:creationId xmlns:a16="http://schemas.microsoft.com/office/drawing/2014/main" id="{6250C76E-D614-52D3-D0A0-9B6FDC42C4F0}"/>
              </a:ext>
            </a:extLst>
          </p:cNvPr>
          <p:cNvSpPr>
            <a:spLocks noGrp="1"/>
          </p:cNvSpPr>
          <p:nvPr>
            <p:ph type="body" sz="quarter" idx="16"/>
          </p:nvPr>
        </p:nvSpPr>
        <p:spPr>
          <a:xfrm>
            <a:off x="6349736" y="2828022"/>
            <a:ext cx="4770548" cy="923330"/>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6000" b="1"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3" name="Text Placeholder 2">
            <a:extLst>
              <a:ext uri="{FF2B5EF4-FFF2-40B4-BE49-F238E27FC236}">
                <a16:creationId xmlns:a16="http://schemas.microsoft.com/office/drawing/2014/main" id="{9ACAA5A8-4156-6C72-089D-C06E0C333EF0}"/>
              </a:ext>
            </a:extLst>
          </p:cNvPr>
          <p:cNvSpPr>
            <a:spLocks noGrp="1"/>
          </p:cNvSpPr>
          <p:nvPr>
            <p:ph type="body" sz="quarter" idx="17"/>
          </p:nvPr>
        </p:nvSpPr>
        <p:spPr>
          <a:xfrm>
            <a:off x="6349736" y="3802719"/>
            <a:ext cx="4915164" cy="5355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3200" b="0"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2400">
                <a:solidFill>
                  <a:schemeClr val="bg1"/>
                </a:solidFill>
                <a:effectLst>
                  <a:outerShdw blurRad="260481" sx="102000" sy="102000" algn="ctr" rotWithShape="0">
                    <a:prstClr val="black">
                      <a:alpha val="86110"/>
                    </a:prstClr>
                  </a:outerShdw>
                </a:effectLst>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pic>
        <p:nvPicPr>
          <p:cNvPr id="6" name="Picture 5" descr="A blue and grey text on a black background&#10;&#10;AI-generated content may be incorrect.">
            <a:extLst>
              <a:ext uri="{FF2B5EF4-FFF2-40B4-BE49-F238E27FC236}">
                <a16:creationId xmlns:a16="http://schemas.microsoft.com/office/drawing/2014/main" id="{5B2BBCCF-9C34-181A-D6FE-104C9B40E5A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530585639"/>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shot 1 pers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4747043" y="-860007"/>
            <a:ext cx="2679700" cy="8273214"/>
          </a:xfrm>
          <a:prstGeom prst="rect">
            <a:avLst/>
          </a:prstGeom>
          <a:gradFill flip="none" rotWithShape="1">
            <a:gsLst>
              <a:gs pos="0">
                <a:schemeClr val="accent3"/>
              </a:gs>
              <a:gs pos="78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Picture Placeholder 19">
            <a:extLst>
              <a:ext uri="{FF2B5EF4-FFF2-40B4-BE49-F238E27FC236}">
                <a16:creationId xmlns:a16="http://schemas.microsoft.com/office/drawing/2014/main" id="{0DEEA39D-5AF7-C3CD-448C-18CFE8E259BE}"/>
              </a:ext>
            </a:extLst>
          </p:cNvPr>
          <p:cNvSpPr>
            <a:spLocks noGrp="1"/>
          </p:cNvSpPr>
          <p:nvPr>
            <p:ph type="pic" sz="quarter" idx="10"/>
          </p:nvPr>
        </p:nvSpPr>
        <p:spPr>
          <a:xfrm>
            <a:off x="2270572" y="1936748"/>
            <a:ext cx="3212778" cy="2679700"/>
          </a:xfrm>
          <a:prstGeom prst="rect">
            <a:avLst/>
          </a:prstGeom>
          <a:solidFill>
            <a:schemeClr val="tx2"/>
          </a:solidFill>
          <a:ln w="19050">
            <a:solidFill>
              <a:schemeClr val="bg1"/>
            </a:solid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5803636" y="3046627"/>
            <a:ext cx="4117792"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5803636" y="3654542"/>
            <a:ext cx="4117792"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Freeform 6">
            <a:extLst>
              <a:ext uri="{FF2B5EF4-FFF2-40B4-BE49-F238E27FC236}">
                <a16:creationId xmlns:a16="http://schemas.microsoft.com/office/drawing/2014/main" id="{7B0DBA7B-D46A-C001-0C0E-428CBBA6AF2D}"/>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8" name="Picture 7" descr="A blue and grey text on a black background&#10;&#10;AI-generated content may be incorrect.">
            <a:extLst>
              <a:ext uri="{FF2B5EF4-FFF2-40B4-BE49-F238E27FC236}">
                <a16:creationId xmlns:a16="http://schemas.microsoft.com/office/drawing/2014/main" id="{7529319F-1EAF-4E9F-DA67-F0A917494760}"/>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1218498398"/>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shot 2 peop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3727868" y="-1727651"/>
            <a:ext cx="2432050" cy="8273214"/>
          </a:xfrm>
          <a:prstGeom prst="rect">
            <a:avLst/>
          </a:prstGeom>
          <a:gradFill flip="none" rotWithShape="1">
            <a:gsLst>
              <a:gs pos="23000">
                <a:schemeClr val="accent3"/>
              </a:gs>
              <a:gs pos="91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4660636" y="2171076"/>
            <a:ext cx="3861064"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4660636" y="2692046"/>
            <a:ext cx="3861064"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Rectangle 6">
            <a:extLst>
              <a:ext uri="{FF2B5EF4-FFF2-40B4-BE49-F238E27FC236}">
                <a16:creationId xmlns:a16="http://schemas.microsoft.com/office/drawing/2014/main" id="{BF6C097D-BD2D-BA4B-0334-DE56A7030151}"/>
              </a:ext>
            </a:extLst>
          </p:cNvPr>
          <p:cNvSpPr/>
          <p:nvPr userDrawn="1"/>
        </p:nvSpPr>
        <p:spPr>
          <a:xfrm rot="16200000" flipH="1">
            <a:off x="6267868" y="704397"/>
            <a:ext cx="2432050" cy="8273214"/>
          </a:xfrm>
          <a:prstGeom prst="rect">
            <a:avLst/>
          </a:prstGeom>
          <a:gradFill flip="none" rotWithShape="1">
            <a:gsLst>
              <a:gs pos="23000">
                <a:schemeClr val="accent3"/>
              </a:gs>
              <a:gs pos="91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8" name="Picture Placeholder 19">
            <a:extLst>
              <a:ext uri="{FF2B5EF4-FFF2-40B4-BE49-F238E27FC236}">
                <a16:creationId xmlns:a16="http://schemas.microsoft.com/office/drawing/2014/main" id="{DC68A78C-AC66-6B5D-92AE-A7C9F0B655CE}"/>
              </a:ext>
            </a:extLst>
          </p:cNvPr>
          <p:cNvSpPr>
            <a:spLocks noGrp="1"/>
          </p:cNvSpPr>
          <p:nvPr>
            <p:ph type="pic" sz="quarter" idx="18"/>
          </p:nvPr>
        </p:nvSpPr>
        <p:spPr>
          <a:xfrm>
            <a:off x="8105650" y="3624977"/>
            <a:ext cx="3212778" cy="2432050"/>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9" name="Text Placeholder 2">
            <a:extLst>
              <a:ext uri="{FF2B5EF4-FFF2-40B4-BE49-F238E27FC236}">
                <a16:creationId xmlns:a16="http://schemas.microsoft.com/office/drawing/2014/main" id="{5686A4CB-2930-2DB1-3FE3-49F664BB3DA4}"/>
              </a:ext>
            </a:extLst>
          </p:cNvPr>
          <p:cNvSpPr>
            <a:spLocks noGrp="1"/>
          </p:cNvSpPr>
          <p:nvPr>
            <p:ph type="body" sz="quarter" idx="19"/>
          </p:nvPr>
        </p:nvSpPr>
        <p:spPr>
          <a:xfrm>
            <a:off x="3797036" y="4617612"/>
            <a:ext cx="4117792" cy="563231"/>
          </a:xfrm>
          <a:prstGeom prst="rect">
            <a:avLst/>
          </a:prstGeom>
        </p:spPr>
        <p:txBody>
          <a:bodyPr wrap="square" anchor="b">
            <a:spAutoFit/>
          </a:bodyPr>
          <a:lstStyle>
            <a:lvl1pPr marL="9525" indent="0" algn="r">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DF1EBAE6-C58D-47D8-7308-203F4510B344}"/>
              </a:ext>
            </a:extLst>
          </p:cNvPr>
          <p:cNvSpPr>
            <a:spLocks noGrp="1"/>
          </p:cNvSpPr>
          <p:nvPr>
            <p:ph type="body" sz="quarter" idx="20"/>
          </p:nvPr>
        </p:nvSpPr>
        <p:spPr>
          <a:xfrm>
            <a:off x="3797036" y="5124094"/>
            <a:ext cx="4117792" cy="590931"/>
          </a:xfrm>
          <a:prstGeom prst="rect">
            <a:avLst/>
          </a:prstGeom>
        </p:spPr>
        <p:txBody>
          <a:bodyPr wrap="square" anchor="t">
            <a:spAutoFit/>
          </a:bodyPr>
          <a:lstStyle>
            <a:lvl1pPr marL="9525" indent="0" algn="r">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r">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12" name="Straight Connector 11">
            <a:extLst>
              <a:ext uri="{FF2B5EF4-FFF2-40B4-BE49-F238E27FC236}">
                <a16:creationId xmlns:a16="http://schemas.microsoft.com/office/drawing/2014/main" id="{0FA1A5DC-0E75-3669-950A-942732CFE935}"/>
              </a:ext>
            </a:extLst>
          </p:cNvPr>
          <p:cNvCxnSpPr>
            <a:cxnSpLocks/>
          </p:cNvCxnSpPr>
          <p:nvPr userDrawn="1"/>
        </p:nvCxnSpPr>
        <p:spPr bwMode="auto">
          <a:xfrm>
            <a:off x="808463" y="3612995"/>
            <a:ext cx="10816683" cy="0"/>
          </a:xfrm>
          <a:prstGeom prst="line">
            <a:avLst/>
          </a:prstGeom>
          <a:noFill/>
          <a:ln w="25400" cap="flat" cmpd="sng" algn="ctr">
            <a:solidFill>
              <a:schemeClr val="bg1"/>
            </a:solidFill>
            <a:prstDash val="solid"/>
            <a:round/>
            <a:headEnd type="none" w="med" len="med"/>
            <a:tailEnd type="none" w="med" len="med"/>
          </a:ln>
          <a:effectLst/>
        </p:spPr>
      </p:cxnSp>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396CE53F-4A5B-F2F5-1240-C54A38F11134}"/>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
        <p:nvSpPr>
          <p:cNvPr id="2" name="Picture Placeholder 19">
            <a:extLst>
              <a:ext uri="{FF2B5EF4-FFF2-40B4-BE49-F238E27FC236}">
                <a16:creationId xmlns:a16="http://schemas.microsoft.com/office/drawing/2014/main" id="{FDAADDDA-7DBA-6146-F29D-3572E74CCE10}"/>
              </a:ext>
            </a:extLst>
          </p:cNvPr>
          <p:cNvSpPr>
            <a:spLocks noGrp="1"/>
          </p:cNvSpPr>
          <p:nvPr>
            <p:ph type="pic" sz="quarter" idx="10"/>
          </p:nvPr>
        </p:nvSpPr>
        <p:spPr>
          <a:xfrm>
            <a:off x="1127572" y="1192549"/>
            <a:ext cx="3212778" cy="2408458"/>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Tree>
    <p:extLst>
      <p:ext uri="{BB962C8B-B14F-4D97-AF65-F5344CB8AC3E}">
        <p14:creationId xmlns:p14="http://schemas.microsoft.com/office/powerpoint/2010/main" val="4202366359"/>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585386" y="1880758"/>
            <a:ext cx="11021228" cy="4067979"/>
            <a:chOff x="930361" y="1603356"/>
            <a:chExt cx="9175441"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6" name="Rectangle 15">
              <a:extLst>
                <a:ext uri="{FF2B5EF4-FFF2-40B4-BE49-F238E27FC236}">
                  <a16:creationId xmlns:a16="http://schemas.microsoft.com/office/drawing/2014/main" id="{7378489D-082F-1AF0-4167-1C22AA6A9D0F}"/>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585387" y="2048290"/>
            <a:ext cx="2712000"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3360141" y="2048290"/>
            <a:ext cx="2706987"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6124871" y="2048290"/>
            <a:ext cx="2712000"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7" name="Picture Placeholder 19">
            <a:extLst>
              <a:ext uri="{FF2B5EF4-FFF2-40B4-BE49-F238E27FC236}">
                <a16:creationId xmlns:a16="http://schemas.microsoft.com/office/drawing/2014/main" id="{9A62EF0B-E5E7-F1E2-38A8-33EF3E3BF2D4}"/>
              </a:ext>
            </a:extLst>
          </p:cNvPr>
          <p:cNvSpPr>
            <a:spLocks noGrp="1"/>
          </p:cNvSpPr>
          <p:nvPr>
            <p:ph type="pic" sz="quarter" idx="13"/>
          </p:nvPr>
        </p:nvSpPr>
        <p:spPr>
          <a:xfrm>
            <a:off x="8894612" y="2048290"/>
            <a:ext cx="2706983"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718627" y="4203171"/>
            <a:ext cx="2417044"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718627" y="4927209"/>
            <a:ext cx="2417044"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3495928" y="4203171"/>
            <a:ext cx="2483243"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3495928" y="4927209"/>
            <a:ext cx="2483243"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6258470" y="4203171"/>
            <a:ext cx="243270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6258470" y="4927209"/>
            <a:ext cx="2432702"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6" name="Text Placeholder 2">
            <a:extLst>
              <a:ext uri="{FF2B5EF4-FFF2-40B4-BE49-F238E27FC236}">
                <a16:creationId xmlns:a16="http://schemas.microsoft.com/office/drawing/2014/main" id="{2C588E8A-B63F-3CE6-7294-F909C328E845}"/>
              </a:ext>
            </a:extLst>
          </p:cNvPr>
          <p:cNvSpPr>
            <a:spLocks noGrp="1"/>
          </p:cNvSpPr>
          <p:nvPr>
            <p:ph type="body" sz="quarter" idx="22" hasCustomPrompt="1"/>
          </p:nvPr>
        </p:nvSpPr>
        <p:spPr>
          <a:xfrm>
            <a:off x="9032377" y="4203171"/>
            <a:ext cx="2436177"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7" name="Text Placeholder 2">
            <a:extLst>
              <a:ext uri="{FF2B5EF4-FFF2-40B4-BE49-F238E27FC236}">
                <a16:creationId xmlns:a16="http://schemas.microsoft.com/office/drawing/2014/main" id="{C2DC1D7D-4B04-54E3-6FD6-CA4DA03F5956}"/>
              </a:ext>
            </a:extLst>
          </p:cNvPr>
          <p:cNvSpPr>
            <a:spLocks noGrp="1"/>
          </p:cNvSpPr>
          <p:nvPr>
            <p:ph type="body" sz="quarter" idx="23" hasCustomPrompt="1"/>
          </p:nvPr>
        </p:nvSpPr>
        <p:spPr>
          <a:xfrm>
            <a:off x="9032377" y="4927209"/>
            <a:ext cx="2436177"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pic>
        <p:nvPicPr>
          <p:cNvPr id="4" name="Picture 3" descr="A blue and grey text on a black background&#10;&#10;AI-generated content may be incorrect.">
            <a:extLst>
              <a:ext uri="{FF2B5EF4-FFF2-40B4-BE49-F238E27FC236}">
                <a16:creationId xmlns:a16="http://schemas.microsoft.com/office/drawing/2014/main" id="{FCDCFA72-9209-5B84-5760-3BF990A16577}"/>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1095040638"/>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447265" y="1880758"/>
            <a:ext cx="11341925" cy="4067979"/>
            <a:chOff x="930361" y="1603356"/>
            <a:chExt cx="11481319"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6" name="Rectangle 15">
              <a:extLst>
                <a:ext uri="{FF2B5EF4-FFF2-40B4-BE49-F238E27FC236}">
                  <a16:creationId xmlns:a16="http://schemas.microsoft.com/office/drawing/2014/main" id="{7378489D-082F-1AF0-4167-1C22AA6A9D0F}"/>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C50F8700-2DF8-5A46-BA32-E0C9245E6FAB}"/>
                </a:ext>
              </a:extLst>
            </p:cNvPr>
            <p:cNvSpPr/>
            <p:nvPr userDrawn="1"/>
          </p:nvSpPr>
          <p:spPr bwMode="auto">
            <a:xfrm>
              <a:off x="10153874"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447265"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2728128" y="2032524"/>
            <a:ext cx="2223099"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5002986"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7" name="Picture Placeholder 19">
            <a:extLst>
              <a:ext uri="{FF2B5EF4-FFF2-40B4-BE49-F238E27FC236}">
                <a16:creationId xmlns:a16="http://schemas.microsoft.com/office/drawing/2014/main" id="{9A62EF0B-E5E7-F1E2-38A8-33EF3E3BF2D4}"/>
              </a:ext>
            </a:extLst>
          </p:cNvPr>
          <p:cNvSpPr>
            <a:spLocks noGrp="1"/>
          </p:cNvSpPr>
          <p:nvPr>
            <p:ph type="pic" sz="quarter" idx="13"/>
          </p:nvPr>
        </p:nvSpPr>
        <p:spPr>
          <a:xfrm>
            <a:off x="7280824" y="2032524"/>
            <a:ext cx="2230395"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8" name="Picture Placeholder 19">
            <a:extLst>
              <a:ext uri="{FF2B5EF4-FFF2-40B4-BE49-F238E27FC236}">
                <a16:creationId xmlns:a16="http://schemas.microsoft.com/office/drawing/2014/main" id="{3CC2ECB0-4750-22D2-77C8-6349CF3AE775}"/>
              </a:ext>
            </a:extLst>
          </p:cNvPr>
          <p:cNvSpPr>
            <a:spLocks noGrp="1"/>
          </p:cNvSpPr>
          <p:nvPr>
            <p:ph type="pic" sz="quarter" idx="14"/>
          </p:nvPr>
        </p:nvSpPr>
        <p:spPr>
          <a:xfrm>
            <a:off x="9558619"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581795"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581795"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2863441"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2863441"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5136378"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5136378"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6" name="Text Placeholder 2">
            <a:extLst>
              <a:ext uri="{FF2B5EF4-FFF2-40B4-BE49-F238E27FC236}">
                <a16:creationId xmlns:a16="http://schemas.microsoft.com/office/drawing/2014/main" id="{2C588E8A-B63F-3CE6-7294-F909C328E845}"/>
              </a:ext>
            </a:extLst>
          </p:cNvPr>
          <p:cNvSpPr>
            <a:spLocks noGrp="1"/>
          </p:cNvSpPr>
          <p:nvPr>
            <p:ph type="body" sz="quarter" idx="22" hasCustomPrompt="1"/>
          </p:nvPr>
        </p:nvSpPr>
        <p:spPr>
          <a:xfrm>
            <a:off x="7417123"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7" name="Text Placeholder 2">
            <a:extLst>
              <a:ext uri="{FF2B5EF4-FFF2-40B4-BE49-F238E27FC236}">
                <a16:creationId xmlns:a16="http://schemas.microsoft.com/office/drawing/2014/main" id="{C2DC1D7D-4B04-54E3-6FD6-CA4DA03F5956}"/>
              </a:ext>
            </a:extLst>
          </p:cNvPr>
          <p:cNvSpPr>
            <a:spLocks noGrp="1"/>
          </p:cNvSpPr>
          <p:nvPr>
            <p:ph type="body" sz="quarter" idx="23" hasCustomPrompt="1"/>
          </p:nvPr>
        </p:nvSpPr>
        <p:spPr>
          <a:xfrm>
            <a:off x="7417123"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8" name="Text Placeholder 2">
            <a:extLst>
              <a:ext uri="{FF2B5EF4-FFF2-40B4-BE49-F238E27FC236}">
                <a16:creationId xmlns:a16="http://schemas.microsoft.com/office/drawing/2014/main" id="{655D63C3-9C5E-EEAF-B9E8-1E9ADDA1BBC7}"/>
              </a:ext>
            </a:extLst>
          </p:cNvPr>
          <p:cNvSpPr>
            <a:spLocks noGrp="1"/>
          </p:cNvSpPr>
          <p:nvPr>
            <p:ph type="body" sz="quarter" idx="24" hasCustomPrompt="1"/>
          </p:nvPr>
        </p:nvSpPr>
        <p:spPr>
          <a:xfrm>
            <a:off x="9687358"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9" name="Text Placeholder 2">
            <a:extLst>
              <a:ext uri="{FF2B5EF4-FFF2-40B4-BE49-F238E27FC236}">
                <a16:creationId xmlns:a16="http://schemas.microsoft.com/office/drawing/2014/main" id="{688A8A20-430F-78DF-BC60-B99B8966EAB4}"/>
              </a:ext>
            </a:extLst>
          </p:cNvPr>
          <p:cNvSpPr>
            <a:spLocks noGrp="1"/>
          </p:cNvSpPr>
          <p:nvPr>
            <p:ph type="body" sz="quarter" idx="25" hasCustomPrompt="1"/>
          </p:nvPr>
        </p:nvSpPr>
        <p:spPr>
          <a:xfrm>
            <a:off x="9687358"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pic>
        <p:nvPicPr>
          <p:cNvPr id="5" name="Picture 4" descr="A blue and grey text on a black background&#10;&#10;AI-generated content may be incorrect.">
            <a:extLst>
              <a:ext uri="{FF2B5EF4-FFF2-40B4-BE49-F238E27FC236}">
                <a16:creationId xmlns:a16="http://schemas.microsoft.com/office/drawing/2014/main" id="{4D3FC9FA-87D8-3827-ED44-D793D4710DA7}"/>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3737877102"/>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656825" y="1880758"/>
            <a:ext cx="10883107" cy="4067979"/>
            <a:chOff x="930361" y="1603356"/>
            <a:chExt cx="6869562"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656827" y="2048290"/>
            <a:ext cx="3576928"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4309912" y="2048290"/>
            <a:ext cx="3576930"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7963002" y="2048290"/>
            <a:ext cx="3576930"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790066" y="4717318"/>
            <a:ext cx="3281873"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790066" y="5441356"/>
            <a:ext cx="3281873"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4516952" y="4717318"/>
            <a:ext cx="3212588"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4516952" y="5441356"/>
            <a:ext cx="3212588"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8144423" y="4717318"/>
            <a:ext cx="3228430"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8144423" y="5441356"/>
            <a:ext cx="3228430"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pic>
        <p:nvPicPr>
          <p:cNvPr id="5" name="Picture 4" descr="A blue and grey text on a black background&#10;&#10;AI-generated content may be incorrect.">
            <a:extLst>
              <a:ext uri="{FF2B5EF4-FFF2-40B4-BE49-F238E27FC236}">
                <a16:creationId xmlns:a16="http://schemas.microsoft.com/office/drawing/2014/main" id="{AFF14D7E-C338-910B-3323-6D1AEC460979}"/>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3002385439"/>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872711031"/>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E0A53E-EB9B-44E2-ECB7-06EA0FB945D8}"/>
              </a:ext>
            </a:extLst>
          </p:cNvPr>
          <p:cNvSpPr/>
          <p:nvPr userDrawn="1"/>
        </p:nvSpPr>
        <p:spPr>
          <a:xfrm>
            <a:off x="0" y="0"/>
            <a:ext cx="12192000" cy="1797269"/>
          </a:xfrm>
          <a:prstGeom prst="rect">
            <a:avLst/>
          </a:prstGeom>
          <a:solidFill>
            <a:schemeClr val="bg1"/>
          </a:solidFill>
          <a:ln w="31750" cap="flat">
            <a:noFill/>
            <a:prstDash val="solid"/>
            <a:miter/>
          </a:ln>
          <a:effectLst>
            <a:outerShdw blurRad="127000" dist="50800" dir="2700000" algn="tl" rotWithShape="0">
              <a:prstClr val="black">
                <a:alpha val="29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pitchFamily="2" charset="77"/>
              <a:ea typeface="+mn-ea"/>
              <a:cs typeface="+mn-cs"/>
            </a:endParaRPr>
          </a:p>
        </p:txBody>
      </p:sp>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994978991"/>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29677724"/>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2" name="Picture 1" descr="A blue and grey text on a black background&#10;&#10;AI-generated content may be incorrect.">
            <a:extLst>
              <a:ext uri="{FF2B5EF4-FFF2-40B4-BE49-F238E27FC236}">
                <a16:creationId xmlns:a16="http://schemas.microsoft.com/office/drawing/2014/main" id="{03F8E8B8-3053-B761-AF1E-EED280812FE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00028775"/>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90248-3C50-09BB-D472-FD0413AC95C8}"/>
              </a:ext>
            </a:extLst>
          </p:cNvPr>
          <p:cNvSpPr/>
          <p:nvPr userDrawn="1"/>
        </p:nvSpPr>
        <p:spPr>
          <a:xfrm>
            <a:off x="11625943" y="6527646"/>
            <a:ext cx="566057" cy="229414"/>
          </a:xfrm>
          <a:prstGeom prst="rect">
            <a:avLst/>
          </a:prstGeom>
          <a:gradFill>
            <a:gsLst>
              <a:gs pos="0">
                <a:schemeClr val="accent4"/>
              </a:gs>
              <a:gs pos="100000">
                <a:schemeClr val="accent2"/>
              </a:gs>
            </a:gsLst>
            <a:lin ang="2700000" scaled="0"/>
          </a:gradFill>
          <a:effectLst/>
        </p:spPr>
        <p:txBody>
          <a:bodyPr wrap="square" anchor="ctr">
            <a:noAutofit/>
          </a:bodyPr>
          <a:lstStyle/>
          <a:p>
            <a:pPr marL="383031" lvl="0" indent="-383031" algn="l" fontAlgn="base">
              <a:lnSpc>
                <a:spcPct val="100000"/>
              </a:lnSpc>
              <a:spcBef>
                <a:spcPts val="0"/>
              </a:spcBef>
              <a:spcAft>
                <a:spcPts val="800"/>
              </a:spcAft>
              <a:buClr>
                <a:srgbClr val="BB2332"/>
              </a:buClr>
              <a:buFontTx/>
              <a:buNone/>
            </a:pPr>
            <a:r>
              <a:rPr lang="en-US" sz="1100" b="0" i="0">
                <a:solidFill>
                  <a:schemeClr val="bg1"/>
                </a:solidFill>
                <a:latin typeface="Barlow Light" pitchFamily="2" charset="77"/>
              </a:rPr>
              <a:t>#</a:t>
            </a:r>
          </a:p>
        </p:txBody>
      </p:sp>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A729109F-581D-E41D-B4D0-AD7E7E23A88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30579793"/>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Bullet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4" name="Picture 3" descr="A blue and grey text on a black background&#10;&#10;AI-generated content may be incorrect.">
            <a:extLst>
              <a:ext uri="{FF2B5EF4-FFF2-40B4-BE49-F238E27FC236}">
                <a16:creationId xmlns:a16="http://schemas.microsoft.com/office/drawing/2014/main" id="{7610D898-E076-64F6-1495-7A5ECE9464D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96519714"/>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4F6AC76B-2869-98E3-7299-3F862A29595E}"/>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31726368"/>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550373871"/>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wo Line Title + Bullets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5F617-A310-F48D-6B35-8D48BC965BC6}"/>
              </a:ext>
            </a:extLst>
          </p:cNvPr>
          <p:cNvSpPr/>
          <p:nvPr userDrawn="1"/>
        </p:nvSpPr>
        <p:spPr>
          <a:xfrm>
            <a:off x="0" y="0"/>
            <a:ext cx="12192000" cy="1797269"/>
          </a:xfrm>
          <a:prstGeom prst="rect">
            <a:avLst/>
          </a:prstGeom>
          <a:solidFill>
            <a:schemeClr val="bg1"/>
          </a:solidFill>
          <a:ln w="31750" cap="flat">
            <a:noFill/>
            <a:prstDash val="solid"/>
            <a:miter/>
          </a:ln>
          <a:effectLst>
            <a:outerShdw blurRad="127000" dist="50800" dir="2700000" algn="tl" rotWithShape="0">
              <a:prstClr val="black">
                <a:alpha val="29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pitchFamily="2" charset="77"/>
              <a:ea typeface="+mn-ea"/>
              <a:cs typeface="+mn-cs"/>
            </a:endParaRPr>
          </a:p>
        </p:txBody>
      </p:sp>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
        <p:nvSpPr>
          <p:cNvPr id="3" name="Text Placeholder 6">
            <a:extLst>
              <a:ext uri="{FF2B5EF4-FFF2-40B4-BE49-F238E27FC236}">
                <a16:creationId xmlns:a16="http://schemas.microsoft.com/office/drawing/2014/main" id="{66DF1F48-9702-F8FB-CDD6-9FE82341A5AF}"/>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810375163"/>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899" y="2500439"/>
            <a:ext cx="4954501"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6513603" y="2500439"/>
            <a:ext cx="5106897"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9DC5E415-09BB-2A36-2B27-2795E44886F8}"/>
              </a:ext>
            </a:extLst>
          </p:cNvPr>
          <p:cNvSpPr>
            <a:spLocks noGrp="1"/>
          </p:cNvSpPr>
          <p:nvPr>
            <p:ph type="body" sz="quarter" idx="18"/>
          </p:nvPr>
        </p:nvSpPr>
        <p:spPr>
          <a:xfrm>
            <a:off x="723899" y="2030539"/>
            <a:ext cx="4954501"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E9E85716-54C9-AEEF-8D42-0F442EE7C86D}"/>
              </a:ext>
            </a:extLst>
          </p:cNvPr>
          <p:cNvSpPr>
            <a:spLocks noGrp="1"/>
          </p:cNvSpPr>
          <p:nvPr>
            <p:ph type="body" sz="quarter" idx="19"/>
          </p:nvPr>
        </p:nvSpPr>
        <p:spPr>
          <a:xfrm>
            <a:off x="6513603" y="2030539"/>
            <a:ext cx="5106897"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cxnSp>
        <p:nvCxnSpPr>
          <p:cNvPr id="11" name="Straight Connector 10">
            <a:extLst>
              <a:ext uri="{FF2B5EF4-FFF2-40B4-BE49-F238E27FC236}">
                <a16:creationId xmlns:a16="http://schemas.microsoft.com/office/drawing/2014/main" id="{DAAB6617-586B-351A-F206-AEC07C2A37B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24AF1EB-0D34-A7F6-CAB1-1EFBE3C128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E557E2D3-B73E-9A55-7DDC-59D13362BC24}"/>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EBE4EC8B-39A0-5B0B-1F2A-2868DAB099C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05399495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7962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43434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6454257A-988F-11BD-9BED-16CECA09F918}"/>
              </a:ext>
            </a:extLst>
          </p:cNvPr>
          <p:cNvSpPr>
            <a:spLocks noGrp="1"/>
          </p:cNvSpPr>
          <p:nvPr>
            <p:ph type="body" sz="quarter" idx="19"/>
          </p:nvPr>
        </p:nvSpPr>
        <p:spPr>
          <a:xfrm>
            <a:off x="723900" y="2035310"/>
            <a:ext cx="3619498"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66C8F56F-30DC-4B58-F50E-EB97D263E422}"/>
              </a:ext>
            </a:extLst>
          </p:cNvPr>
          <p:cNvSpPr>
            <a:spLocks noGrp="1"/>
          </p:cNvSpPr>
          <p:nvPr>
            <p:ph type="body" sz="quarter" idx="20"/>
          </p:nvPr>
        </p:nvSpPr>
        <p:spPr>
          <a:xfrm>
            <a:off x="4381501" y="2035310"/>
            <a:ext cx="35814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1" name="Text Placeholder 2">
            <a:extLst>
              <a:ext uri="{FF2B5EF4-FFF2-40B4-BE49-F238E27FC236}">
                <a16:creationId xmlns:a16="http://schemas.microsoft.com/office/drawing/2014/main" id="{06A49F06-C1F6-841B-05E0-4800B08CF4AF}"/>
              </a:ext>
            </a:extLst>
          </p:cNvPr>
          <p:cNvSpPr>
            <a:spLocks noGrp="1"/>
          </p:cNvSpPr>
          <p:nvPr>
            <p:ph type="body" sz="quarter" idx="21"/>
          </p:nvPr>
        </p:nvSpPr>
        <p:spPr>
          <a:xfrm>
            <a:off x="8001000" y="2035310"/>
            <a:ext cx="36194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cxnSp>
        <p:nvCxnSpPr>
          <p:cNvPr id="13" name="Straight Connector 12">
            <a:extLst>
              <a:ext uri="{FF2B5EF4-FFF2-40B4-BE49-F238E27FC236}">
                <a16:creationId xmlns:a16="http://schemas.microsoft.com/office/drawing/2014/main" id="{C8474A0D-237D-0680-2B25-1FA17B34D9E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B3A5E78E-EAAF-15A2-3D8D-077A9BBE54F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55B6A2-D9DA-BBAC-906B-1FFC12FCB83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44FA2940-3B5C-4842-D0BE-5763C9EEEF3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167813532"/>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our columns black headin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8A701299-E15C-F8A6-BF69-2A12D2D88C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2" name="Text Placeholder 2">
            <a:extLst>
              <a:ext uri="{FF2B5EF4-FFF2-40B4-BE49-F238E27FC236}">
                <a16:creationId xmlns:a16="http://schemas.microsoft.com/office/drawing/2014/main" id="{8FECFC75-80A2-6281-9F37-4DBBEED35AC7}"/>
              </a:ext>
            </a:extLst>
          </p:cNvPr>
          <p:cNvSpPr>
            <a:spLocks noGrp="1"/>
          </p:cNvSpPr>
          <p:nvPr>
            <p:ph type="body" sz="quarter" idx="22"/>
          </p:nvPr>
        </p:nvSpPr>
        <p:spPr>
          <a:xfrm>
            <a:off x="51054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1897DB20-863F-53F7-D9ED-98BDD9C49422}"/>
              </a:ext>
            </a:extLst>
          </p:cNvPr>
          <p:cNvSpPr>
            <a:spLocks noGrp="1"/>
          </p:cNvSpPr>
          <p:nvPr>
            <p:ph type="body" sz="quarter" idx="23"/>
          </p:nvPr>
        </p:nvSpPr>
        <p:spPr>
          <a:xfrm>
            <a:off x="897636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6" name="Text Placeholder 2">
            <a:extLst>
              <a:ext uri="{FF2B5EF4-FFF2-40B4-BE49-F238E27FC236}">
                <a16:creationId xmlns:a16="http://schemas.microsoft.com/office/drawing/2014/main" id="{27AC55C0-95A4-3555-CCA3-1B9077A12297}"/>
              </a:ext>
            </a:extLst>
          </p:cNvPr>
          <p:cNvSpPr>
            <a:spLocks noGrp="1"/>
          </p:cNvSpPr>
          <p:nvPr>
            <p:ph type="body" sz="quarter" idx="24"/>
          </p:nvPr>
        </p:nvSpPr>
        <p:spPr>
          <a:xfrm>
            <a:off x="3342132"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4F2DBFAF-3714-B65E-41F3-4D12BAF7A6F4}"/>
              </a:ext>
            </a:extLst>
          </p:cNvPr>
          <p:cNvSpPr>
            <a:spLocks noGrp="1"/>
          </p:cNvSpPr>
          <p:nvPr>
            <p:ph type="body" sz="quarter" idx="25"/>
          </p:nvPr>
        </p:nvSpPr>
        <p:spPr>
          <a:xfrm>
            <a:off x="6173724"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29AB863D-C1EB-DB6A-F67B-7E428FE8306E}"/>
              </a:ext>
            </a:extLst>
          </p:cNvPr>
          <p:cNvSpPr>
            <a:spLocks noGrp="1"/>
          </p:cNvSpPr>
          <p:nvPr>
            <p:ph type="body" sz="quarter" idx="26"/>
          </p:nvPr>
        </p:nvSpPr>
        <p:spPr>
          <a:xfrm>
            <a:off x="510540" y="2042930"/>
            <a:ext cx="27431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35D5D651-936C-414A-69C8-0D6DA740FFCD}"/>
              </a:ext>
            </a:extLst>
          </p:cNvPr>
          <p:cNvSpPr>
            <a:spLocks noGrp="1"/>
          </p:cNvSpPr>
          <p:nvPr>
            <p:ph type="body" sz="quarter" idx="27"/>
          </p:nvPr>
        </p:nvSpPr>
        <p:spPr>
          <a:xfrm>
            <a:off x="3342132" y="2042930"/>
            <a:ext cx="275081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0" name="Text Placeholder 2">
            <a:extLst>
              <a:ext uri="{FF2B5EF4-FFF2-40B4-BE49-F238E27FC236}">
                <a16:creationId xmlns:a16="http://schemas.microsoft.com/office/drawing/2014/main" id="{AD108612-B614-0530-2FB2-8967975D23FD}"/>
              </a:ext>
            </a:extLst>
          </p:cNvPr>
          <p:cNvSpPr>
            <a:spLocks noGrp="1"/>
          </p:cNvSpPr>
          <p:nvPr>
            <p:ph type="body" sz="quarter" idx="28"/>
          </p:nvPr>
        </p:nvSpPr>
        <p:spPr>
          <a:xfrm>
            <a:off x="6173724"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1" name="Text Placeholder 2">
            <a:extLst>
              <a:ext uri="{FF2B5EF4-FFF2-40B4-BE49-F238E27FC236}">
                <a16:creationId xmlns:a16="http://schemas.microsoft.com/office/drawing/2014/main" id="{ED5F2C16-C788-0FA6-08F9-1AFE2219A7BD}"/>
              </a:ext>
            </a:extLst>
          </p:cNvPr>
          <p:cNvSpPr>
            <a:spLocks noGrp="1"/>
          </p:cNvSpPr>
          <p:nvPr>
            <p:ph type="body" sz="quarter" idx="29"/>
          </p:nvPr>
        </p:nvSpPr>
        <p:spPr>
          <a:xfrm>
            <a:off x="8976360"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 name="Title 1">
            <a:extLst>
              <a:ext uri="{FF2B5EF4-FFF2-40B4-BE49-F238E27FC236}">
                <a16:creationId xmlns:a16="http://schemas.microsoft.com/office/drawing/2014/main" id="{1EDA1FEC-0275-0C08-20D5-975DB9F2A68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FE4A2E6A-F4F7-8BD1-1197-10E8234EE71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376A14D6-AE6C-0168-36BB-48880B59086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95979667"/>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Half and half - text and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6513602" y="1371600"/>
            <a:ext cx="5106897"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cxnSp>
        <p:nvCxnSpPr>
          <p:cNvPr id="6" name="Straight Connector 5">
            <a:extLst>
              <a:ext uri="{FF2B5EF4-FFF2-40B4-BE49-F238E27FC236}">
                <a16:creationId xmlns:a16="http://schemas.microsoft.com/office/drawing/2014/main" id="{8243EE58-DA37-A5C6-B77B-EBD8A8B9ED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3D6CCF-4594-DC5E-EF3D-B9865C9BDE4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77D88CEB-6D86-876B-553E-A12F18094096}"/>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0" name="Text Placeholder 2">
            <a:extLst>
              <a:ext uri="{FF2B5EF4-FFF2-40B4-BE49-F238E27FC236}">
                <a16:creationId xmlns:a16="http://schemas.microsoft.com/office/drawing/2014/main" id="{3AD746EA-F253-9309-E658-C01AD378A11D}"/>
              </a:ext>
            </a:extLst>
          </p:cNvPr>
          <p:cNvSpPr>
            <a:spLocks noGrp="1"/>
          </p:cNvSpPr>
          <p:nvPr>
            <p:ph type="body" sz="quarter" idx="22"/>
          </p:nvPr>
        </p:nvSpPr>
        <p:spPr>
          <a:xfrm>
            <a:off x="1044205" y="2711931"/>
            <a:ext cx="4634194"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AFA3F884-06DB-D939-634B-2C95170AE45C}"/>
              </a:ext>
            </a:extLst>
          </p:cNvPr>
          <p:cNvSpPr>
            <a:spLocks noGrp="1"/>
          </p:cNvSpPr>
          <p:nvPr>
            <p:ph type="body" sz="quarter" idx="26"/>
          </p:nvPr>
        </p:nvSpPr>
        <p:spPr>
          <a:xfrm>
            <a:off x="1044205" y="2042930"/>
            <a:ext cx="4621355"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3" name="Picture 2" descr="A blue and grey text on a black background&#10;&#10;AI-generated content may be incorrect.">
            <a:extLst>
              <a:ext uri="{FF2B5EF4-FFF2-40B4-BE49-F238E27FC236}">
                <a16:creationId xmlns:a16="http://schemas.microsoft.com/office/drawing/2014/main" id="{2272375B-3318-BFA3-1CF2-BCAFB064FCC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869481185"/>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Half and half photo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930361" y="1371600"/>
            <a:ext cx="4748038"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cxnSp>
        <p:nvCxnSpPr>
          <p:cNvPr id="11" name="Straight Connector 10">
            <a:extLst>
              <a:ext uri="{FF2B5EF4-FFF2-40B4-BE49-F238E27FC236}">
                <a16:creationId xmlns:a16="http://schemas.microsoft.com/office/drawing/2014/main" id="{45CF24BF-6C34-CBED-7E23-E7216D5F2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84C55A1-DB54-1B07-6E8B-AE1E726968A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8C8A6623-AB9C-95B1-47EC-9A69E4A4E8B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4" name="Text Placeholder 2">
            <a:extLst>
              <a:ext uri="{FF2B5EF4-FFF2-40B4-BE49-F238E27FC236}">
                <a16:creationId xmlns:a16="http://schemas.microsoft.com/office/drawing/2014/main" id="{15133D54-A173-073C-0272-11B74D062C13}"/>
              </a:ext>
            </a:extLst>
          </p:cNvPr>
          <p:cNvSpPr>
            <a:spLocks noGrp="1"/>
          </p:cNvSpPr>
          <p:nvPr>
            <p:ph type="body" sz="quarter" idx="22"/>
          </p:nvPr>
        </p:nvSpPr>
        <p:spPr>
          <a:xfrm>
            <a:off x="6513603" y="2711931"/>
            <a:ext cx="47480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108B6FD4-169E-CBBE-D64C-A2376F48F0C6}"/>
              </a:ext>
            </a:extLst>
          </p:cNvPr>
          <p:cNvSpPr>
            <a:spLocks noGrp="1"/>
          </p:cNvSpPr>
          <p:nvPr>
            <p:ph type="body" sz="quarter" idx="26"/>
          </p:nvPr>
        </p:nvSpPr>
        <p:spPr>
          <a:xfrm>
            <a:off x="6513603" y="2042930"/>
            <a:ext cx="4734882"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8" name="Picture 7" descr="A blue and grey text on a black background&#10;&#10;AI-generated content may be incorrect.">
            <a:extLst>
              <a:ext uri="{FF2B5EF4-FFF2-40B4-BE49-F238E27FC236}">
                <a16:creationId xmlns:a16="http://schemas.microsoft.com/office/drawing/2014/main" id="{FC242A92-D488-0F4C-9000-B9656D76286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86695210"/>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Half and half with callout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B4700F3-A4E1-D1DA-53D1-CC466185B364}"/>
              </a:ext>
            </a:extLst>
          </p:cNvPr>
          <p:cNvSpPr/>
          <p:nvPr userDrawn="1"/>
        </p:nvSpPr>
        <p:spPr>
          <a:xfrm>
            <a:off x="193289" y="1313665"/>
            <a:ext cx="5716858" cy="4204419"/>
          </a:xfrm>
          <a:prstGeom prst="roundRect">
            <a:avLst>
              <a:gd name="adj" fmla="val 1956"/>
            </a:avLst>
          </a:prstGeom>
          <a:gradFill flip="none" rotWithShape="1">
            <a:gsLst>
              <a:gs pos="100000">
                <a:schemeClr val="bg1"/>
              </a:gs>
              <a:gs pos="0">
                <a:schemeClr val="bg1">
                  <a:lumMod val="85000"/>
                </a:schemeClr>
              </a:gs>
            </a:gsLst>
            <a:lin ang="7200000" scaled="0"/>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6257992" y="1313665"/>
            <a:ext cx="5716857" cy="4204419"/>
          </a:xfrm>
          <a:prstGeom prst="roundRect">
            <a:avLst>
              <a:gd name="adj" fmla="val 1758"/>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6276109" y="1317163"/>
            <a:ext cx="5698738" cy="3964842"/>
          </a:xfrm>
          <a:prstGeom prst="roundRect">
            <a:avLst>
              <a:gd name="adj" fmla="val 1934"/>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191193" y="1344707"/>
            <a:ext cx="5673192" cy="3926540"/>
          </a:xfrm>
          <a:prstGeom prst="roundRect">
            <a:avLst>
              <a:gd name="adj" fmla="val 2132"/>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91E95DBA-4C25-2402-58EF-E5244AE58E02}"/>
              </a:ext>
            </a:extLst>
          </p:cNvPr>
          <p:cNvCxnSpPr>
            <a:cxnSpLocks/>
          </p:cNvCxnSpPr>
          <p:nvPr userDrawn="1"/>
        </p:nvCxnSpPr>
        <p:spPr bwMode="auto">
          <a:xfrm flipV="1">
            <a:off x="6062356" y="1799063"/>
            <a:ext cx="0" cy="3189249"/>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26" name="Round Same Side Corner Rectangle 25">
            <a:extLst>
              <a:ext uri="{FF2B5EF4-FFF2-40B4-BE49-F238E27FC236}">
                <a16:creationId xmlns:a16="http://schemas.microsoft.com/office/drawing/2014/main" id="{E9CA11EF-87BE-E3EA-5B0A-A1FFE766CC8B}"/>
              </a:ext>
            </a:extLst>
          </p:cNvPr>
          <p:cNvSpPr/>
          <p:nvPr userDrawn="1"/>
        </p:nvSpPr>
        <p:spPr>
          <a:xfrm>
            <a:off x="4528" y="5402831"/>
            <a:ext cx="6029155" cy="1012838"/>
          </a:xfrm>
          <a:prstGeom prst="round2SameRect">
            <a:avLst>
              <a:gd name="adj1" fmla="val 6575"/>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7" name="Round Same Side Corner Rectangle 26">
            <a:extLst>
              <a:ext uri="{FF2B5EF4-FFF2-40B4-BE49-F238E27FC236}">
                <a16:creationId xmlns:a16="http://schemas.microsoft.com/office/drawing/2014/main" id="{B589F7AB-621C-87B2-9ADD-92DF4E3F9EF1}"/>
              </a:ext>
            </a:extLst>
          </p:cNvPr>
          <p:cNvSpPr/>
          <p:nvPr userDrawn="1"/>
        </p:nvSpPr>
        <p:spPr>
          <a:xfrm>
            <a:off x="6062357" y="5402831"/>
            <a:ext cx="6126736" cy="1012838"/>
          </a:xfrm>
          <a:prstGeom prst="round2SameRect">
            <a:avLst>
              <a:gd name="adj1" fmla="val 6575"/>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8" name="Text Placeholder 2">
            <a:extLst>
              <a:ext uri="{FF2B5EF4-FFF2-40B4-BE49-F238E27FC236}">
                <a16:creationId xmlns:a16="http://schemas.microsoft.com/office/drawing/2014/main" id="{9CE4D86C-373B-2888-4CCE-4DF0D0DC3227}"/>
              </a:ext>
            </a:extLst>
          </p:cNvPr>
          <p:cNvSpPr>
            <a:spLocks noGrp="1"/>
          </p:cNvSpPr>
          <p:nvPr>
            <p:ph type="body" sz="quarter" idx="17"/>
          </p:nvPr>
        </p:nvSpPr>
        <p:spPr>
          <a:xfrm>
            <a:off x="19395" y="5637137"/>
            <a:ext cx="6042959"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5BF8DE91-82EF-8EA1-FFD7-9B5CA1D1FB69}"/>
              </a:ext>
            </a:extLst>
          </p:cNvPr>
          <p:cNvSpPr>
            <a:spLocks noGrp="1"/>
          </p:cNvSpPr>
          <p:nvPr>
            <p:ph type="body" sz="quarter" idx="20"/>
          </p:nvPr>
        </p:nvSpPr>
        <p:spPr>
          <a:xfrm>
            <a:off x="6077221" y="5637137"/>
            <a:ext cx="6095384"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cxnSp>
        <p:nvCxnSpPr>
          <p:cNvPr id="31" name="Straight Connector 30">
            <a:extLst>
              <a:ext uri="{FF2B5EF4-FFF2-40B4-BE49-F238E27FC236}">
                <a16:creationId xmlns:a16="http://schemas.microsoft.com/office/drawing/2014/main" id="{065A0F29-89EB-8721-DD4C-57CB3BBB6D5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307E5F-0DB4-5FB6-6279-C975951AA15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C217C7FE-F525-CB10-18B0-BFA0A00A908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69309A32-494E-DF9A-37DE-330A532C62F1}"/>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254867871"/>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irds with heading in first column">
    <p:spTree>
      <p:nvGrpSpPr>
        <p:cNvPr id="1" name=""/>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425244" y="1600280"/>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3683127" y="1313665"/>
            <a:ext cx="4147462" cy="5095439"/>
          </a:xfrm>
          <a:prstGeom prst="roundRect">
            <a:avLst>
              <a:gd name="adj" fmla="val 17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7930931" y="1313665"/>
            <a:ext cx="4147462" cy="5095439"/>
          </a:xfrm>
          <a:prstGeom prst="roundRect">
            <a:avLst>
              <a:gd name="adj" fmla="val 21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7930931" y="1330874"/>
            <a:ext cx="4147462" cy="5097850"/>
          </a:xfrm>
          <a:prstGeom prst="roundRect">
            <a:avLst>
              <a:gd name="adj" fmla="val 3294"/>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3683127" y="1330874"/>
            <a:ext cx="4147462" cy="5097850"/>
          </a:xfrm>
          <a:prstGeom prst="roundRect">
            <a:avLst>
              <a:gd name="adj" fmla="val 1999"/>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51A822-6BE1-5CCC-7918-943F4489290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25F4EED-837C-2004-8920-0F0C5DD6146B}"/>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9CDCD0CB-CF2C-EE11-99B4-EDEF4033FE3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60732103"/>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irds with callout in third column">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CD93D4E-DF15-0D6C-65C7-11720BEF840D}"/>
              </a:ext>
            </a:extLst>
          </p:cNvPr>
          <p:cNvSpPr/>
          <p:nvPr userDrawn="1"/>
        </p:nvSpPr>
        <p:spPr>
          <a:xfrm>
            <a:off x="138543" y="1313665"/>
            <a:ext cx="3886200" cy="5029200"/>
          </a:xfrm>
          <a:prstGeom prst="roundRect">
            <a:avLst>
              <a:gd name="adj" fmla="val 2270"/>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4123113" y="1313665"/>
            <a:ext cx="3928455" cy="5029200"/>
          </a:xfrm>
          <a:prstGeom prst="roundRect">
            <a:avLst>
              <a:gd name="adj" fmla="val 205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8121535" y="1313665"/>
            <a:ext cx="3956858" cy="5029200"/>
          </a:xfrm>
          <a:prstGeom prst="roundRect">
            <a:avLst>
              <a:gd name="adj" fmla="val 2465"/>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lvl="0"/>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8121535" y="1317163"/>
            <a:ext cx="3923611" cy="5025702"/>
          </a:xfrm>
          <a:prstGeom prst="roundRect">
            <a:avLst>
              <a:gd name="adj" fmla="val 1712"/>
            </a:avLst>
          </a:prstGeom>
        </p:spPr>
        <p:txBody>
          <a:bodyPr/>
          <a:lstStyle>
            <a:lvl1pPr marL="230188" indent="-230188">
              <a:buClr>
                <a:schemeClr val="bg1"/>
              </a:buClr>
              <a:buSzPct val="100000"/>
              <a:buFont typeface="Arial" panose="020B0604020202020204" pitchFamily="34" charset="0"/>
              <a:buChar char="•"/>
              <a:tabLst/>
              <a:defRPr b="0" i="0">
                <a:solidFill>
                  <a:schemeClr val="bg1"/>
                </a:solidFill>
                <a:latin typeface="Barlow Light" pitchFamily="2" charset="77"/>
              </a:defRPr>
            </a:lvl1pPr>
            <a:lvl2pPr marL="914400" indent="-230188">
              <a:buClr>
                <a:schemeClr val="bg1"/>
              </a:buClr>
              <a:buSzPct val="100000"/>
              <a:buFont typeface="Arial" panose="020B0604020202020204" pitchFamily="34" charset="0"/>
              <a:buChar char="•"/>
              <a:tabLst/>
              <a:defRPr b="0" i="0">
                <a:solidFill>
                  <a:schemeClr val="bg1"/>
                </a:solidFill>
                <a:latin typeface="Barlow Light" pitchFamily="2" charset="77"/>
              </a:defRPr>
            </a:lvl2pPr>
            <a:lvl3pPr marL="1549400" indent="-173038">
              <a:buClr>
                <a:schemeClr val="bg1"/>
              </a:buClr>
              <a:buSzPct val="100000"/>
              <a:buFont typeface="Arial" panose="020B0604020202020204" pitchFamily="34" charset="0"/>
              <a:buChar char="•"/>
              <a:tabLst/>
              <a:defRPr b="0" i="0">
                <a:solidFill>
                  <a:schemeClr val="bg1"/>
                </a:solidFill>
                <a:latin typeface="Barlow Light" pitchFamily="2" charset="77"/>
              </a:defRPr>
            </a:lvl3pPr>
            <a:lvl4pPr marL="1999839" indent="-171450">
              <a:buClr>
                <a:schemeClr val="bg1"/>
              </a:buClr>
              <a:buSzPct val="100000"/>
              <a:buFont typeface="Arial" panose="020B0604020202020204" pitchFamily="34" charset="0"/>
              <a:buChar char="•"/>
              <a:defRPr b="0" i="0">
                <a:solidFill>
                  <a:schemeClr val="bg1"/>
                </a:solidFill>
                <a:latin typeface="Barlow Light" pitchFamily="2" charset="77"/>
              </a:defRPr>
            </a:lvl4pPr>
            <a:lvl5pPr marL="2609301" indent="-171450">
              <a:buClr>
                <a:schemeClr val="bg1"/>
              </a:buClr>
              <a:buSzPct val="100000"/>
              <a:buFont typeface="Arial" panose="020B0604020202020204" pitchFamily="34" charset="0"/>
              <a:buChar char="•"/>
              <a:defRPr b="0" i="0">
                <a:solidFill>
                  <a:schemeClr val="bg1"/>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4141720" y="1317163"/>
            <a:ext cx="3869305" cy="5025702"/>
          </a:xfrm>
          <a:prstGeom prst="roundRect">
            <a:avLst>
              <a:gd name="adj" fmla="val 189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Content Placeholder 15">
            <a:extLst>
              <a:ext uri="{FF2B5EF4-FFF2-40B4-BE49-F238E27FC236}">
                <a16:creationId xmlns:a16="http://schemas.microsoft.com/office/drawing/2014/main" id="{98C28C3B-89D5-A18C-5447-2252E88CA89D}"/>
              </a:ext>
            </a:extLst>
          </p:cNvPr>
          <p:cNvSpPr>
            <a:spLocks noGrp="1"/>
          </p:cNvSpPr>
          <p:nvPr>
            <p:ph sz="quarter" idx="20"/>
          </p:nvPr>
        </p:nvSpPr>
        <p:spPr>
          <a:xfrm>
            <a:off x="146854" y="1313665"/>
            <a:ext cx="3886197" cy="5029200"/>
          </a:xfrm>
          <a:prstGeom prst="roundRect">
            <a:avLst>
              <a:gd name="adj" fmla="val 233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D3E4D535-E4BE-4580-B63E-D5A57C79FB4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D957858A-4CF1-761B-9928-D921C0EB10E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753296A7-7386-F77C-094A-02AA13A85C6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147869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e third two thirds">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AD2419B6-DE95-71EC-5FF6-C711FB1FD429}"/>
              </a:ext>
            </a:extLst>
          </p:cNvPr>
          <p:cNvSpPr/>
          <p:nvPr userDrawn="1"/>
        </p:nvSpPr>
        <p:spPr>
          <a:xfrm>
            <a:off x="3683126" y="1313665"/>
            <a:ext cx="8395267" cy="5095439"/>
          </a:xfrm>
          <a:prstGeom prst="roundRect">
            <a:avLst>
              <a:gd name="adj" fmla="val 1709"/>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549935" y="1967039"/>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Content Placeholder 15">
            <a:extLst>
              <a:ext uri="{FF2B5EF4-FFF2-40B4-BE49-F238E27FC236}">
                <a16:creationId xmlns:a16="http://schemas.microsoft.com/office/drawing/2014/main" id="{949C434A-C1BF-75CC-B6DF-60B132D22719}"/>
              </a:ext>
            </a:extLst>
          </p:cNvPr>
          <p:cNvSpPr>
            <a:spLocks noGrp="1"/>
          </p:cNvSpPr>
          <p:nvPr>
            <p:ph sz="quarter" idx="19"/>
          </p:nvPr>
        </p:nvSpPr>
        <p:spPr>
          <a:xfrm>
            <a:off x="3683127" y="1317163"/>
            <a:ext cx="8395266" cy="5097850"/>
          </a:xfrm>
          <a:prstGeom prst="roundRect">
            <a:avLst>
              <a:gd name="adj" fmla="val 160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070DEDDF-64BD-AE6A-F2D9-5C52B2BF329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CFBC13D2-2CA0-DF81-74BC-5A3C3301744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9D68FF37-554C-2D43-13AE-894EF18CAD7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F4131141-6D1B-C57B-3D7D-9D5B0543960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441878893"/>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e third two thirds in 3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3314634"/>
            <a:ext cx="4126508" cy="424732"/>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2400">
                <a:solidFill>
                  <a:schemeClr val="bg2"/>
                </a:solidFill>
                <a:latin typeface="+mn-lt"/>
              </a:defRPr>
            </a:lvl2pPr>
            <a:lvl3pPr marL="342900" indent="0">
              <a:buClr>
                <a:schemeClr val="bg2"/>
              </a:buClr>
              <a:buSzPct val="100000"/>
              <a:buFont typeface="Arial" panose="020B0604020202020204" pitchFamily="34" charset="0"/>
              <a:buNone/>
              <a:tabLst/>
              <a:defRPr sz="2400">
                <a:solidFill>
                  <a:schemeClr val="bg2"/>
                </a:solidFill>
                <a:latin typeface="+mn-lt"/>
              </a:defRPr>
            </a:lvl3pPr>
            <a:lvl4pPr marL="460375" indent="0">
              <a:buClr>
                <a:schemeClr val="bg2"/>
              </a:buClr>
              <a:buFont typeface="Arial" panose="020B0604020202020204" pitchFamily="34" charset="0"/>
              <a:buNone/>
              <a:tabLst/>
              <a:defRPr sz="2400">
                <a:solidFill>
                  <a:schemeClr val="bg2"/>
                </a:solidFill>
                <a:latin typeface="+mn-lt"/>
              </a:defRPr>
            </a:lvl4pPr>
            <a:lvl5pPr marL="576263" indent="0">
              <a:buClr>
                <a:schemeClr val="bg2"/>
              </a:buClr>
              <a:buFont typeface="Arial" panose="020B0604020202020204" pitchFamily="34" charset="0"/>
              <a:buNone/>
              <a:tabLst/>
              <a:defRPr sz="2400">
                <a:solidFill>
                  <a:schemeClr val="bg2"/>
                </a:solidFill>
                <a:latin typeface="+mn-lt"/>
              </a:defRPr>
            </a:lvl5pPr>
          </a:lstStyle>
          <a:p>
            <a:pPr lvl="0"/>
            <a:r>
              <a:rPr lang="en-US"/>
              <a:t>Click to edit</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9715500"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54428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3C4D2D99-C8F9-37EE-9431-20D7620421F2}"/>
              </a:ext>
            </a:extLst>
          </p:cNvPr>
          <p:cNvSpPr>
            <a:spLocks noGrp="1"/>
          </p:cNvSpPr>
          <p:nvPr>
            <p:ph type="body" sz="quarter" idx="19"/>
          </p:nvPr>
        </p:nvSpPr>
        <p:spPr>
          <a:xfrm>
            <a:off x="75764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3" name="Content Placeholder 12">
            <a:extLst>
              <a:ext uri="{FF2B5EF4-FFF2-40B4-BE49-F238E27FC236}">
                <a16:creationId xmlns:a16="http://schemas.microsoft.com/office/drawing/2014/main" id="{1244115C-5775-515B-DBA9-4AAD5AB905D4}"/>
              </a:ext>
            </a:extLst>
          </p:cNvPr>
          <p:cNvSpPr>
            <a:spLocks noGrp="1"/>
          </p:cNvSpPr>
          <p:nvPr>
            <p:ph sz="quarter" idx="20"/>
          </p:nvPr>
        </p:nvSpPr>
        <p:spPr>
          <a:xfrm>
            <a:off x="56387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4" name="Content Placeholder 12">
            <a:extLst>
              <a:ext uri="{FF2B5EF4-FFF2-40B4-BE49-F238E27FC236}">
                <a16:creationId xmlns:a16="http://schemas.microsoft.com/office/drawing/2014/main" id="{F59C7042-83CF-C7F4-0037-F4BA02AAE187}"/>
              </a:ext>
            </a:extLst>
          </p:cNvPr>
          <p:cNvSpPr>
            <a:spLocks noGrp="1"/>
          </p:cNvSpPr>
          <p:nvPr>
            <p:ph sz="quarter" idx="21"/>
          </p:nvPr>
        </p:nvSpPr>
        <p:spPr>
          <a:xfrm>
            <a:off x="77723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5" name="Content Placeholder 12">
            <a:extLst>
              <a:ext uri="{FF2B5EF4-FFF2-40B4-BE49-F238E27FC236}">
                <a16:creationId xmlns:a16="http://schemas.microsoft.com/office/drawing/2014/main" id="{DE9FD95A-B46D-8841-1757-98BF11E2CE26}"/>
              </a:ext>
            </a:extLst>
          </p:cNvPr>
          <p:cNvSpPr>
            <a:spLocks noGrp="1"/>
          </p:cNvSpPr>
          <p:nvPr>
            <p:ph sz="quarter" idx="22"/>
          </p:nvPr>
        </p:nvSpPr>
        <p:spPr>
          <a:xfrm>
            <a:off x="99059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6" name="Text Placeholder 2">
            <a:extLst>
              <a:ext uri="{FF2B5EF4-FFF2-40B4-BE49-F238E27FC236}">
                <a16:creationId xmlns:a16="http://schemas.microsoft.com/office/drawing/2014/main" id="{607618C1-0227-2D1C-25F4-A1E90A02F452}"/>
              </a:ext>
            </a:extLst>
          </p:cNvPr>
          <p:cNvSpPr>
            <a:spLocks noGrp="1"/>
          </p:cNvSpPr>
          <p:nvPr>
            <p:ph type="body" sz="quarter" idx="23"/>
          </p:nvPr>
        </p:nvSpPr>
        <p:spPr>
          <a:xfrm>
            <a:off x="9715500"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7" name="Text Placeholder 2">
            <a:extLst>
              <a:ext uri="{FF2B5EF4-FFF2-40B4-BE49-F238E27FC236}">
                <a16:creationId xmlns:a16="http://schemas.microsoft.com/office/drawing/2014/main" id="{EC41B444-3549-D9C9-A65D-D7C62FB538C8}"/>
              </a:ext>
            </a:extLst>
          </p:cNvPr>
          <p:cNvSpPr>
            <a:spLocks noGrp="1"/>
          </p:cNvSpPr>
          <p:nvPr>
            <p:ph type="body" sz="quarter" idx="24"/>
          </p:nvPr>
        </p:nvSpPr>
        <p:spPr>
          <a:xfrm>
            <a:off x="54428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D127D1CD-BEE1-2795-A437-8F50793D0066}"/>
              </a:ext>
            </a:extLst>
          </p:cNvPr>
          <p:cNvSpPr>
            <a:spLocks noGrp="1"/>
          </p:cNvSpPr>
          <p:nvPr>
            <p:ph type="body" sz="quarter" idx="25"/>
          </p:nvPr>
        </p:nvSpPr>
        <p:spPr>
          <a:xfrm>
            <a:off x="75764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cxnSp>
        <p:nvCxnSpPr>
          <p:cNvPr id="20" name="Straight Connector 19">
            <a:extLst>
              <a:ext uri="{FF2B5EF4-FFF2-40B4-BE49-F238E27FC236}">
                <a16:creationId xmlns:a16="http://schemas.microsoft.com/office/drawing/2014/main" id="{9FB5C82D-9552-3064-41C9-382DF082A7D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20DF6F28-3FCD-F3AE-8C3C-A910E2287BB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E5B76A15-2972-DBBB-D839-CB0DACD4D27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85864992"/>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868802"/>
            <a:ext cx="10744985" cy="590931"/>
          </a:xfrm>
          <a:prstGeom prst="rect">
            <a:avLst/>
          </a:prstGeom>
        </p:spPr>
        <p:txBody>
          <a:bodyPr wrap="square" anchor="b">
            <a:spAutoFit/>
          </a:bodyPr>
          <a:lstStyle>
            <a:lvl1pPr>
              <a:lnSpc>
                <a:spcPct val="90000"/>
              </a:lnSpc>
              <a:defRPr sz="3600" b="0" i="0">
                <a:latin typeface="Barlow Light" pitchFamily="2" charset="77"/>
              </a:defRPr>
            </a:lvl1pPr>
          </a:lstStyle>
          <a:p>
            <a:r>
              <a:rPr lang="en-US"/>
              <a:t>Click to edit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4886171"/>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Click to edit</a:t>
            </a:r>
          </a:p>
          <a:p>
            <a:pPr lvl="1"/>
            <a:r>
              <a:rPr lang="en-US"/>
              <a:t>Second level</a:t>
            </a:r>
          </a:p>
        </p:txBody>
      </p:sp>
      <p:sp>
        <p:nvSpPr>
          <p:cNvPr id="5" name="Freeform 4">
            <a:extLst>
              <a:ext uri="{FF2B5EF4-FFF2-40B4-BE49-F238E27FC236}">
                <a16:creationId xmlns:a16="http://schemas.microsoft.com/office/drawing/2014/main" id="{8DF6C543-B2AB-C613-70D2-909E99EAAE92}"/>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2" name="Picture 1" descr="A blue and grey text on a black background&#10;&#10;AI-generated content may be incorrect.">
            <a:extLst>
              <a:ext uri="{FF2B5EF4-FFF2-40B4-BE49-F238E27FC236}">
                <a16:creationId xmlns:a16="http://schemas.microsoft.com/office/drawing/2014/main" id="{263DC45C-C622-8FAF-EC7B-612DBAB928FD}"/>
              </a:ext>
            </a:extLst>
          </p:cNvPr>
          <p:cNvPicPr>
            <a:picLocks noChangeAspect="1"/>
          </p:cNvPicPr>
          <p:nvPr userDrawn="1"/>
        </p:nvPicPr>
        <p:blipFill>
          <a:blip r:embed="rId2"/>
          <a:srcRect l="5454" t="16383" r="73842" b="32609"/>
          <a:stretch/>
        </p:blipFill>
        <p:spPr>
          <a:xfrm>
            <a:off x="160918" y="3039838"/>
            <a:ext cx="378092" cy="356049"/>
          </a:xfrm>
          <a:prstGeom prst="rect">
            <a:avLst/>
          </a:prstGeom>
        </p:spPr>
      </p:pic>
    </p:spTree>
    <p:extLst>
      <p:ext uri="{BB962C8B-B14F-4D97-AF65-F5344CB8AC3E}">
        <p14:creationId xmlns:p14="http://schemas.microsoft.com/office/powerpoint/2010/main" val="59652159"/>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30350" y="2059221"/>
            <a:ext cx="10316523" cy="2308324"/>
          </a:xfrm>
          <a:prstGeom prst="rect">
            <a:avLst/>
          </a:prstGeom>
        </p:spPr>
        <p:txBody>
          <a:bodyPr wrap="square" anchor="ctr">
            <a:spAutoFit/>
          </a:bodyPr>
          <a:lstStyle>
            <a:lvl1pPr>
              <a:lnSpc>
                <a:spcPct val="95000"/>
              </a:lnSpc>
              <a:defRPr lang="en-US" sz="3600" b="0" i="0" kern="0" dirty="0">
                <a:solidFill>
                  <a:schemeClr val="tx1"/>
                </a:solidFill>
                <a:latin typeface="Barlow Light" pitchFamily="2" charset="77"/>
                <a:ea typeface="+mj-ea"/>
                <a:cs typeface="Arial"/>
              </a:defRPr>
            </a:lvl1pPr>
          </a:lstStyle>
          <a:p>
            <a:pPr defTabSz="914400">
              <a:lnSpc>
                <a:spcPct val="100000"/>
              </a:lnSpc>
            </a:pPr>
            <a:r>
              <a:rPr lang="en-US" sz="3600" b="0" kern="0"/>
              <a:t>Insert a quote to break up your storytelling. </a:t>
            </a:r>
            <a:br>
              <a:rPr lang="en-US" sz="3600" b="0" kern="0"/>
            </a:br>
            <a:r>
              <a:rPr lang="en-US" sz="3600" b="0" kern="0"/>
              <a:t>Make it relevant and give your audience something to think about. Perhaps you use bold and/or color to emphasize words within the quote.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hasCustomPrompt="1"/>
          </p:nvPr>
        </p:nvSpPr>
        <p:spPr>
          <a:xfrm>
            <a:off x="1044204" y="5002585"/>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Name Here</a:t>
            </a:r>
          </a:p>
          <a:p>
            <a:pPr lvl="1"/>
            <a:r>
              <a:rPr lang="en-US"/>
              <a:t>Position here</a:t>
            </a:r>
          </a:p>
        </p:txBody>
      </p:sp>
      <p:sp>
        <p:nvSpPr>
          <p:cNvPr id="11" name="TextBox 10">
            <a:extLst>
              <a:ext uri="{FF2B5EF4-FFF2-40B4-BE49-F238E27FC236}">
                <a16:creationId xmlns:a16="http://schemas.microsoft.com/office/drawing/2014/main" id="{F082C03D-DED3-0EB5-3B5E-854C141FF907}"/>
              </a:ext>
            </a:extLst>
          </p:cNvPr>
          <p:cNvSpPr txBox="1"/>
          <p:nvPr userDrawn="1"/>
        </p:nvSpPr>
        <p:spPr>
          <a:xfrm>
            <a:off x="783741" y="0"/>
            <a:ext cx="1694695" cy="4508927"/>
          </a:xfrm>
          <a:prstGeom prst="rect">
            <a:avLst/>
          </a:prstGeom>
        </p:spPr>
        <p:txBody>
          <a:bodyPr wrap="none" rtlCol="0" anchor="t">
            <a:spAutoFit/>
          </a:bodyPr>
          <a:lstStyle/>
          <a:p>
            <a:pPr algn="l" defTabSz="914400">
              <a:buClr>
                <a:schemeClr val="bg2"/>
              </a:buClr>
              <a:tabLst/>
            </a:pPr>
            <a:r>
              <a:rPr lang="en-US" sz="28700" kern="0">
                <a:gradFill>
                  <a:gsLst>
                    <a:gs pos="84000">
                      <a:schemeClr val="accent2"/>
                    </a:gs>
                    <a:gs pos="14000">
                      <a:schemeClr val="accent4"/>
                    </a:gs>
                  </a:gsLst>
                  <a:lin ang="2700000" scaled="1"/>
                </a:gradFill>
                <a:latin typeface="Georgia" panose="02040502050405020303" pitchFamily="18" charset="0"/>
              </a:rPr>
              <a:t>“</a:t>
            </a:r>
          </a:p>
        </p:txBody>
      </p:sp>
      <p:sp>
        <p:nvSpPr>
          <p:cNvPr id="4" name="Freeform 3">
            <a:extLst>
              <a:ext uri="{FF2B5EF4-FFF2-40B4-BE49-F238E27FC236}">
                <a16:creationId xmlns:a16="http://schemas.microsoft.com/office/drawing/2014/main" id="{2B9D1BF7-9638-CFF3-AA92-FCB25B8D4C01}"/>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7" name="Picture 6" descr="A blue and grey text on a black background&#10;&#10;AI-generated content may be incorrect.">
            <a:extLst>
              <a:ext uri="{FF2B5EF4-FFF2-40B4-BE49-F238E27FC236}">
                <a16:creationId xmlns:a16="http://schemas.microsoft.com/office/drawing/2014/main" id="{F56DA66D-5D1F-9280-4480-0BCA967E9E07}"/>
              </a:ext>
            </a:extLst>
          </p:cNvPr>
          <p:cNvPicPr>
            <a:picLocks noChangeAspect="1"/>
          </p:cNvPicPr>
          <p:nvPr userDrawn="1"/>
        </p:nvPicPr>
        <p:blipFill>
          <a:blip r:embed="rId2"/>
          <a:srcRect l="5454" t="16383" r="73842" b="32609"/>
          <a:stretch/>
        </p:blipFill>
        <p:spPr>
          <a:xfrm>
            <a:off x="160918" y="3039838"/>
            <a:ext cx="378092" cy="356049"/>
          </a:xfrm>
          <a:prstGeom prst="rect">
            <a:avLst/>
          </a:prstGeom>
        </p:spPr>
      </p:pic>
    </p:spTree>
    <p:extLst>
      <p:ext uri="{BB962C8B-B14F-4D97-AF65-F5344CB8AC3E}">
        <p14:creationId xmlns:p14="http://schemas.microsoft.com/office/powerpoint/2010/main" val="1040976983"/>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51C05E6B-9D06-9E8C-EF7F-46A72FFC61B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417304748"/>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hoto Under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6" name="Picture Placeholder 5">
            <a:extLst>
              <a:ext uri="{FF2B5EF4-FFF2-40B4-BE49-F238E27FC236}">
                <a16:creationId xmlns:a16="http://schemas.microsoft.com/office/drawing/2014/main" id="{9838DF46-330A-2FF0-6346-621CB1DE7E3C}"/>
              </a:ext>
            </a:extLst>
          </p:cNvPr>
          <p:cNvSpPr>
            <a:spLocks noGrp="1"/>
          </p:cNvSpPr>
          <p:nvPr>
            <p:ph type="pic" sz="quarter" idx="11"/>
          </p:nvPr>
        </p:nvSpPr>
        <p:spPr>
          <a:xfrm>
            <a:off x="0" y="1215613"/>
            <a:ext cx="12192000" cy="5220111"/>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lvl1pPr>
              <a:defRPr lang="en-US" sz="3200" b="0" i="0" kern="1200">
                <a:solidFill>
                  <a:schemeClr val="bg1"/>
                </a:solidFill>
                <a:latin typeface="Barlow Light" pitchFamily="2" charset="77"/>
              </a:defRPr>
            </a:lvl1pPr>
          </a:lstStyle>
          <a:p>
            <a:pPr lvl="0" algn="ctr" defTabSz="609494" latinLnBrk="0">
              <a:buFontTx/>
              <a:buNone/>
            </a:pPr>
            <a:endParaRPr lang="en-US"/>
          </a:p>
        </p:txBody>
      </p:sp>
      <p:sp>
        <p:nvSpPr>
          <p:cNvPr id="2" name="Title 1">
            <a:extLst>
              <a:ext uri="{FF2B5EF4-FFF2-40B4-BE49-F238E27FC236}">
                <a16:creationId xmlns:a16="http://schemas.microsoft.com/office/drawing/2014/main" id="{200B9010-7577-FB49-7442-4B7D662DDE7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AB07D9B0-2AF7-1256-EA2A-00139325798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B8131DB2-BBCF-4B6A-271A-99F7A9E6D82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34202033"/>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Left + Photo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0" name="Title 1">
            <a:extLst>
              <a:ext uri="{FF2B5EF4-FFF2-40B4-BE49-F238E27FC236}">
                <a16:creationId xmlns:a16="http://schemas.microsoft.com/office/drawing/2014/main" id="{76717471-469F-AAC6-6DB4-ED0D59958B77}"/>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E50A1D1F-0DBC-F9A5-3461-42011540F6FF}"/>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6" name="Freeform 5">
            <a:extLst>
              <a:ext uri="{FF2B5EF4-FFF2-40B4-BE49-F238E27FC236}">
                <a16:creationId xmlns:a16="http://schemas.microsoft.com/office/drawing/2014/main" id="{AEBC739B-9844-19A9-C22E-EB784805F3BC}"/>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6096000" y="442452"/>
            <a:ext cx="6096000" cy="5985780"/>
          </a:xfrm>
          <a:prstGeom prst="rect">
            <a:avLst/>
          </a:prstGeom>
          <a:solidFill>
            <a:schemeClr val="tx2"/>
          </a:solidFill>
        </p:spPr>
        <p:txBody>
          <a:bodyPr anchor="ctr"/>
          <a:lstStyle>
            <a:lvl1pPr marL="0" indent="0" algn="ctr">
              <a:buNone/>
              <a:defRPr sz="2800" b="0" i="0">
                <a:latin typeface="Barlow Light" pitchFamily="2" charset="77"/>
              </a:defRPr>
            </a:lvl1pPr>
          </a:lstStyle>
          <a:p>
            <a:endParaRPr lang="en-US"/>
          </a:p>
        </p:txBody>
      </p:sp>
      <p:pic>
        <p:nvPicPr>
          <p:cNvPr id="3" name="Picture 2" descr="A blue and grey text on a black background&#10;&#10;AI-generated content may be incorrect.">
            <a:extLst>
              <a:ext uri="{FF2B5EF4-FFF2-40B4-BE49-F238E27FC236}">
                <a16:creationId xmlns:a16="http://schemas.microsoft.com/office/drawing/2014/main" id="{A8165D5B-BC3A-C05B-DFF7-8EC2133BB44B}"/>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210904169"/>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Left + Content Righ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12A4C828-5AA4-95C4-7FA6-BDA4840863E6}"/>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6746255"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655CD4C-08DB-96D2-8272-B09D85972F9D}"/>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7DB93E68-C6B4-0A95-FA8E-F577C675D110}"/>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89F6C1DC-531D-5D89-D4FD-2CAA1B5D53DA}"/>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1035859926"/>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hoto Left, Titl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6096000" y="429767"/>
            <a:ext cx="6096000" cy="5998463"/>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877CEC8-2A48-8100-B592-EEB85F056010}"/>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5" name="Picture 4" descr="A blue and grey text on a black background&#10;&#10;AI-generated content may be incorrect.">
            <a:extLst>
              <a:ext uri="{FF2B5EF4-FFF2-40B4-BE49-F238E27FC236}">
                <a16:creationId xmlns:a16="http://schemas.microsoft.com/office/drawing/2014/main" id="{9CC2CC1D-F71F-48B7-9DF1-BBDBAAAA307F}"/>
              </a:ext>
            </a:extLst>
          </p:cNvPr>
          <p:cNvPicPr>
            <a:picLocks noChangeAspect="1"/>
          </p:cNvPicPr>
          <p:nvPr userDrawn="1"/>
        </p:nvPicPr>
        <p:blipFill>
          <a:blip r:embed="rId2"/>
          <a:srcRect l="5454" t="16383" r="73842" b="32609"/>
          <a:stretch/>
        </p:blipFill>
        <p:spPr>
          <a:xfrm>
            <a:off x="6252686" y="3085009"/>
            <a:ext cx="378092" cy="356049"/>
          </a:xfrm>
          <a:prstGeom prst="rect">
            <a:avLst/>
          </a:prstGeom>
        </p:spPr>
      </p:pic>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0" y="0"/>
            <a:ext cx="6096000" cy="6858000"/>
          </a:xfrm>
          <a:prstGeom prst="rect">
            <a:avLst/>
          </a:prstGeom>
          <a:solidFill>
            <a:schemeClr val="tx2"/>
          </a:solidFill>
        </p:spPr>
        <p:txBody>
          <a:bodyPr anchor="ctr"/>
          <a:lstStyle>
            <a:lvl1pPr marL="0" indent="0" algn="ctr">
              <a:buNone/>
              <a:defRPr sz="3200" b="0" i="0">
                <a:latin typeface="Barlow Light" pitchFamily="2" charset="77"/>
              </a:defRPr>
            </a:lvl1pPr>
          </a:lstStyle>
          <a:p>
            <a:endParaRPr lang="en-US"/>
          </a:p>
        </p:txBody>
      </p:sp>
      <p:sp>
        <p:nvSpPr>
          <p:cNvPr id="16" name="Title 1">
            <a:extLst>
              <a:ext uri="{FF2B5EF4-FFF2-40B4-BE49-F238E27FC236}">
                <a16:creationId xmlns:a16="http://schemas.microsoft.com/office/drawing/2014/main" id="{C0826150-9CEC-0D74-9359-E7699D8DA119}"/>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67103B27-4980-B6DC-6DB3-57913E52A768}"/>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663778330"/>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Right + Content Lef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609600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B6D739CA-7588-2953-0E37-863258E849ED}"/>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B7C99BA-EF78-A9F6-26D4-0F9777A56E5E}"/>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2AAF3E98-CF8A-3B26-BC41-D3F12B106121}"/>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3826F19B-BBD0-E523-9A28-0E020ECC12B0}"/>
              </a:ext>
            </a:extLst>
          </p:cNvPr>
          <p:cNvPicPr>
            <a:picLocks noChangeAspect="1"/>
          </p:cNvPicPr>
          <p:nvPr userDrawn="1"/>
        </p:nvPicPr>
        <p:blipFill>
          <a:blip r:embed="rId2"/>
          <a:srcRect l="5454" t="16383" r="73842" b="32609"/>
          <a:stretch/>
        </p:blipFill>
        <p:spPr>
          <a:xfrm>
            <a:off x="6252686" y="3085009"/>
            <a:ext cx="378092" cy="356049"/>
          </a:xfrm>
          <a:prstGeom prst="rect">
            <a:avLst/>
          </a:prstGeom>
        </p:spPr>
      </p:pic>
    </p:spTree>
    <p:extLst>
      <p:ext uri="{BB962C8B-B14F-4D97-AF65-F5344CB8AC3E}">
        <p14:creationId xmlns:p14="http://schemas.microsoft.com/office/powerpoint/2010/main" val="2024919117"/>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 circles above columns">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7350765-307E-6080-4116-52557143D46A}"/>
              </a:ext>
            </a:extLst>
          </p:cNvPr>
          <p:cNvSpPr>
            <a:spLocks noGrp="1" noChangeAspect="1"/>
          </p:cNvSpPr>
          <p:nvPr>
            <p:ph type="pic" sz="quarter" idx="26"/>
          </p:nvPr>
        </p:nvSpPr>
        <p:spPr>
          <a:xfrm>
            <a:off x="1044205" y="1915146"/>
            <a:ext cx="1726934" cy="1726579"/>
          </a:xfrm>
          <a:prstGeom prst="ellipse">
            <a:avLst/>
          </a:prstGeom>
          <a:gradFill flip="none" rotWithShape="1">
            <a:gsLst>
              <a:gs pos="5000">
                <a:schemeClr val="accent3"/>
              </a:gs>
              <a:gs pos="92000">
                <a:schemeClr val="accent1"/>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2EFFCA59-1F34-B4C5-C133-2D3E2377DD1F}"/>
              </a:ext>
            </a:extLst>
          </p:cNvPr>
          <p:cNvSpPr>
            <a:spLocks noGrp="1" noChangeAspect="1"/>
          </p:cNvSpPr>
          <p:nvPr>
            <p:ph type="pic" sz="quarter" idx="31"/>
          </p:nvPr>
        </p:nvSpPr>
        <p:spPr>
          <a:xfrm>
            <a:off x="3861905" y="1915146"/>
            <a:ext cx="1726934" cy="1726579"/>
          </a:xfrm>
          <a:prstGeom prst="ellipse">
            <a:avLst/>
          </a:prstGeom>
          <a:gradFill flip="none" rotWithShape="1">
            <a:gsLst>
              <a:gs pos="0">
                <a:schemeClr val="accent5"/>
              </a:gs>
              <a:gs pos="50000">
                <a:schemeClr val="accent3"/>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8" name="Picture Placeholder 9">
            <a:extLst>
              <a:ext uri="{FF2B5EF4-FFF2-40B4-BE49-F238E27FC236}">
                <a16:creationId xmlns:a16="http://schemas.microsoft.com/office/drawing/2014/main" id="{2FF25BEE-5F98-3A9C-B5E6-4FB10308A9E4}"/>
              </a:ext>
            </a:extLst>
          </p:cNvPr>
          <p:cNvSpPr>
            <a:spLocks noGrp="1" noChangeAspect="1"/>
          </p:cNvSpPr>
          <p:nvPr>
            <p:ph type="pic" sz="quarter" idx="32"/>
          </p:nvPr>
        </p:nvSpPr>
        <p:spPr>
          <a:xfrm>
            <a:off x="6679605" y="1915146"/>
            <a:ext cx="1726934" cy="1726579"/>
          </a:xfrm>
          <a:prstGeom prst="ellipse">
            <a:avLst/>
          </a:prstGeom>
          <a:gradFill flip="none" rotWithShape="1">
            <a:gsLst>
              <a:gs pos="0">
                <a:schemeClr val="accent1"/>
              </a:gs>
              <a:gs pos="81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1" name="Picture Placeholder 9">
            <a:extLst>
              <a:ext uri="{FF2B5EF4-FFF2-40B4-BE49-F238E27FC236}">
                <a16:creationId xmlns:a16="http://schemas.microsoft.com/office/drawing/2014/main" id="{33EF50A9-BFC3-81A2-651C-62CAEB5EBC05}"/>
              </a:ext>
            </a:extLst>
          </p:cNvPr>
          <p:cNvSpPr>
            <a:spLocks noGrp="1" noChangeAspect="1"/>
          </p:cNvSpPr>
          <p:nvPr>
            <p:ph type="pic" sz="quarter" idx="33"/>
          </p:nvPr>
        </p:nvSpPr>
        <p:spPr>
          <a:xfrm>
            <a:off x="9497305" y="1915146"/>
            <a:ext cx="1726934" cy="1726579"/>
          </a:xfrm>
          <a:prstGeom prst="ellipse">
            <a:avLst/>
          </a:prstGeom>
          <a:gradFill flip="none" rotWithShape="1">
            <a:gsLst>
              <a:gs pos="0">
                <a:schemeClr val="accent4"/>
              </a:gs>
              <a:gs pos="80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96198"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9290974"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627790"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6459382"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32E2C389-719F-0F47-4E29-B7D3A5ED4002}"/>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A09A83B-48D5-EDC7-8E96-386DAB8FF30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78627762-D3ED-2CE5-79BC-24E50B205D2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40F71702-B937-6849-EF95-43A47E6715F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132555140"/>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 columns with circle headings">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hasCustomPrompt="1"/>
          </p:nvPr>
        </p:nvSpPr>
        <p:spPr>
          <a:xfrm>
            <a:off x="93171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hasCustomPrompt="1"/>
          </p:nvPr>
        </p:nvSpPr>
        <p:spPr>
          <a:xfrm>
            <a:off x="3161202"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hasCustomPrompt="1"/>
          </p:nvPr>
        </p:nvSpPr>
        <p:spPr>
          <a:xfrm>
            <a:off x="5462613"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hasCustomPrompt="1"/>
          </p:nvPr>
        </p:nvSpPr>
        <p:spPr>
          <a:xfrm>
            <a:off x="7671557"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hasCustomPrompt="1"/>
          </p:nvPr>
        </p:nvSpPr>
        <p:spPr>
          <a:xfrm>
            <a:off x="990105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pic>
        <p:nvPicPr>
          <p:cNvPr id="4" name="Picture 3" descr="A blue and grey text on a black background&#10;&#10;AI-generated content may be incorrect.">
            <a:extLst>
              <a:ext uri="{FF2B5EF4-FFF2-40B4-BE49-F238E27FC236}">
                <a16:creationId xmlns:a16="http://schemas.microsoft.com/office/drawing/2014/main" id="{4E14725A-0381-413D-66AA-505AB3C968E7}"/>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141480953"/>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 columns with circle headings_PhotoOnly">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p:nvPr>
        </p:nvSpPr>
        <p:spPr>
          <a:xfrm>
            <a:off x="758228" y="1702419"/>
            <a:ext cx="1726940" cy="172658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p:nvPr>
        </p:nvSpPr>
        <p:spPr>
          <a:xfrm>
            <a:off x="2987723" y="1702422"/>
            <a:ext cx="1726934" cy="172657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p:nvPr>
        </p:nvSpPr>
        <p:spPr>
          <a:xfrm>
            <a:off x="5289137" y="1702425"/>
            <a:ext cx="1726928" cy="172657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p:nvPr>
        </p:nvSpPr>
        <p:spPr>
          <a:xfrm>
            <a:off x="7498103" y="1702447"/>
            <a:ext cx="1726884" cy="172652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p:nvPr>
        </p:nvSpPr>
        <p:spPr>
          <a:xfrm>
            <a:off x="9727573" y="1702424"/>
            <a:ext cx="1726930" cy="172657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0268DCDA-4CB5-AB62-4C1A-915A19A26EC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16728466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 columns with circle headings - color  - Icon or text placeholder">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537E211-E201-8F28-249F-CC4D097193F2}"/>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A221E078-88CC-45BA-0ED0-1B6DC34D51B0}"/>
              </a:ext>
            </a:extLst>
          </p:cNvPr>
          <p:cNvSpPr/>
          <p:nvPr userDrawn="1"/>
        </p:nvSpPr>
        <p:spPr>
          <a:xfrm>
            <a:off x="2987722"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5"/>
              </a:gs>
              <a:gs pos="50000">
                <a:schemeClr val="accent3"/>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4" name="Freeform 33">
            <a:extLst>
              <a:ext uri="{FF2B5EF4-FFF2-40B4-BE49-F238E27FC236}">
                <a16:creationId xmlns:a16="http://schemas.microsoft.com/office/drawing/2014/main" id="{B7443BA5-9646-81DE-BFC8-F86DB2486DC0}"/>
              </a:ext>
            </a:extLst>
          </p:cNvPr>
          <p:cNvSpPr/>
          <p:nvPr userDrawn="1"/>
        </p:nvSpPr>
        <p:spPr>
          <a:xfrm>
            <a:off x="528913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1"/>
              </a:gs>
              <a:gs pos="81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6" name="Freeform 35">
            <a:extLst>
              <a:ext uri="{FF2B5EF4-FFF2-40B4-BE49-F238E27FC236}">
                <a16:creationId xmlns:a16="http://schemas.microsoft.com/office/drawing/2014/main" id="{BEF2D53A-DA17-9D4D-5DCA-B7CEEB3BFE9E}"/>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4"/>
              </a:gs>
              <a:gs pos="80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8" name="Freeform 37">
            <a:extLst>
              <a:ext uri="{FF2B5EF4-FFF2-40B4-BE49-F238E27FC236}">
                <a16:creationId xmlns:a16="http://schemas.microsoft.com/office/drawing/2014/main" id="{2AB613D1-5B75-7E72-1A68-5C963681482D}"/>
              </a:ext>
            </a:extLst>
          </p:cNvPr>
          <p:cNvSpPr/>
          <p:nvPr userDrawn="1"/>
        </p:nvSpPr>
        <p:spPr>
          <a:xfrm>
            <a:off x="9727571" y="1702420"/>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8000">
                <a:schemeClr val="accent4"/>
              </a:gs>
              <a:gs pos="81000">
                <a:schemeClr val="accent6"/>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8" name="Picture Placeholder 9">
            <a:extLst>
              <a:ext uri="{FF2B5EF4-FFF2-40B4-BE49-F238E27FC236}">
                <a16:creationId xmlns:a16="http://schemas.microsoft.com/office/drawing/2014/main" id="{50EFB8FE-1968-DC82-3F14-021E6C481B27}"/>
              </a:ext>
            </a:extLst>
          </p:cNvPr>
          <p:cNvSpPr>
            <a:spLocks noGrp="1" noChangeAspect="1"/>
          </p:cNvSpPr>
          <p:nvPr>
            <p:ph type="pic" sz="quarter" idx="26" hasCustomPrompt="1"/>
          </p:nvPr>
        </p:nvSpPr>
        <p:spPr>
          <a:xfrm>
            <a:off x="93334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 name="Picture Placeholder 9">
            <a:extLst>
              <a:ext uri="{FF2B5EF4-FFF2-40B4-BE49-F238E27FC236}">
                <a16:creationId xmlns:a16="http://schemas.microsoft.com/office/drawing/2014/main" id="{5816E1E1-3EA0-1319-549A-4232A0BC6E5C}"/>
              </a:ext>
            </a:extLst>
          </p:cNvPr>
          <p:cNvSpPr>
            <a:spLocks noGrp="1" noChangeAspect="1"/>
          </p:cNvSpPr>
          <p:nvPr>
            <p:ph type="pic" sz="quarter" idx="31" hasCustomPrompt="1"/>
          </p:nvPr>
        </p:nvSpPr>
        <p:spPr>
          <a:xfrm>
            <a:off x="3162839"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4" name="Picture Placeholder 9">
            <a:extLst>
              <a:ext uri="{FF2B5EF4-FFF2-40B4-BE49-F238E27FC236}">
                <a16:creationId xmlns:a16="http://schemas.microsoft.com/office/drawing/2014/main" id="{27C616F5-A6E6-29C5-9C29-640A923FA896}"/>
              </a:ext>
            </a:extLst>
          </p:cNvPr>
          <p:cNvSpPr>
            <a:spLocks noGrp="1" noChangeAspect="1"/>
          </p:cNvSpPr>
          <p:nvPr>
            <p:ph type="pic" sz="quarter" idx="32" hasCustomPrompt="1"/>
          </p:nvPr>
        </p:nvSpPr>
        <p:spPr>
          <a:xfrm>
            <a:off x="5464250"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5" name="Picture Placeholder 9">
            <a:extLst>
              <a:ext uri="{FF2B5EF4-FFF2-40B4-BE49-F238E27FC236}">
                <a16:creationId xmlns:a16="http://schemas.microsoft.com/office/drawing/2014/main" id="{F2B68F49-EB24-FFE0-F7D7-FA476D8C2D71}"/>
              </a:ext>
            </a:extLst>
          </p:cNvPr>
          <p:cNvSpPr>
            <a:spLocks noGrp="1" noChangeAspect="1"/>
          </p:cNvSpPr>
          <p:nvPr>
            <p:ph type="pic" sz="quarter" idx="33" hasCustomPrompt="1"/>
          </p:nvPr>
        </p:nvSpPr>
        <p:spPr>
          <a:xfrm>
            <a:off x="7673194"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6" name="Picture Placeholder 9">
            <a:extLst>
              <a:ext uri="{FF2B5EF4-FFF2-40B4-BE49-F238E27FC236}">
                <a16:creationId xmlns:a16="http://schemas.microsoft.com/office/drawing/2014/main" id="{BDC6DB69-233D-3820-9DDE-A5CD0BF4E9EA}"/>
              </a:ext>
            </a:extLst>
          </p:cNvPr>
          <p:cNvSpPr>
            <a:spLocks noGrp="1" noChangeAspect="1"/>
          </p:cNvSpPr>
          <p:nvPr>
            <p:ph type="pic" sz="quarter" idx="34" hasCustomPrompt="1"/>
          </p:nvPr>
        </p:nvSpPr>
        <p:spPr>
          <a:xfrm>
            <a:off x="990268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A7C9A88-7775-FE3A-51FD-6D00F1278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1" name="Title 1">
            <a:extLst>
              <a:ext uri="{FF2B5EF4-FFF2-40B4-BE49-F238E27FC236}">
                <a16:creationId xmlns:a16="http://schemas.microsoft.com/office/drawing/2014/main" id="{F9EB36F2-1161-A738-D553-CE1509962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8ADB34DB-87E4-EB79-20EE-DC41DCB77BC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3" name="Picture 12" descr="A blue and grey text on a black background&#10;&#10;AI-generated content may be incorrect.">
            <a:extLst>
              <a:ext uri="{FF2B5EF4-FFF2-40B4-BE49-F238E27FC236}">
                <a16:creationId xmlns:a16="http://schemas.microsoft.com/office/drawing/2014/main" id="{D8245A51-6E04-2BD8-5000-5F4A863E8FF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04047047"/>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taggered circles 5">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199C1C8-FAD5-E254-1BDD-ED4BFE4BB3ED}"/>
              </a:ext>
            </a:extLst>
          </p:cNvPr>
          <p:cNvSpPr/>
          <p:nvPr userDrawn="1"/>
        </p:nvSpPr>
        <p:spPr>
          <a:xfrm>
            <a:off x="528154"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6" name="Oval 5">
            <a:extLst>
              <a:ext uri="{FF2B5EF4-FFF2-40B4-BE49-F238E27FC236}">
                <a16:creationId xmlns:a16="http://schemas.microsoft.com/office/drawing/2014/main" id="{26A9F880-BB8C-DAE4-5BEF-86ACF721E99B}"/>
              </a:ext>
            </a:extLst>
          </p:cNvPr>
          <p:cNvSpPr/>
          <p:nvPr userDrawn="1"/>
        </p:nvSpPr>
        <p:spPr>
          <a:xfrm>
            <a:off x="2911750" y="1940328"/>
            <a:ext cx="2010768" cy="201076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3" name="Oval 12">
            <a:extLst>
              <a:ext uri="{FF2B5EF4-FFF2-40B4-BE49-F238E27FC236}">
                <a16:creationId xmlns:a16="http://schemas.microsoft.com/office/drawing/2014/main" id="{1A8E4F1D-41CE-77A9-AD6D-64E059AC7F23}"/>
              </a:ext>
            </a:extLst>
          </p:cNvPr>
          <p:cNvSpPr/>
          <p:nvPr userDrawn="1"/>
        </p:nvSpPr>
        <p:spPr>
          <a:xfrm>
            <a:off x="5183266"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4" name="Oval 13">
            <a:extLst>
              <a:ext uri="{FF2B5EF4-FFF2-40B4-BE49-F238E27FC236}">
                <a16:creationId xmlns:a16="http://schemas.microsoft.com/office/drawing/2014/main" id="{8B2345F5-398D-563E-86DC-FAE79213FAD0}"/>
              </a:ext>
            </a:extLst>
          </p:cNvPr>
          <p:cNvSpPr/>
          <p:nvPr userDrawn="1"/>
        </p:nvSpPr>
        <p:spPr>
          <a:xfrm>
            <a:off x="7439862" y="1940328"/>
            <a:ext cx="2010768" cy="201076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5" name="Oval 14">
            <a:extLst>
              <a:ext uri="{FF2B5EF4-FFF2-40B4-BE49-F238E27FC236}">
                <a16:creationId xmlns:a16="http://schemas.microsoft.com/office/drawing/2014/main" id="{C2436AE0-75E2-52CB-AEB6-42AFF5931E90}"/>
              </a:ext>
            </a:extLst>
          </p:cNvPr>
          <p:cNvSpPr/>
          <p:nvPr userDrawn="1"/>
        </p:nvSpPr>
        <p:spPr>
          <a:xfrm>
            <a:off x="9724078"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4" name="Picture Placeholder 9">
            <a:extLst>
              <a:ext uri="{FF2B5EF4-FFF2-40B4-BE49-F238E27FC236}">
                <a16:creationId xmlns:a16="http://schemas.microsoft.com/office/drawing/2014/main" id="{78AFE814-972D-4492-4C2A-F4E60A34F230}"/>
              </a:ext>
            </a:extLst>
          </p:cNvPr>
          <p:cNvSpPr>
            <a:spLocks noGrp="1" noChangeAspect="1"/>
          </p:cNvSpPr>
          <p:nvPr>
            <p:ph type="pic" sz="quarter" idx="36"/>
          </p:nvPr>
        </p:nvSpPr>
        <p:spPr>
          <a:xfrm>
            <a:off x="629998"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7" name="Picture Placeholder 9">
            <a:extLst>
              <a:ext uri="{FF2B5EF4-FFF2-40B4-BE49-F238E27FC236}">
                <a16:creationId xmlns:a16="http://schemas.microsoft.com/office/drawing/2014/main" id="{D14DF276-FE42-13D1-892F-D1AE18A9C2E2}"/>
              </a:ext>
            </a:extLst>
          </p:cNvPr>
          <p:cNvSpPr>
            <a:spLocks noGrp="1" noChangeAspect="1"/>
          </p:cNvSpPr>
          <p:nvPr>
            <p:ph type="pic" sz="quarter" idx="37"/>
          </p:nvPr>
        </p:nvSpPr>
        <p:spPr>
          <a:xfrm>
            <a:off x="5285110"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8" name="Picture Placeholder 9">
            <a:extLst>
              <a:ext uri="{FF2B5EF4-FFF2-40B4-BE49-F238E27FC236}">
                <a16:creationId xmlns:a16="http://schemas.microsoft.com/office/drawing/2014/main" id="{006D0D6B-A447-1E2B-D7D3-61636D7587F0}"/>
              </a:ext>
            </a:extLst>
          </p:cNvPr>
          <p:cNvSpPr>
            <a:spLocks noGrp="1" noChangeAspect="1"/>
          </p:cNvSpPr>
          <p:nvPr>
            <p:ph type="pic" sz="quarter" idx="38"/>
          </p:nvPr>
        </p:nvSpPr>
        <p:spPr>
          <a:xfrm>
            <a:off x="9825922"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160D6051-D536-2EC1-2EFC-67EC02C7EFAA}"/>
              </a:ext>
            </a:extLst>
          </p:cNvPr>
          <p:cNvSpPr>
            <a:spLocks noGrp="1" noChangeAspect="1"/>
          </p:cNvSpPr>
          <p:nvPr>
            <p:ph type="pic" sz="quarter" idx="39"/>
          </p:nvPr>
        </p:nvSpPr>
        <p:spPr>
          <a:xfrm>
            <a:off x="3006669" y="2035434"/>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0" name="Picture Placeholder 9">
            <a:extLst>
              <a:ext uri="{FF2B5EF4-FFF2-40B4-BE49-F238E27FC236}">
                <a16:creationId xmlns:a16="http://schemas.microsoft.com/office/drawing/2014/main" id="{F78BE9F3-D73F-A57A-AA9A-6C385F415419}"/>
              </a:ext>
            </a:extLst>
          </p:cNvPr>
          <p:cNvSpPr>
            <a:spLocks noGrp="1" noChangeAspect="1"/>
          </p:cNvSpPr>
          <p:nvPr>
            <p:ph type="pic" sz="quarter" idx="40"/>
          </p:nvPr>
        </p:nvSpPr>
        <p:spPr>
          <a:xfrm>
            <a:off x="7534781" y="2035434"/>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41" name="Text Placeholder 3">
            <a:extLst>
              <a:ext uri="{FF2B5EF4-FFF2-40B4-BE49-F238E27FC236}">
                <a16:creationId xmlns:a16="http://schemas.microsoft.com/office/drawing/2014/main" id="{9A8C699D-141E-D8D1-C7B1-7FD53C54668E}"/>
              </a:ext>
            </a:extLst>
          </p:cNvPr>
          <p:cNvSpPr>
            <a:spLocks noGrp="1"/>
          </p:cNvSpPr>
          <p:nvPr>
            <p:ph type="body" sz="quarter" idx="18"/>
          </p:nvPr>
        </p:nvSpPr>
        <p:spPr>
          <a:xfrm>
            <a:off x="444629"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5B9414D3-9AEC-DC2D-35A2-52AC4B3659CE}"/>
              </a:ext>
            </a:extLst>
          </p:cNvPr>
          <p:cNvSpPr>
            <a:spLocks noGrp="1"/>
          </p:cNvSpPr>
          <p:nvPr>
            <p:ph type="body" sz="quarter" idx="20"/>
          </p:nvPr>
        </p:nvSpPr>
        <p:spPr>
          <a:xfrm>
            <a:off x="2838678"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9E559149-98D1-920E-F1FC-0EA32292CE00}"/>
              </a:ext>
            </a:extLst>
          </p:cNvPr>
          <p:cNvSpPr>
            <a:spLocks noGrp="1"/>
          </p:cNvSpPr>
          <p:nvPr>
            <p:ph type="body" sz="quarter" idx="26"/>
          </p:nvPr>
        </p:nvSpPr>
        <p:spPr>
          <a:xfrm>
            <a:off x="444629"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76C0D266-C435-B96B-8497-F249C98C0D5A}"/>
              </a:ext>
            </a:extLst>
          </p:cNvPr>
          <p:cNvSpPr>
            <a:spLocks noGrp="1"/>
          </p:cNvSpPr>
          <p:nvPr>
            <p:ph type="body" sz="quarter" idx="27"/>
          </p:nvPr>
        </p:nvSpPr>
        <p:spPr>
          <a:xfrm>
            <a:off x="2838678"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2F11D285-00A1-C7DC-BF3D-1271A1B32FE5}"/>
              </a:ext>
            </a:extLst>
          </p:cNvPr>
          <p:cNvSpPr>
            <a:spLocks noGrp="1"/>
          </p:cNvSpPr>
          <p:nvPr>
            <p:ph type="body" sz="quarter" idx="29"/>
          </p:nvPr>
        </p:nvSpPr>
        <p:spPr>
          <a:xfrm>
            <a:off x="7425123"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A5A87BE8-B687-200F-111D-6AACD0A52080}"/>
              </a:ext>
            </a:extLst>
          </p:cNvPr>
          <p:cNvSpPr>
            <a:spLocks noGrp="1"/>
          </p:cNvSpPr>
          <p:nvPr>
            <p:ph type="body" sz="quarter" idx="31"/>
          </p:nvPr>
        </p:nvSpPr>
        <p:spPr>
          <a:xfrm>
            <a:off x="7425123"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AF2569B9-2415-65B8-CA79-372DEBF2D8E6}"/>
              </a:ext>
            </a:extLst>
          </p:cNvPr>
          <p:cNvSpPr>
            <a:spLocks noGrp="1"/>
          </p:cNvSpPr>
          <p:nvPr>
            <p:ph type="body" sz="quarter" idx="32"/>
          </p:nvPr>
        </p:nvSpPr>
        <p:spPr>
          <a:xfrm>
            <a:off x="51222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0" name="Text Placeholder 3">
            <a:extLst>
              <a:ext uri="{FF2B5EF4-FFF2-40B4-BE49-F238E27FC236}">
                <a16:creationId xmlns:a16="http://schemas.microsoft.com/office/drawing/2014/main" id="{42AFBF6F-2311-8413-B670-AA5729EF0494}"/>
              </a:ext>
            </a:extLst>
          </p:cNvPr>
          <p:cNvSpPr>
            <a:spLocks noGrp="1"/>
          </p:cNvSpPr>
          <p:nvPr>
            <p:ph type="body" sz="quarter" idx="33"/>
          </p:nvPr>
        </p:nvSpPr>
        <p:spPr>
          <a:xfrm>
            <a:off x="51222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1" name="Text Placeholder 3">
            <a:extLst>
              <a:ext uri="{FF2B5EF4-FFF2-40B4-BE49-F238E27FC236}">
                <a16:creationId xmlns:a16="http://schemas.microsoft.com/office/drawing/2014/main" id="{72216FD8-3D7A-A43F-AD46-72EF497F2EEC}"/>
              </a:ext>
            </a:extLst>
          </p:cNvPr>
          <p:cNvSpPr>
            <a:spLocks noGrp="1"/>
          </p:cNvSpPr>
          <p:nvPr>
            <p:ph type="body" sz="quarter" idx="34"/>
          </p:nvPr>
        </p:nvSpPr>
        <p:spPr>
          <a:xfrm>
            <a:off x="96688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2" name="Text Placeholder 3">
            <a:extLst>
              <a:ext uri="{FF2B5EF4-FFF2-40B4-BE49-F238E27FC236}">
                <a16:creationId xmlns:a16="http://schemas.microsoft.com/office/drawing/2014/main" id="{3D14629F-6747-7204-53B5-E8940277AFB7}"/>
              </a:ext>
            </a:extLst>
          </p:cNvPr>
          <p:cNvSpPr>
            <a:spLocks noGrp="1"/>
          </p:cNvSpPr>
          <p:nvPr>
            <p:ph type="body" sz="quarter" idx="35"/>
          </p:nvPr>
        </p:nvSpPr>
        <p:spPr>
          <a:xfrm>
            <a:off x="96688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54" name="Straight Connector 53">
            <a:extLst>
              <a:ext uri="{FF2B5EF4-FFF2-40B4-BE49-F238E27FC236}">
                <a16:creationId xmlns:a16="http://schemas.microsoft.com/office/drawing/2014/main" id="{6068895F-2B52-2C8C-1391-D3EBA420499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320ED2F-CF31-25E1-5065-79F4667B157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EA555885-9B92-9D8D-F59A-F61E8F8E1FC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2" name="Picture 11" descr="A blue and grey text on a black background&#10;&#10;AI-generated content may be incorrect.">
            <a:extLst>
              <a:ext uri="{FF2B5EF4-FFF2-40B4-BE49-F238E27FC236}">
                <a16:creationId xmlns:a16="http://schemas.microsoft.com/office/drawing/2014/main" id="{D3AFC0DD-A9DD-25DE-7CBC-90F0D31E69C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44982095"/>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or Chapter">
    <p:spTree>
      <p:nvGrpSpPr>
        <p:cNvPr id="1" name=""/>
        <p:cNvGrpSpPr/>
        <p:nvPr/>
      </p:nvGrpSpPr>
      <p:grpSpPr>
        <a:xfrm>
          <a:off x="0" y="0"/>
          <a:ext cx="0" cy="0"/>
          <a:chOff x="0" y="0"/>
          <a:chExt cx="0" cy="0"/>
        </a:xfrm>
      </p:grpSpPr>
      <p:pic>
        <p:nvPicPr>
          <p:cNvPr id="2" name="Picture 1" descr="A blue and grey text on a black background&#10;&#10;AI-generated content may be incorrect.">
            <a:extLst>
              <a:ext uri="{FF2B5EF4-FFF2-40B4-BE49-F238E27FC236}">
                <a16:creationId xmlns:a16="http://schemas.microsoft.com/office/drawing/2014/main" id="{3DCDB46E-17A1-B733-80ED-2F8FBE5F8D76}"/>
              </a:ext>
            </a:extLst>
          </p:cNvPr>
          <p:cNvPicPr>
            <a:picLocks noChangeAspect="1"/>
          </p:cNvPicPr>
          <p:nvPr userDrawn="1"/>
        </p:nvPicPr>
        <p:blipFill>
          <a:blip r:embed="rId2"/>
          <a:srcRect l="5454" t="16383" r="73842" b="32609"/>
          <a:stretch/>
        </p:blipFill>
        <p:spPr>
          <a:xfrm>
            <a:off x="302723" y="2920460"/>
            <a:ext cx="460930" cy="434058"/>
          </a:xfrm>
          <a:prstGeom prst="rect">
            <a:avLst/>
          </a:prstGeom>
        </p:spPr>
      </p:pic>
      <p:sp>
        <p:nvSpPr>
          <p:cNvPr id="11" name="Title 1">
            <a:extLst>
              <a:ext uri="{FF2B5EF4-FFF2-40B4-BE49-F238E27FC236}">
                <a16:creationId xmlns:a16="http://schemas.microsoft.com/office/drawing/2014/main" id="{1BF3C232-E963-77F9-78C3-7F1C5FB7C15D}"/>
              </a:ext>
            </a:extLst>
          </p:cNvPr>
          <p:cNvSpPr>
            <a:spLocks noGrp="1"/>
          </p:cNvSpPr>
          <p:nvPr>
            <p:ph type="title" hasCustomPrompt="1"/>
          </p:nvPr>
        </p:nvSpPr>
        <p:spPr>
          <a:xfrm>
            <a:off x="1044205" y="2911009"/>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2" name="Text Placeholder 6">
            <a:extLst>
              <a:ext uri="{FF2B5EF4-FFF2-40B4-BE49-F238E27FC236}">
                <a16:creationId xmlns:a16="http://schemas.microsoft.com/office/drawing/2014/main" id="{C8B6D162-71A4-045A-7C5A-0B9488A6810F}"/>
              </a:ext>
            </a:extLst>
          </p:cNvPr>
          <p:cNvSpPr>
            <a:spLocks noGrp="1"/>
          </p:cNvSpPr>
          <p:nvPr>
            <p:ph type="body" sz="quarter" idx="10"/>
          </p:nvPr>
        </p:nvSpPr>
        <p:spPr>
          <a:xfrm>
            <a:off x="1044205" y="3365199"/>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endParaRPr lang="en-US"/>
          </a:p>
        </p:txBody>
      </p:sp>
      <p:cxnSp>
        <p:nvCxnSpPr>
          <p:cNvPr id="6" name="Straight Connector 5">
            <a:extLst>
              <a:ext uri="{FF2B5EF4-FFF2-40B4-BE49-F238E27FC236}">
                <a16:creationId xmlns:a16="http://schemas.microsoft.com/office/drawing/2014/main" id="{629F4463-9DFA-3123-09B7-A6A43ADCC8F1}"/>
              </a:ext>
            </a:extLst>
          </p:cNvPr>
          <p:cNvCxnSpPr>
            <a:cxnSpLocks/>
          </p:cNvCxnSpPr>
          <p:nvPr userDrawn="1"/>
        </p:nvCxnSpPr>
        <p:spPr bwMode="auto">
          <a:xfrm flipV="1">
            <a:off x="930361" y="2955428"/>
            <a:ext cx="0" cy="37258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050563424"/>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or Chapter Colo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3"/>
            <a:ext cx="12192000" cy="6465859"/>
          </a:xfrm>
          <a:prstGeom prst="rect">
            <a:avLst/>
          </a:prstGeom>
          <a:gradFill>
            <a:gsLst>
              <a:gs pos="84000">
                <a:schemeClr val="accent4"/>
              </a:gs>
              <a:gs pos="1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D8921E-B761-84E8-77E3-51024497A32E}"/>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6" name="Title 1">
            <a:extLst>
              <a:ext uri="{FF2B5EF4-FFF2-40B4-BE49-F238E27FC236}">
                <a16:creationId xmlns:a16="http://schemas.microsoft.com/office/drawing/2014/main" id="{32BBEECE-74BA-D662-E0C1-33EC640B2266}"/>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1"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584EB473-18EB-FC71-2599-7A1168693462}"/>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30F3FE63-4B4A-603A-EEAA-1CC73D4D4FD5}"/>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67206823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ection or chapter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A7D34BF-84F9-1B3D-2C73-B0045173DA26}"/>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solidFill>
            <a:schemeClr val="tx2"/>
          </a:solidFill>
        </p:spPr>
        <p:txBody>
          <a:bodyPr wrap="square" anchor="ctr">
            <a:noAutofit/>
          </a:bodyPr>
          <a:lstStyle>
            <a:lvl1pPr marL="0" indent="0" algn="ctr">
              <a:buNone/>
              <a:defRPr sz="36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7" name="Title 1">
            <a:extLst>
              <a:ext uri="{FF2B5EF4-FFF2-40B4-BE49-F238E27FC236}">
                <a16:creationId xmlns:a16="http://schemas.microsoft.com/office/drawing/2014/main" id="{85B8E07F-B6A5-7829-D66E-7CB7D3FA1589}"/>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53F2DC2-B380-30BA-A53D-B0CF55B9B59C}"/>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D0B7586D-9B52-AE57-6D03-80381DEF1339}"/>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177980499"/>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356832"/>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ay under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7ED560-3D0A-01B9-1EFD-EE094B9DEDDC}"/>
              </a:ext>
            </a:extLst>
          </p:cNvPr>
          <p:cNvSpPr/>
          <p:nvPr userDrawn="1"/>
        </p:nvSpPr>
        <p:spPr>
          <a:xfrm>
            <a:off x="0" y="1141262"/>
            <a:ext cx="12192000" cy="5294463"/>
          </a:xfrm>
          <a:prstGeom prst="rect">
            <a:avLst/>
          </a:prstGeom>
          <a:gradFill flip="none" rotWithShape="1">
            <a:gsLst>
              <a:gs pos="0">
                <a:schemeClr val="bg1">
                  <a:lumMod val="95000"/>
                </a:schemeClr>
              </a:gs>
              <a:gs pos="100000">
                <a:schemeClr val="bg1">
                  <a:lumMod val="85000"/>
                </a:schemeClr>
              </a:gs>
            </a:gsLst>
            <a:lin ang="18900000" scaled="1"/>
            <a:tileRect/>
          </a:gradFill>
          <a:ln w="31750" cap="flat">
            <a:noFill/>
            <a:prstDash val="solid"/>
            <a:miter/>
          </a:ln>
          <a:effectLst/>
        </p:spPr>
        <p:txBody>
          <a:bodyPr rtlCol="0" anchor="ctr"/>
          <a:lstStyle/>
          <a:p>
            <a:pPr algn="l"/>
            <a:endParaRPr lang="en-US" b="0" i="0">
              <a:latin typeface="Barlow Light" pitchFamily="2" charset="77"/>
            </a:endParaRPr>
          </a:p>
        </p:txBody>
      </p:sp>
      <p:cxnSp>
        <p:nvCxnSpPr>
          <p:cNvPr id="6" name="Straight Connector 5">
            <a:extLst>
              <a:ext uri="{FF2B5EF4-FFF2-40B4-BE49-F238E27FC236}">
                <a16:creationId xmlns:a16="http://schemas.microsoft.com/office/drawing/2014/main" id="{E7449475-5155-C859-BA21-C53DC1B8C969}"/>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E3333E5-3BA8-EB65-C59E-EF9648286534}"/>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E57A7D-8745-4DE1-180E-8F14B0BC959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AECA302B-A7E2-960A-FBAF-AF799CDA976C}"/>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54944524"/>
      </p:ext>
    </p:extLst>
  </p:cSld>
  <p:clrMapOvr>
    <a:masterClrMapping/>
  </p:clrMapOvr>
  <p:transition spd="med"/>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ramed white background">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625"/>
              <a:gd name="adj2" fmla="val 3239"/>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ED14A3-6414-839A-C352-9C74577CA1DF}"/>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6ACF38A-8697-0C2A-9875-478C379655E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0264A352-44B1-038E-BA72-2A5D67A1029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948733835"/>
      </p:ext>
    </p:extLst>
  </p:cSld>
  <p:clrMapOvr>
    <a:masterClrMapping/>
  </p:clrMapOvr>
  <p:transition spd="med"/>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Framed red-orange backgroun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3209"/>
              <a:gd name="adj2" fmla="val 3071"/>
            </a:avLst>
          </a:prstGeom>
          <a:gradFill>
            <a:gsLst>
              <a:gs pos="14000">
                <a:schemeClr val="accent4"/>
              </a:gs>
              <a:gs pos="84000">
                <a:schemeClr val="accent2"/>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Title 1">
            <a:extLst>
              <a:ext uri="{FF2B5EF4-FFF2-40B4-BE49-F238E27FC236}">
                <a16:creationId xmlns:a16="http://schemas.microsoft.com/office/drawing/2014/main" id="{40ED38B2-5A86-B2CA-DE15-28B89EF2F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847EDAE0-0984-B6FB-F2F6-C80145A7F87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C7BE078E-059C-BB34-5824-6D73E5592A9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354717353"/>
      </p:ext>
    </p:extLst>
  </p:cSld>
  <p:clrMapOvr>
    <a:masterClrMapping/>
  </p:clrMapOvr>
  <p:transition spd="med"/>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Framed blue gradient backgroun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562"/>
              <a:gd name="adj2" fmla="val 3071"/>
            </a:avLst>
          </a:prstGeom>
          <a:gradFill>
            <a:gsLst>
              <a:gs pos="84000">
                <a:schemeClr val="accent2"/>
              </a:gs>
              <a:gs pos="14000">
                <a:schemeClr val="accent4"/>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Title 1">
            <a:extLst>
              <a:ext uri="{FF2B5EF4-FFF2-40B4-BE49-F238E27FC236}">
                <a16:creationId xmlns:a16="http://schemas.microsoft.com/office/drawing/2014/main" id="{14808C12-B5EF-5444-21F8-3839C8B39D3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CA854D43-58B6-0ACF-AB2F-5039B336B07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20F4F04E-B56D-B547-9AD7-F66045E9242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41785377"/>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Framed white background max height">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904295"/>
            <a:ext cx="11818030" cy="5550293"/>
          </a:xfrm>
          <a:prstGeom prst="round2SameRect">
            <a:avLst>
              <a:gd name="adj1" fmla="val 2625"/>
              <a:gd name="adj2" fmla="val 4332"/>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7040021E-6555-2F99-E013-0059EB92054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4" name="Picture 3" descr="A blue and grey text on a black background&#10;&#10;AI-generated content may be incorrect.">
            <a:extLst>
              <a:ext uri="{FF2B5EF4-FFF2-40B4-BE49-F238E27FC236}">
                <a16:creationId xmlns:a16="http://schemas.microsoft.com/office/drawing/2014/main" id="{953BC5AA-1E8C-2F20-E98F-FFC476E2AC7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962691896"/>
      </p:ext>
    </p:extLst>
  </p:cSld>
  <p:clrMapOvr>
    <a:masterClrMapping/>
  </p:clrMapOvr>
  <p:transition spd="med"/>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Arrows with photos on top +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756EA91-8104-6CA5-BBBB-1CBD1A49CC38}"/>
              </a:ext>
            </a:extLst>
          </p:cNvPr>
          <p:cNvSpPr>
            <a:spLocks noGrp="1"/>
          </p:cNvSpPr>
          <p:nvPr>
            <p:ph type="pic" sz="quarter" idx="10"/>
          </p:nvPr>
        </p:nvSpPr>
        <p:spPr>
          <a:xfrm>
            <a:off x="1143794"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9" name="Picture Placeholder 8">
            <a:extLst>
              <a:ext uri="{FF2B5EF4-FFF2-40B4-BE49-F238E27FC236}">
                <a16:creationId xmlns:a16="http://schemas.microsoft.com/office/drawing/2014/main" id="{CC86D464-B9CE-E31B-0306-6CC350C6B2E1}"/>
              </a:ext>
            </a:extLst>
          </p:cNvPr>
          <p:cNvSpPr>
            <a:spLocks noGrp="1"/>
          </p:cNvSpPr>
          <p:nvPr>
            <p:ph type="pic" sz="quarter" idx="11"/>
          </p:nvPr>
        </p:nvSpPr>
        <p:spPr>
          <a:xfrm>
            <a:off x="2774156" y="2093505"/>
            <a:ext cx="2412207" cy="1681163"/>
          </a:xfrm>
          <a:custGeom>
            <a:avLst/>
            <a:gdLst>
              <a:gd name="connsiteX0" fmla="*/ 0 w 4824413"/>
              <a:gd name="connsiteY0" fmla="*/ 0 h 3362325"/>
              <a:gd name="connsiteX1" fmla="*/ 3106162 w 4824413"/>
              <a:gd name="connsiteY1" fmla="*/ 0 h 3362325"/>
              <a:gd name="connsiteX2" fmla="*/ 4824413 w 4824413"/>
              <a:gd name="connsiteY2" fmla="*/ 3362325 h 3362325"/>
              <a:gd name="connsiteX3" fmla="*/ 1718251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2" y="0"/>
                </a:lnTo>
                <a:lnTo>
                  <a:pt x="4824413" y="3362325"/>
                </a:lnTo>
                <a:lnTo>
                  <a:pt x="1718251" y="3362325"/>
                </a:lnTo>
                <a:cubicBezTo>
                  <a:pt x="1718251"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12" name="Picture Placeholder 11">
            <a:extLst>
              <a:ext uri="{FF2B5EF4-FFF2-40B4-BE49-F238E27FC236}">
                <a16:creationId xmlns:a16="http://schemas.microsoft.com/office/drawing/2014/main" id="{2A0568B0-9DDC-C777-DF32-B0579CECE46A}"/>
              </a:ext>
            </a:extLst>
          </p:cNvPr>
          <p:cNvSpPr>
            <a:spLocks noGrp="1"/>
          </p:cNvSpPr>
          <p:nvPr>
            <p:ph type="pic" sz="quarter" idx="12"/>
          </p:nvPr>
        </p:nvSpPr>
        <p:spPr>
          <a:xfrm>
            <a:off x="4404519"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 name="AutoShape 5">
            <a:extLst>
              <a:ext uri="{FF2B5EF4-FFF2-40B4-BE49-F238E27FC236}">
                <a16:creationId xmlns:a16="http://schemas.microsoft.com/office/drawing/2014/main" id="{AF49CE77-F837-72BE-171C-F18F0591C7DA}"/>
              </a:ext>
            </a:extLst>
          </p:cNvPr>
          <p:cNvSpPr>
            <a:spLocks/>
          </p:cNvSpPr>
          <p:nvPr userDrawn="1"/>
        </p:nvSpPr>
        <p:spPr bwMode="auto">
          <a:xfrm>
            <a:off x="1143000" y="3760076"/>
            <a:ext cx="2413001"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3" name="AutoShape 8">
            <a:extLst>
              <a:ext uri="{FF2B5EF4-FFF2-40B4-BE49-F238E27FC236}">
                <a16:creationId xmlns:a16="http://schemas.microsoft.com/office/drawing/2014/main" id="{A815115C-D1A1-B01B-523F-4ACA796FC281}"/>
              </a:ext>
            </a:extLst>
          </p:cNvPr>
          <p:cNvSpPr>
            <a:spLocks/>
          </p:cNvSpPr>
          <p:nvPr userDrawn="1"/>
        </p:nvSpPr>
        <p:spPr bwMode="auto">
          <a:xfrm>
            <a:off x="2773363" y="3760076"/>
            <a:ext cx="2412207"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4" name="AutoShape 11">
            <a:extLst>
              <a:ext uri="{FF2B5EF4-FFF2-40B4-BE49-F238E27FC236}">
                <a16:creationId xmlns:a16="http://schemas.microsoft.com/office/drawing/2014/main" id="{D90676F1-F58F-0583-B50E-012752DA9D2D}"/>
              </a:ext>
            </a:extLst>
          </p:cNvPr>
          <p:cNvSpPr>
            <a:spLocks/>
          </p:cNvSpPr>
          <p:nvPr userDrawn="1"/>
        </p:nvSpPr>
        <p:spPr bwMode="auto">
          <a:xfrm>
            <a:off x="4403725" y="3760076"/>
            <a:ext cx="2413001"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cxnSp>
        <p:nvCxnSpPr>
          <p:cNvPr id="17" name="Straight Connector 16">
            <a:extLst>
              <a:ext uri="{FF2B5EF4-FFF2-40B4-BE49-F238E27FC236}">
                <a16:creationId xmlns:a16="http://schemas.microsoft.com/office/drawing/2014/main" id="{F2B67E1B-A46A-68F2-21BE-68F0F179547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22CDF359-46C1-E2FA-60C1-A83BDD89008A}"/>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F88BC38-FAA6-DCF3-AB1D-F1A0C3420D6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FA36F64A-6A8F-5BED-AB38-56C6BCF5F716}"/>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1" name="Picture 10" descr="A blue and grey text on a black background&#10;&#10;AI-generated content may be incorrect.">
            <a:extLst>
              <a:ext uri="{FF2B5EF4-FFF2-40B4-BE49-F238E27FC236}">
                <a16:creationId xmlns:a16="http://schemas.microsoft.com/office/drawing/2014/main" id="{3304AAF1-66DD-2EA2-4E6F-5FFCC4D7670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920030818"/>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hotos in arrows + content">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AB2FC63-314B-299A-C21B-ED1B13D5A24C}"/>
              </a:ext>
            </a:extLst>
          </p:cNvPr>
          <p:cNvSpPr>
            <a:spLocks noGrp="1"/>
          </p:cNvSpPr>
          <p:nvPr>
            <p:ph type="pic" sz="quarter" idx="10"/>
          </p:nvPr>
        </p:nvSpPr>
        <p:spPr>
          <a:xfrm>
            <a:off x="1142204" y="2085621"/>
            <a:ext cx="2413796" cy="3347734"/>
          </a:xfrm>
          <a:custGeom>
            <a:avLst/>
            <a:gdLst>
              <a:gd name="connsiteX0" fmla="*/ 1589 w 2413796"/>
              <a:gd name="connsiteY0" fmla="*/ 0 h 3347734"/>
              <a:gd name="connsiteX1" fmla="*/ 1554671 w 2413796"/>
              <a:gd name="connsiteY1" fmla="*/ 0 h 3347734"/>
              <a:gd name="connsiteX2" fmla="*/ 2413796 w 2413796"/>
              <a:gd name="connsiteY2" fmla="*/ 1681163 h 3347734"/>
              <a:gd name="connsiteX3" fmla="*/ 2412052 w 2413796"/>
              <a:gd name="connsiteY3" fmla="*/ 1681163 h 3347734"/>
              <a:gd name="connsiteX4" fmla="*/ 1563684 w 2413796"/>
              <a:gd name="connsiteY4" fmla="*/ 3347734 h 3347734"/>
              <a:gd name="connsiteX5" fmla="*/ 0 w 2413796"/>
              <a:gd name="connsiteY5" fmla="*/ 3347734 h 3347734"/>
              <a:gd name="connsiteX6" fmla="*/ 848523 w 2413796"/>
              <a:gd name="connsiteY6" fmla="*/ 1680859 h 3347734"/>
              <a:gd name="connsiteX7" fmla="*/ 860559 w 2413796"/>
              <a:gd name="connsiteY7" fmla="*/ 1680859 h 3347734"/>
              <a:gd name="connsiteX8" fmla="*/ 851066 w 2413796"/>
              <a:gd name="connsiteY8" fmla="*/ 1662283 h 3347734"/>
              <a:gd name="connsiteX9" fmla="*/ 1589 w 241379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6" h="3347734">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7" name="Picture Placeholder 26">
            <a:extLst>
              <a:ext uri="{FF2B5EF4-FFF2-40B4-BE49-F238E27FC236}">
                <a16:creationId xmlns:a16="http://schemas.microsoft.com/office/drawing/2014/main" id="{9ED3BEA1-FA83-F08E-2EE4-82CBDE68B1F2}"/>
              </a:ext>
            </a:extLst>
          </p:cNvPr>
          <p:cNvSpPr>
            <a:spLocks noGrp="1"/>
          </p:cNvSpPr>
          <p:nvPr>
            <p:ph type="pic" sz="quarter" idx="11"/>
          </p:nvPr>
        </p:nvSpPr>
        <p:spPr>
          <a:xfrm>
            <a:off x="2774155" y="2085621"/>
            <a:ext cx="2418556" cy="3347734"/>
          </a:xfrm>
          <a:custGeom>
            <a:avLst/>
            <a:gdLst>
              <a:gd name="connsiteX0" fmla="*/ 0 w 2418556"/>
              <a:gd name="connsiteY0" fmla="*/ 0 h 3347734"/>
              <a:gd name="connsiteX1" fmla="*/ 1553082 w 2418556"/>
              <a:gd name="connsiteY1" fmla="*/ 0 h 3347734"/>
              <a:gd name="connsiteX2" fmla="*/ 2412052 w 2418556"/>
              <a:gd name="connsiteY2" fmla="*/ 1680859 h 3347734"/>
              <a:gd name="connsiteX3" fmla="*/ 2418556 w 2418556"/>
              <a:gd name="connsiteY3" fmla="*/ 1680859 h 3347734"/>
              <a:gd name="connsiteX4" fmla="*/ 1570033 w 2418556"/>
              <a:gd name="connsiteY4" fmla="*/ 3347734 h 3347734"/>
              <a:gd name="connsiteX5" fmla="*/ 6349 w 2418556"/>
              <a:gd name="connsiteY5" fmla="*/ 3347734 h 3347734"/>
              <a:gd name="connsiteX6" fmla="*/ 854872 w 2418556"/>
              <a:gd name="connsiteY6" fmla="*/ 1680859 h 3347734"/>
              <a:gd name="connsiteX7" fmla="*/ 858971 w 2418556"/>
              <a:gd name="connsiteY7" fmla="*/ 1680859 h 3347734"/>
              <a:gd name="connsiteX8" fmla="*/ 849478 w 2418556"/>
              <a:gd name="connsiteY8" fmla="*/ 1662283 h 3347734"/>
              <a:gd name="connsiteX9" fmla="*/ 0 w 241855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8556" h="3347734">
                <a:moveTo>
                  <a:pt x="0" y="0"/>
                </a:moveTo>
                <a:lnTo>
                  <a:pt x="1553082" y="0"/>
                </a:lnTo>
                <a:lnTo>
                  <a:pt x="2412052" y="1680859"/>
                </a:lnTo>
                <a:lnTo>
                  <a:pt x="2418556" y="1680859"/>
                </a:lnTo>
                <a:lnTo>
                  <a:pt x="1570033" y="3347734"/>
                </a:lnTo>
                <a:lnTo>
                  <a:pt x="6349" y="3347734"/>
                </a:lnTo>
                <a:lnTo>
                  <a:pt x="854872" y="1680859"/>
                </a:lnTo>
                <a:lnTo>
                  <a:pt x="858971" y="1680859"/>
                </a:lnTo>
                <a:lnTo>
                  <a:pt x="849478"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8" name="Picture Placeholder 27">
            <a:extLst>
              <a:ext uri="{FF2B5EF4-FFF2-40B4-BE49-F238E27FC236}">
                <a16:creationId xmlns:a16="http://schemas.microsoft.com/office/drawing/2014/main" id="{6F00ED62-6B47-71D3-7561-8F0D4E919894}"/>
              </a:ext>
            </a:extLst>
          </p:cNvPr>
          <p:cNvSpPr>
            <a:spLocks noGrp="1"/>
          </p:cNvSpPr>
          <p:nvPr>
            <p:ph type="pic" sz="quarter" idx="12"/>
          </p:nvPr>
        </p:nvSpPr>
        <p:spPr>
          <a:xfrm>
            <a:off x="4404519" y="2085621"/>
            <a:ext cx="2413793" cy="3347734"/>
          </a:xfrm>
          <a:custGeom>
            <a:avLst/>
            <a:gdLst>
              <a:gd name="connsiteX0" fmla="*/ 0 w 2413793"/>
              <a:gd name="connsiteY0" fmla="*/ 0 h 3347734"/>
              <a:gd name="connsiteX1" fmla="*/ 1553082 w 2413793"/>
              <a:gd name="connsiteY1" fmla="*/ 0 h 3347734"/>
              <a:gd name="connsiteX2" fmla="*/ 2412052 w 2413793"/>
              <a:gd name="connsiteY2" fmla="*/ 1680859 h 3347734"/>
              <a:gd name="connsiteX3" fmla="*/ 2413793 w 2413793"/>
              <a:gd name="connsiteY3" fmla="*/ 1680859 h 3347734"/>
              <a:gd name="connsiteX4" fmla="*/ 1565270 w 2413793"/>
              <a:gd name="connsiteY4" fmla="*/ 3347734 h 3347734"/>
              <a:gd name="connsiteX5" fmla="*/ 1586 w 2413793"/>
              <a:gd name="connsiteY5" fmla="*/ 3347734 h 3347734"/>
              <a:gd name="connsiteX6" fmla="*/ 850109 w 2413793"/>
              <a:gd name="connsiteY6" fmla="*/ 1680859 h 3347734"/>
              <a:gd name="connsiteX7" fmla="*/ 858970 w 2413793"/>
              <a:gd name="connsiteY7" fmla="*/ 1680859 h 3347734"/>
              <a:gd name="connsiteX8" fmla="*/ 849477 w 2413793"/>
              <a:gd name="connsiteY8" fmla="*/ 1662283 h 3347734"/>
              <a:gd name="connsiteX9" fmla="*/ 0 w 2413793"/>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3" h="3347734">
                <a:moveTo>
                  <a:pt x="0" y="0"/>
                </a:moveTo>
                <a:lnTo>
                  <a:pt x="1553082" y="0"/>
                </a:lnTo>
                <a:lnTo>
                  <a:pt x="2412052" y="1680859"/>
                </a:lnTo>
                <a:lnTo>
                  <a:pt x="2413793" y="1680859"/>
                </a:lnTo>
                <a:lnTo>
                  <a:pt x="1565270" y="3347734"/>
                </a:lnTo>
                <a:lnTo>
                  <a:pt x="1586" y="3347734"/>
                </a:lnTo>
                <a:lnTo>
                  <a:pt x="850109" y="1680859"/>
                </a:lnTo>
                <a:lnTo>
                  <a:pt x="858970" y="1680859"/>
                </a:lnTo>
                <a:lnTo>
                  <a:pt x="849477"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cxnSp>
        <p:nvCxnSpPr>
          <p:cNvPr id="32" name="Straight Connector 31">
            <a:extLst>
              <a:ext uri="{FF2B5EF4-FFF2-40B4-BE49-F238E27FC236}">
                <a16:creationId xmlns:a16="http://schemas.microsoft.com/office/drawing/2014/main" id="{27325338-CB31-6C91-C630-D5E87B54DA4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D363F868-27B6-1FBA-6CAE-9CACA734D505}"/>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DF9345D2-2D6C-7F4C-F37B-3E90E360419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B0312FD-B4BC-C3C2-1AB2-056975276BA8}"/>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30D4455B-835E-BBC7-52AA-88AD7E28E18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739505031"/>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e photo in 3 arrows +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6CE37D9-A25B-57CB-E283-27CCF9A3251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Text Placeholder 6">
            <a:extLst>
              <a:ext uri="{FF2B5EF4-FFF2-40B4-BE49-F238E27FC236}">
                <a16:creationId xmlns:a16="http://schemas.microsoft.com/office/drawing/2014/main" id="{BAABD523-4538-6DEA-66E0-ACDE3CA245E2}"/>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59BE4BD-CAD4-9989-D406-23D8AD0ED65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24A39913-7414-0F69-C751-2D9F6B3D74DE}"/>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8" name="Picture Placeholder 1">
            <a:extLst>
              <a:ext uri="{FF2B5EF4-FFF2-40B4-BE49-F238E27FC236}">
                <a16:creationId xmlns:a16="http://schemas.microsoft.com/office/drawing/2014/main" id="{0CE3CF6B-8B25-ADAD-9122-52BBF46E7EFD}"/>
              </a:ext>
            </a:extLst>
          </p:cNvPr>
          <p:cNvSpPr>
            <a:spLocks noGrp="1"/>
          </p:cNvSpPr>
          <p:nvPr>
            <p:ph type="pic" sz="quarter" idx="16"/>
          </p:nvPr>
        </p:nvSpPr>
        <p:spPr>
          <a:xfrm>
            <a:off x="1142204" y="2080576"/>
            <a:ext cx="5676108" cy="3347734"/>
          </a:xfrm>
          <a:custGeom>
            <a:avLst/>
            <a:gdLst>
              <a:gd name="connsiteX0" fmla="*/ 3262315 w 5676108"/>
              <a:gd name="connsiteY0" fmla="*/ 0 h 3347734"/>
              <a:gd name="connsiteX1" fmla="*/ 4815397 w 5676108"/>
              <a:gd name="connsiteY1" fmla="*/ 0 h 3347734"/>
              <a:gd name="connsiteX2" fmla="*/ 5674367 w 5676108"/>
              <a:gd name="connsiteY2" fmla="*/ 1680859 h 3347734"/>
              <a:gd name="connsiteX3" fmla="*/ 5676108 w 5676108"/>
              <a:gd name="connsiteY3" fmla="*/ 1680859 h 3347734"/>
              <a:gd name="connsiteX4" fmla="*/ 4827585 w 5676108"/>
              <a:gd name="connsiteY4" fmla="*/ 3347734 h 3347734"/>
              <a:gd name="connsiteX5" fmla="*/ 3263901 w 5676108"/>
              <a:gd name="connsiteY5" fmla="*/ 3347734 h 3347734"/>
              <a:gd name="connsiteX6" fmla="*/ 4112424 w 5676108"/>
              <a:gd name="connsiteY6" fmla="*/ 1680859 h 3347734"/>
              <a:gd name="connsiteX7" fmla="*/ 4121285 w 5676108"/>
              <a:gd name="connsiteY7" fmla="*/ 1680859 h 3347734"/>
              <a:gd name="connsiteX8" fmla="*/ 4111792 w 5676108"/>
              <a:gd name="connsiteY8" fmla="*/ 1662283 h 3347734"/>
              <a:gd name="connsiteX9" fmla="*/ 3262315 w 5676108"/>
              <a:gd name="connsiteY9" fmla="*/ 0 h 3347734"/>
              <a:gd name="connsiteX10" fmla="*/ 1631951 w 5676108"/>
              <a:gd name="connsiteY10" fmla="*/ 0 h 3347734"/>
              <a:gd name="connsiteX11" fmla="*/ 3185033 w 5676108"/>
              <a:gd name="connsiteY11" fmla="*/ 0 h 3347734"/>
              <a:gd name="connsiteX12" fmla="*/ 4044003 w 5676108"/>
              <a:gd name="connsiteY12" fmla="*/ 1680859 h 3347734"/>
              <a:gd name="connsiteX13" fmla="*/ 4050507 w 5676108"/>
              <a:gd name="connsiteY13" fmla="*/ 1680859 h 3347734"/>
              <a:gd name="connsiteX14" fmla="*/ 3201984 w 5676108"/>
              <a:gd name="connsiteY14" fmla="*/ 3347734 h 3347734"/>
              <a:gd name="connsiteX15" fmla="*/ 1638300 w 5676108"/>
              <a:gd name="connsiteY15" fmla="*/ 3347734 h 3347734"/>
              <a:gd name="connsiteX16" fmla="*/ 2486823 w 5676108"/>
              <a:gd name="connsiteY16" fmla="*/ 1680859 h 3347734"/>
              <a:gd name="connsiteX17" fmla="*/ 2490922 w 5676108"/>
              <a:gd name="connsiteY17" fmla="*/ 1680859 h 3347734"/>
              <a:gd name="connsiteX18" fmla="*/ 2481429 w 5676108"/>
              <a:gd name="connsiteY18" fmla="*/ 1662283 h 3347734"/>
              <a:gd name="connsiteX19" fmla="*/ 1631951 w 5676108"/>
              <a:gd name="connsiteY19" fmla="*/ 0 h 3347734"/>
              <a:gd name="connsiteX20" fmla="*/ 1589 w 5676108"/>
              <a:gd name="connsiteY20" fmla="*/ 0 h 3347734"/>
              <a:gd name="connsiteX21" fmla="*/ 1554671 w 5676108"/>
              <a:gd name="connsiteY21" fmla="*/ 0 h 3347734"/>
              <a:gd name="connsiteX22" fmla="*/ 2413796 w 5676108"/>
              <a:gd name="connsiteY22" fmla="*/ 1681163 h 3347734"/>
              <a:gd name="connsiteX23" fmla="*/ 2412052 w 5676108"/>
              <a:gd name="connsiteY23" fmla="*/ 1681163 h 3347734"/>
              <a:gd name="connsiteX24" fmla="*/ 1563684 w 5676108"/>
              <a:gd name="connsiteY24" fmla="*/ 3347734 h 3347734"/>
              <a:gd name="connsiteX25" fmla="*/ 0 w 5676108"/>
              <a:gd name="connsiteY25" fmla="*/ 3347734 h 3347734"/>
              <a:gd name="connsiteX26" fmla="*/ 848523 w 5676108"/>
              <a:gd name="connsiteY26" fmla="*/ 1680859 h 3347734"/>
              <a:gd name="connsiteX27" fmla="*/ 860559 w 5676108"/>
              <a:gd name="connsiteY27" fmla="*/ 1680859 h 3347734"/>
              <a:gd name="connsiteX28" fmla="*/ 851066 w 5676108"/>
              <a:gd name="connsiteY28" fmla="*/ 1662283 h 3347734"/>
              <a:gd name="connsiteX29" fmla="*/ 1589 w 5676108"/>
              <a:gd name="connsiteY2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76108" h="3347734">
                <a:moveTo>
                  <a:pt x="3262315" y="0"/>
                </a:moveTo>
                <a:lnTo>
                  <a:pt x="4815397" y="0"/>
                </a:lnTo>
                <a:lnTo>
                  <a:pt x="5674367" y="1680859"/>
                </a:lnTo>
                <a:lnTo>
                  <a:pt x="5676108" y="1680859"/>
                </a:lnTo>
                <a:lnTo>
                  <a:pt x="4827585" y="3347734"/>
                </a:lnTo>
                <a:lnTo>
                  <a:pt x="3263901" y="3347734"/>
                </a:lnTo>
                <a:lnTo>
                  <a:pt x="4112424" y="1680859"/>
                </a:lnTo>
                <a:lnTo>
                  <a:pt x="4121285" y="1680859"/>
                </a:lnTo>
                <a:lnTo>
                  <a:pt x="4111792" y="1662283"/>
                </a:lnTo>
                <a:cubicBezTo>
                  <a:pt x="4017406" y="1477585"/>
                  <a:pt x="3262315" y="0"/>
                  <a:pt x="3262315" y="0"/>
                </a:cubicBezTo>
                <a:close/>
                <a:moveTo>
                  <a:pt x="1631951" y="0"/>
                </a:moveTo>
                <a:lnTo>
                  <a:pt x="3185033" y="0"/>
                </a:lnTo>
                <a:lnTo>
                  <a:pt x="4044003" y="1680859"/>
                </a:lnTo>
                <a:lnTo>
                  <a:pt x="4050507" y="1680859"/>
                </a:lnTo>
                <a:lnTo>
                  <a:pt x="3201984" y="3347734"/>
                </a:lnTo>
                <a:lnTo>
                  <a:pt x="1638300" y="3347734"/>
                </a:lnTo>
                <a:lnTo>
                  <a:pt x="2486823" y="1680859"/>
                </a:lnTo>
                <a:lnTo>
                  <a:pt x="2490922" y="1680859"/>
                </a:lnTo>
                <a:lnTo>
                  <a:pt x="2481429" y="1662283"/>
                </a:lnTo>
                <a:cubicBezTo>
                  <a:pt x="2387042" y="1477585"/>
                  <a:pt x="1631951" y="0"/>
                  <a:pt x="1631951" y="0"/>
                </a:cubicBezTo>
                <a:close/>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sz="3200" b="0" i="0">
                <a:latin typeface="Barlow Light" pitchFamily="2" charset="77"/>
              </a:defRPr>
            </a:lvl1pPr>
          </a:lstStyle>
          <a:p>
            <a:endParaRPr lang="en-ID"/>
          </a:p>
        </p:txBody>
      </p:sp>
      <p:pic>
        <p:nvPicPr>
          <p:cNvPr id="3" name="Picture 2" descr="A blue and grey text on a black background&#10;&#10;AI-generated content may be incorrect.">
            <a:extLst>
              <a:ext uri="{FF2B5EF4-FFF2-40B4-BE49-F238E27FC236}">
                <a16:creationId xmlns:a16="http://schemas.microsoft.com/office/drawing/2014/main" id="{4C6D1912-1D17-AA43-043B-6C000F2FC12C}"/>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017867697"/>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arrow (photo) + conten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0" y="1316151"/>
            <a:ext cx="7722522" cy="4821382"/>
          </a:xfrm>
          <a:prstGeom prst="homePlate">
            <a:avLst>
              <a:gd name="adj" fmla="val 17288"/>
            </a:avLst>
          </a:prstGeom>
          <a:solidFill>
            <a:schemeClr val="tx2"/>
          </a:solidFill>
        </p:spPr>
        <p:txBody>
          <a:bodyPr wrap="square" anchor="ctr">
            <a:noAutofit/>
          </a:bodyPr>
          <a:lstStyle>
            <a:lvl1pPr marL="0" indent="0" algn="ctr">
              <a:buNone/>
              <a:defRPr sz="3200" b="0" i="0">
                <a:solidFill>
                  <a:schemeClr val="bg1"/>
                </a:solidFill>
                <a:latin typeface="Barlow Light" pitchFamily="2" charset="77"/>
              </a:defRPr>
            </a:lvl1pPr>
          </a:lstStyle>
          <a:p>
            <a:endParaRPr lang="en-ID"/>
          </a:p>
        </p:txBody>
      </p:sp>
      <p:cxnSp>
        <p:nvCxnSpPr>
          <p:cNvPr id="7" name="Straight Connector 6">
            <a:extLst>
              <a:ext uri="{FF2B5EF4-FFF2-40B4-BE49-F238E27FC236}">
                <a16:creationId xmlns:a16="http://schemas.microsoft.com/office/drawing/2014/main" id="{9917FDE1-C507-E066-E8EF-DF812DF859F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586CCE3C-00A9-8CDC-42E4-3E2C95C279B5}"/>
              </a:ext>
            </a:extLst>
          </p:cNvPr>
          <p:cNvSpPr>
            <a:spLocks noGrp="1"/>
          </p:cNvSpPr>
          <p:nvPr>
            <p:ph type="body" sz="quarter" idx="14"/>
          </p:nvPr>
        </p:nvSpPr>
        <p:spPr>
          <a:xfrm>
            <a:off x="7717276"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726034B2-D44C-9637-864C-018FF23437C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CB05FC3D-1A0A-8B42-CE4F-292D2D938083}"/>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EBBAC1F6-8487-4062-A50D-57D3F048D93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77964177"/>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Large arrow with 3 columns + content">
    <p:spTree>
      <p:nvGrpSpPr>
        <p:cNvPr id="1" name=""/>
        <p:cNvGrpSpPr/>
        <p:nvPr/>
      </p:nvGrpSpPr>
      <p:grpSpPr>
        <a:xfrm>
          <a:off x="0" y="0"/>
          <a:ext cx="0" cy="0"/>
          <a:chOff x="0" y="0"/>
          <a:chExt cx="0" cy="0"/>
        </a:xfrm>
      </p:grpSpPr>
      <p:sp>
        <p:nvSpPr>
          <p:cNvPr id="3" name="Pentagon 2">
            <a:extLst>
              <a:ext uri="{FF2B5EF4-FFF2-40B4-BE49-F238E27FC236}">
                <a16:creationId xmlns:a16="http://schemas.microsoft.com/office/drawing/2014/main" id="{15C0716E-DBC1-AA84-F8A7-9DCEEFB67E24}"/>
              </a:ext>
            </a:extLst>
          </p:cNvPr>
          <p:cNvSpPr/>
          <p:nvPr userDrawn="1"/>
        </p:nvSpPr>
        <p:spPr>
          <a:xfrm>
            <a:off x="0" y="1999783"/>
            <a:ext cx="7722522" cy="3508917"/>
          </a:xfrm>
          <a:prstGeom prst="homePlate">
            <a:avLst>
              <a:gd name="adj" fmla="val 17585"/>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930361" y="1516567"/>
            <a:ext cx="2459610" cy="2267414"/>
          </a:xfrm>
          <a:prstGeom prst="homePlate">
            <a:avLst>
              <a:gd name="adj" fmla="val 0"/>
            </a:avLst>
          </a:prstGeom>
          <a:noFill/>
        </p:spPr>
        <p:txBody>
          <a:bodyPr wrap="square">
            <a:noAutofit/>
          </a:bodyPr>
          <a:lstStyle>
            <a:lvl1pPr marL="0" indent="0">
              <a:buNone/>
              <a:defRPr b="0" i="0">
                <a:latin typeface="Barlow Light" pitchFamily="2" charset="77"/>
              </a:defRPr>
            </a:lvl1pPr>
          </a:lstStyle>
          <a:p>
            <a:endParaRPr lang="en-ID"/>
          </a:p>
        </p:txBody>
      </p:sp>
      <p:sp>
        <p:nvSpPr>
          <p:cNvPr id="2" name="Content Placeholder 15">
            <a:extLst>
              <a:ext uri="{FF2B5EF4-FFF2-40B4-BE49-F238E27FC236}">
                <a16:creationId xmlns:a16="http://schemas.microsoft.com/office/drawing/2014/main" id="{7AB9EEE7-4141-E873-2E25-A092C3A56023}"/>
              </a:ext>
            </a:extLst>
          </p:cNvPr>
          <p:cNvSpPr>
            <a:spLocks noGrp="1"/>
          </p:cNvSpPr>
          <p:nvPr>
            <p:ph sz="quarter" idx="20"/>
          </p:nvPr>
        </p:nvSpPr>
        <p:spPr>
          <a:xfrm>
            <a:off x="7843023" y="1999784"/>
            <a:ext cx="3836021" cy="3508917"/>
          </a:xfrm>
          <a:prstGeom prst="roundRect">
            <a:avLst>
              <a:gd name="adj" fmla="val 0"/>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CC4CD90A-CD6E-0B69-5E8C-4D3A4752EC27}"/>
              </a:ext>
            </a:extLst>
          </p:cNvPr>
          <p:cNvCxnSpPr>
            <a:cxnSpLocks/>
          </p:cNvCxnSpPr>
          <p:nvPr userDrawn="1"/>
        </p:nvCxnSpPr>
        <p:spPr bwMode="auto">
          <a:xfrm>
            <a:off x="303672" y="3783981"/>
            <a:ext cx="7256855" cy="0"/>
          </a:xfrm>
          <a:prstGeom prst="line">
            <a:avLst/>
          </a:prstGeom>
          <a:noFill/>
          <a:ln w="19050" cap="flat" cmpd="sng" algn="ctr">
            <a:solidFill>
              <a:schemeClr val="bg1"/>
            </a:solidFill>
            <a:prstDash val="solid"/>
            <a:round/>
            <a:headEnd type="none" w="med" len="med"/>
            <a:tailEnd type="none" w="med" len="med"/>
          </a:ln>
          <a:effectLst/>
        </p:spPr>
      </p:cxnSp>
      <p:sp>
        <p:nvSpPr>
          <p:cNvPr id="8" name="Text Placeholder 2">
            <a:extLst>
              <a:ext uri="{FF2B5EF4-FFF2-40B4-BE49-F238E27FC236}">
                <a16:creationId xmlns:a16="http://schemas.microsoft.com/office/drawing/2014/main" id="{2408190A-4F37-A719-16F5-FC744D59B8C7}"/>
              </a:ext>
            </a:extLst>
          </p:cNvPr>
          <p:cNvSpPr>
            <a:spLocks noGrp="1"/>
          </p:cNvSpPr>
          <p:nvPr>
            <p:ph type="body" sz="quarter" idx="16"/>
          </p:nvPr>
        </p:nvSpPr>
        <p:spPr>
          <a:xfrm>
            <a:off x="656128"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7CB89894-BF09-0A22-D75E-2E02F3B8525A}"/>
              </a:ext>
            </a:extLst>
          </p:cNvPr>
          <p:cNvSpPr>
            <a:spLocks noGrp="1"/>
          </p:cNvSpPr>
          <p:nvPr>
            <p:ph type="body" sz="quarter" idx="21"/>
          </p:nvPr>
        </p:nvSpPr>
        <p:spPr>
          <a:xfrm>
            <a:off x="2834333"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B0E0F39A-803F-90C8-41ED-EDE35A66C6FD}"/>
              </a:ext>
            </a:extLst>
          </p:cNvPr>
          <p:cNvSpPr>
            <a:spLocks noGrp="1"/>
          </p:cNvSpPr>
          <p:nvPr>
            <p:ph type="body" sz="quarter" idx="22"/>
          </p:nvPr>
        </p:nvSpPr>
        <p:spPr>
          <a:xfrm>
            <a:off x="5012537"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EA2D185-95C7-7DDD-F0AF-B2DBB60732E6}"/>
              </a:ext>
            </a:extLst>
          </p:cNvPr>
          <p:cNvSpPr>
            <a:spLocks noGrp="1"/>
          </p:cNvSpPr>
          <p:nvPr>
            <p:ph type="body" sz="quarter" idx="23"/>
          </p:nvPr>
        </p:nvSpPr>
        <p:spPr>
          <a:xfrm>
            <a:off x="3510473" y="2699911"/>
            <a:ext cx="3633742" cy="400110"/>
          </a:xfrm>
          <a:prstGeom prst="rect">
            <a:avLst/>
          </a:prstGeom>
        </p:spPr>
        <p:txBody>
          <a:bodyPr wrap="square" anchor="ctr">
            <a:spAutoFit/>
          </a:bodyPr>
          <a:lstStyle>
            <a:lvl1pPr marL="0" indent="0">
              <a:buClr>
                <a:schemeClr val="bg1"/>
              </a:buClr>
              <a:buFont typeface="Arial" panose="020B0604020202020204" pitchFamily="34" charset="0"/>
              <a:buNone/>
              <a:tabLst/>
              <a:defRPr sz="20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1600">
                <a:solidFill>
                  <a:schemeClr val="bg1"/>
                </a:solidFill>
                <a:latin typeface="+mn-lt"/>
              </a:defRPr>
            </a:lvl2pPr>
            <a:lvl3pPr marL="342900" indent="0">
              <a:buClr>
                <a:schemeClr val="bg1"/>
              </a:buClr>
              <a:buSzPct val="100000"/>
              <a:buFont typeface="Arial" panose="020B0604020202020204" pitchFamily="34" charset="0"/>
              <a:buNone/>
              <a:tabLst/>
              <a:defRPr sz="1400">
                <a:solidFill>
                  <a:schemeClr val="bg1"/>
                </a:solidFill>
                <a:latin typeface="+mn-lt"/>
              </a:defRPr>
            </a:lvl3pPr>
            <a:lvl4pPr marL="460375" indent="0">
              <a:buClr>
                <a:schemeClr val="bg1"/>
              </a:buClr>
              <a:buFont typeface="Arial" panose="020B0604020202020204" pitchFamily="34" charset="0"/>
              <a:buNone/>
              <a:tabLst/>
              <a:defRPr sz="1200">
                <a:solidFill>
                  <a:schemeClr val="bg1"/>
                </a:solidFill>
                <a:latin typeface="+mn-lt"/>
              </a:defRPr>
            </a:lvl4pPr>
            <a:lvl5pPr marL="576263" indent="0">
              <a:buClr>
                <a:schemeClr val="bg1"/>
              </a:buClr>
              <a:buFont typeface="Arial" panose="020B0604020202020204" pitchFamily="34" charset="0"/>
              <a:buNone/>
              <a:tabLst/>
              <a:defRPr sz="1200">
                <a:solidFill>
                  <a:schemeClr val="bg1"/>
                </a:solidFill>
                <a:latin typeface="+mn-lt"/>
              </a:defRPr>
            </a:lvl5pPr>
          </a:lstStyle>
          <a:p>
            <a:pPr lvl="0"/>
            <a:r>
              <a:rPr lang="en-US"/>
              <a:t>Click to edit</a:t>
            </a:r>
          </a:p>
        </p:txBody>
      </p:sp>
      <p:cxnSp>
        <p:nvCxnSpPr>
          <p:cNvPr id="17" name="Straight Connector 16">
            <a:extLst>
              <a:ext uri="{FF2B5EF4-FFF2-40B4-BE49-F238E27FC236}">
                <a16:creationId xmlns:a16="http://schemas.microsoft.com/office/drawing/2014/main" id="{2541302E-96A8-2D73-313C-EC268015552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5A536596-D7A3-D777-2180-A61FCDD0B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946E5945-8E92-761F-13AD-42A43D56809F}"/>
              </a:ext>
            </a:extLst>
          </p:cNvPr>
          <p:cNvSpPr>
            <a:spLocks noGrp="1"/>
          </p:cNvSpPr>
          <p:nvPr>
            <p:ph type="body" sz="quarter" idx="24"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3" name="Picture 12" descr="A blue and grey text on a black background&#10;&#10;AI-generated content may be incorrect.">
            <a:extLst>
              <a:ext uri="{FF2B5EF4-FFF2-40B4-BE49-F238E27FC236}">
                <a16:creationId xmlns:a16="http://schemas.microsoft.com/office/drawing/2014/main" id="{0CBD6071-93FC-AED9-AACD-4C0CEEED43E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17408893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 Photos alternating - blue">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20E6F750-39DE-B46E-E3DD-CB7DD8A255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CA0D027-B612-3F6F-10F2-5B4877F772B0}"/>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B7ACF433-D144-75C4-28B8-2BD7D37ECC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764EDBCC-07D3-E97D-949D-01CF5A16305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
        <p:nvSpPr>
          <p:cNvPr id="24" name="Rectangle 23">
            <a:extLst>
              <a:ext uri="{FF2B5EF4-FFF2-40B4-BE49-F238E27FC236}">
                <a16:creationId xmlns:a16="http://schemas.microsoft.com/office/drawing/2014/main" id="{C1C4E836-0BCA-10CE-80DC-F9C80866F2A3}"/>
              </a:ext>
            </a:extLst>
          </p:cNvPr>
          <p:cNvSpPr/>
          <p:nvPr userDrawn="1"/>
        </p:nvSpPr>
        <p:spPr bwMode="auto">
          <a:xfrm>
            <a:off x="6097702" y="1603357"/>
            <a:ext cx="4270248" cy="1828800"/>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337A8E1D-131B-988D-666B-32D6636C0FF0}"/>
              </a:ext>
            </a:extLst>
          </p:cNvPr>
          <p:cNvSpPr/>
          <p:nvPr userDrawn="1"/>
        </p:nvSpPr>
        <p:spPr bwMode="auto">
          <a:xfrm>
            <a:off x="0" y="1603357"/>
            <a:ext cx="4278559" cy="1828800"/>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6" name="Rectangle 25">
            <a:extLst>
              <a:ext uri="{FF2B5EF4-FFF2-40B4-BE49-F238E27FC236}">
                <a16:creationId xmlns:a16="http://schemas.microsoft.com/office/drawing/2014/main" id="{A4D4AAAA-8146-0853-5420-D78736BF6706}"/>
              </a:ext>
            </a:extLst>
          </p:cNvPr>
          <p:cNvSpPr/>
          <p:nvPr userDrawn="1"/>
        </p:nvSpPr>
        <p:spPr bwMode="auto">
          <a:xfrm>
            <a:off x="1833603" y="3429836"/>
            <a:ext cx="4270248" cy="1828800"/>
          </a:xfrm>
          <a:prstGeom prst="rect">
            <a:avLst/>
          </a:prstGeom>
          <a:gradFill flip="none" rotWithShape="1">
            <a:gsLst>
              <a:gs pos="14000">
                <a:schemeClr val="accent4"/>
              </a:gs>
              <a:gs pos="84000">
                <a:schemeClr val="accent2"/>
              </a:gs>
            </a:gsLst>
            <a:lin ang="108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Rectangle 26">
            <a:extLst>
              <a:ext uri="{FF2B5EF4-FFF2-40B4-BE49-F238E27FC236}">
                <a16:creationId xmlns:a16="http://schemas.microsoft.com/office/drawing/2014/main" id="{1F732F03-DCC7-B264-90BE-78D930D5EE09}"/>
              </a:ext>
            </a:extLst>
          </p:cNvPr>
          <p:cNvSpPr/>
          <p:nvPr userDrawn="1"/>
        </p:nvSpPr>
        <p:spPr bwMode="auto">
          <a:xfrm>
            <a:off x="7926890" y="3429836"/>
            <a:ext cx="4270248" cy="1828800"/>
          </a:xfrm>
          <a:prstGeom prst="rect">
            <a:avLst/>
          </a:prstGeom>
          <a:gradFill flip="none" rotWithShape="1">
            <a:gsLst>
              <a:gs pos="14000">
                <a:schemeClr val="accent4"/>
              </a:gs>
              <a:gs pos="84000">
                <a:schemeClr val="accent2"/>
              </a:gs>
            </a:gsLst>
            <a:lin ang="108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8" name="Picture Placeholder 26">
            <a:extLst>
              <a:ext uri="{FF2B5EF4-FFF2-40B4-BE49-F238E27FC236}">
                <a16:creationId xmlns:a16="http://schemas.microsoft.com/office/drawing/2014/main" id="{6343E0CE-2A58-CE16-9975-55284C266143}"/>
              </a:ext>
            </a:extLst>
          </p:cNvPr>
          <p:cNvSpPr>
            <a:spLocks noGrp="1"/>
          </p:cNvSpPr>
          <p:nvPr>
            <p:ph type="pic" sz="quarter" idx="18"/>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753D9AF-5F3F-CAED-7A67-19533C3AD58E}"/>
              </a:ext>
            </a:extLst>
          </p:cNvPr>
          <p:cNvSpPr>
            <a:spLocks noGrp="1"/>
          </p:cNvSpPr>
          <p:nvPr>
            <p:ph type="pic" sz="quarter" idx="19"/>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38859AB2-8212-7E3F-EAD9-2D09A772B81C}"/>
              </a:ext>
            </a:extLst>
          </p:cNvPr>
          <p:cNvSpPr>
            <a:spLocks noGrp="1"/>
          </p:cNvSpPr>
          <p:nvPr>
            <p:ph type="pic" sz="quarter" idx="20"/>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3" name="Picture Placeholder 26">
            <a:extLst>
              <a:ext uri="{FF2B5EF4-FFF2-40B4-BE49-F238E27FC236}">
                <a16:creationId xmlns:a16="http://schemas.microsoft.com/office/drawing/2014/main" id="{AA1E1A62-6FA1-32F7-9318-8F8E8DED9562}"/>
              </a:ext>
            </a:extLst>
          </p:cNvPr>
          <p:cNvSpPr>
            <a:spLocks noGrp="1"/>
          </p:cNvSpPr>
          <p:nvPr>
            <p:ph type="pic" sz="quarter" idx="21"/>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5" name="Text Placeholder 3">
            <a:extLst>
              <a:ext uri="{FF2B5EF4-FFF2-40B4-BE49-F238E27FC236}">
                <a16:creationId xmlns:a16="http://schemas.microsoft.com/office/drawing/2014/main" id="{13D946D1-99F2-C399-35C0-54D0754D0476}"/>
              </a:ext>
            </a:extLst>
          </p:cNvPr>
          <p:cNvSpPr>
            <a:spLocks noGrp="1"/>
          </p:cNvSpPr>
          <p:nvPr>
            <p:ph type="body" sz="quarter" idx="22"/>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9A940AC8-7283-C919-B01E-9B0AB055BBC8}"/>
              </a:ext>
            </a:extLst>
          </p:cNvPr>
          <p:cNvSpPr>
            <a:spLocks noGrp="1"/>
          </p:cNvSpPr>
          <p:nvPr>
            <p:ph type="body" sz="quarter" idx="23"/>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7" name="Text Placeholder 3">
            <a:extLst>
              <a:ext uri="{FF2B5EF4-FFF2-40B4-BE49-F238E27FC236}">
                <a16:creationId xmlns:a16="http://schemas.microsoft.com/office/drawing/2014/main" id="{6193654E-9D7B-7EB6-71AC-0399727A8D2E}"/>
              </a:ext>
            </a:extLst>
          </p:cNvPr>
          <p:cNvSpPr>
            <a:spLocks noGrp="1"/>
          </p:cNvSpPr>
          <p:nvPr>
            <p:ph type="body" sz="quarter" idx="24"/>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D35E2FBD-08F9-A2D6-DB75-7340894FAE5E}"/>
              </a:ext>
            </a:extLst>
          </p:cNvPr>
          <p:cNvSpPr>
            <a:spLocks noGrp="1"/>
          </p:cNvSpPr>
          <p:nvPr>
            <p:ph type="body" sz="quarter" idx="25"/>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57363738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 photos alternating - re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C8652D2-83E5-64CA-B0CF-AA40D2D21598}"/>
              </a:ext>
            </a:extLst>
          </p:cNvPr>
          <p:cNvSpPr/>
          <p:nvPr userDrawn="1"/>
        </p:nvSpPr>
        <p:spPr bwMode="auto">
          <a:xfrm>
            <a:off x="6097702" y="1603357"/>
            <a:ext cx="4270248" cy="1828800"/>
          </a:xfrm>
          <a:prstGeom prst="rect">
            <a:avLst/>
          </a:prstGeom>
          <a:gradFill flip="none" rotWithShape="1">
            <a:gsLst>
              <a:gs pos="14000">
                <a:schemeClr val="accent4"/>
              </a:gs>
              <a:gs pos="84000">
                <a:schemeClr val="accent2"/>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3" name="Rectangle 22">
            <a:extLst>
              <a:ext uri="{FF2B5EF4-FFF2-40B4-BE49-F238E27FC236}">
                <a16:creationId xmlns:a16="http://schemas.microsoft.com/office/drawing/2014/main" id="{17D6F830-CA76-DB47-0609-5ECB240265D8}"/>
              </a:ext>
            </a:extLst>
          </p:cNvPr>
          <p:cNvSpPr/>
          <p:nvPr userDrawn="1"/>
        </p:nvSpPr>
        <p:spPr bwMode="auto">
          <a:xfrm>
            <a:off x="8311" y="1603357"/>
            <a:ext cx="4270248" cy="1828800"/>
          </a:xfrm>
          <a:prstGeom prst="rect">
            <a:avLst/>
          </a:prstGeom>
          <a:gradFill flip="none" rotWithShape="1">
            <a:gsLst>
              <a:gs pos="84000">
                <a:schemeClr val="accent2"/>
              </a:gs>
              <a:gs pos="14000">
                <a:schemeClr val="accent4"/>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CAD1B53E-D489-E578-C89A-B68A1B9572ED}"/>
              </a:ext>
            </a:extLst>
          </p:cNvPr>
          <p:cNvSpPr/>
          <p:nvPr userDrawn="1"/>
        </p:nvSpPr>
        <p:spPr bwMode="auto">
          <a:xfrm>
            <a:off x="1833603" y="3429836"/>
            <a:ext cx="4270248" cy="1828800"/>
          </a:xfrm>
          <a:prstGeom prst="rect">
            <a:avLst/>
          </a:prstGeom>
          <a:gradFill flip="none" rotWithShape="1">
            <a:gsLst>
              <a:gs pos="18000">
                <a:schemeClr val="accent2"/>
              </a:gs>
              <a:gs pos="100000">
                <a:schemeClr val="accent1"/>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 name="Rectangle 1">
            <a:extLst>
              <a:ext uri="{FF2B5EF4-FFF2-40B4-BE49-F238E27FC236}">
                <a16:creationId xmlns:a16="http://schemas.microsoft.com/office/drawing/2014/main" id="{C6C95B84-6CBA-01D9-FEC4-27D231EE653B}"/>
              </a:ext>
            </a:extLst>
          </p:cNvPr>
          <p:cNvSpPr/>
          <p:nvPr userDrawn="1"/>
        </p:nvSpPr>
        <p:spPr bwMode="auto">
          <a:xfrm>
            <a:off x="7926890" y="3429836"/>
            <a:ext cx="4270248" cy="1828800"/>
          </a:xfrm>
          <a:prstGeom prst="rect">
            <a:avLst/>
          </a:prstGeom>
          <a:gradFill flip="none" rotWithShape="1">
            <a:gsLst>
              <a:gs pos="20000">
                <a:schemeClr val="accent2"/>
              </a:gs>
              <a:gs pos="100000">
                <a:schemeClr val="accent1"/>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Picture Placeholder 26">
            <a:extLst>
              <a:ext uri="{FF2B5EF4-FFF2-40B4-BE49-F238E27FC236}">
                <a16:creationId xmlns:a16="http://schemas.microsoft.com/office/drawing/2014/main" id="{F13770FE-E9CC-C71F-05FE-8B59044AA48E}"/>
              </a:ext>
            </a:extLst>
          </p:cNvPr>
          <p:cNvSpPr>
            <a:spLocks noGrp="1"/>
          </p:cNvSpPr>
          <p:nvPr>
            <p:ph type="pic" sz="quarter" idx="14"/>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8" name="Picture Placeholder 26">
            <a:extLst>
              <a:ext uri="{FF2B5EF4-FFF2-40B4-BE49-F238E27FC236}">
                <a16:creationId xmlns:a16="http://schemas.microsoft.com/office/drawing/2014/main" id="{E273A3F7-CB1D-3271-9927-22F97F7BBBF5}"/>
              </a:ext>
            </a:extLst>
          </p:cNvPr>
          <p:cNvSpPr>
            <a:spLocks noGrp="1"/>
          </p:cNvSpPr>
          <p:nvPr>
            <p:ph type="pic" sz="quarter" idx="15"/>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05129BB-1F90-D031-B249-6A664ADAE20E}"/>
              </a:ext>
            </a:extLst>
          </p:cNvPr>
          <p:cNvSpPr>
            <a:spLocks noGrp="1"/>
          </p:cNvSpPr>
          <p:nvPr>
            <p:ph type="pic" sz="quarter" idx="16"/>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29ECBD6A-6985-2084-A22F-29CE7C009C78}"/>
              </a:ext>
            </a:extLst>
          </p:cNvPr>
          <p:cNvSpPr>
            <a:spLocks noGrp="1"/>
          </p:cNvSpPr>
          <p:nvPr>
            <p:ph type="pic" sz="quarter" idx="17"/>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 name="Text Placeholder 3">
            <a:extLst>
              <a:ext uri="{FF2B5EF4-FFF2-40B4-BE49-F238E27FC236}">
                <a16:creationId xmlns:a16="http://schemas.microsoft.com/office/drawing/2014/main" id="{AEBD0622-720F-DD35-5E8B-9B3088BFF906}"/>
              </a:ext>
            </a:extLst>
          </p:cNvPr>
          <p:cNvSpPr>
            <a:spLocks noGrp="1"/>
          </p:cNvSpPr>
          <p:nvPr>
            <p:ph type="body" sz="quarter" idx="18"/>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 name="Text Placeholder 3">
            <a:extLst>
              <a:ext uri="{FF2B5EF4-FFF2-40B4-BE49-F238E27FC236}">
                <a16:creationId xmlns:a16="http://schemas.microsoft.com/office/drawing/2014/main" id="{0A51E137-21E3-5CE2-80C7-ED85B92EDE8D}"/>
              </a:ext>
            </a:extLst>
          </p:cNvPr>
          <p:cNvSpPr>
            <a:spLocks noGrp="1"/>
          </p:cNvSpPr>
          <p:nvPr>
            <p:ph type="body" sz="quarter" idx="19"/>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6" name="Text Placeholder 3">
            <a:extLst>
              <a:ext uri="{FF2B5EF4-FFF2-40B4-BE49-F238E27FC236}">
                <a16:creationId xmlns:a16="http://schemas.microsoft.com/office/drawing/2014/main" id="{23A5023B-432A-8833-8260-7A851AEA4B77}"/>
              </a:ext>
            </a:extLst>
          </p:cNvPr>
          <p:cNvSpPr>
            <a:spLocks noGrp="1"/>
          </p:cNvSpPr>
          <p:nvPr>
            <p:ph type="body" sz="quarter" idx="20"/>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7" name="Text Placeholder 3">
            <a:extLst>
              <a:ext uri="{FF2B5EF4-FFF2-40B4-BE49-F238E27FC236}">
                <a16:creationId xmlns:a16="http://schemas.microsoft.com/office/drawing/2014/main" id="{F78F3673-2C4F-2072-B169-52A006E63D2E}"/>
              </a:ext>
            </a:extLst>
          </p:cNvPr>
          <p:cNvSpPr>
            <a:spLocks noGrp="1"/>
          </p:cNvSpPr>
          <p:nvPr>
            <p:ph type="body" sz="quarter" idx="21"/>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C2AFC82B-8452-E28A-0C44-4BF88C53306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 name="Title 1">
            <a:extLst>
              <a:ext uri="{FF2B5EF4-FFF2-40B4-BE49-F238E27FC236}">
                <a16:creationId xmlns:a16="http://schemas.microsoft.com/office/drawing/2014/main" id="{135D1E31-0708-B11A-966D-A629001D0C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93D9CA9-658F-0AB0-C718-41624ADDE4B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0" name="Picture 9" descr="A blue and grey text on a black background&#10;&#10;AI-generated content may be incorrect.">
            <a:extLst>
              <a:ext uri="{FF2B5EF4-FFF2-40B4-BE49-F238E27FC236}">
                <a16:creationId xmlns:a16="http://schemas.microsoft.com/office/drawing/2014/main" id="{39AA2145-549F-FEB3-A306-CB6888E0824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77715434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creenshot_Laptop_WhiteBackgroun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BDF3183-8FFC-F502-2622-1FF528FA5D8A}"/>
              </a:ext>
            </a:extLst>
          </p:cNvPr>
          <p:cNvSpPr/>
          <p:nvPr userDrawn="1"/>
        </p:nvSpPr>
        <p:spPr>
          <a:xfrm>
            <a:off x="0" y="5083629"/>
            <a:ext cx="12192000" cy="1265883"/>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402297"/>
            <a:ext cx="4073997" cy="1064553"/>
          </a:xfrm>
          <a:prstGeom prst="rect">
            <a:avLst/>
          </a:prstGeom>
        </p:spPr>
        <p:txBody>
          <a:bodyPr anchor="ctr"/>
          <a:lstStyle>
            <a:lvl1pPr marL="0" indent="0" algn="ctr">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BB1CAD52-EB7C-6E0E-2B7E-8FFB0587890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44A4637-1D36-FB98-4651-C77644D4815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59D0D14-3683-2A7D-B3C8-4432950E3B64}"/>
              </a:ext>
            </a:extLst>
          </p:cNvPr>
          <p:cNvSpPr>
            <a:spLocks noGrp="1"/>
          </p:cNvSpPr>
          <p:nvPr>
            <p:ph type="body" sz="quarter" idx="10" hasCustomPrompt="1"/>
          </p:nvPr>
        </p:nvSpPr>
        <p:spPr>
          <a:xfrm>
            <a:off x="1044205" y="805328"/>
            <a:ext cx="5591373"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8" name="Picture 7" descr="A blue and grey text on a black background&#10;&#10;AI-generated content may be incorrect.">
            <a:extLst>
              <a:ext uri="{FF2B5EF4-FFF2-40B4-BE49-F238E27FC236}">
                <a16:creationId xmlns:a16="http://schemas.microsoft.com/office/drawing/2014/main" id="{35095E75-6F1B-9C63-77B0-E96B6AE8789C}"/>
              </a:ext>
            </a:extLst>
          </p:cNvPr>
          <p:cNvPicPr>
            <a:picLocks noChangeAspect="1"/>
          </p:cNvPicPr>
          <p:nvPr userDrawn="1"/>
        </p:nvPicPr>
        <p:blipFill>
          <a:blip r:embed="rId3"/>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406404727"/>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creenshot_Laptop_RedOrangeBackgroun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BDF3183-8FFC-F502-2622-1FF528FA5D8A}"/>
              </a:ext>
            </a:extLst>
          </p:cNvPr>
          <p:cNvSpPr/>
          <p:nvPr userDrawn="1"/>
        </p:nvSpPr>
        <p:spPr>
          <a:xfrm>
            <a:off x="930360" y="2193047"/>
            <a:ext cx="11261639" cy="4156465"/>
          </a:xfrm>
          <a:prstGeom prst="roundRect">
            <a:avLst>
              <a:gd name="adj" fmla="val 2306"/>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718309"/>
            <a:ext cx="4073997" cy="1064553"/>
          </a:xfrm>
          <a:prstGeom prst="rect">
            <a:avLst/>
          </a:prstGeom>
        </p:spPr>
        <p:txBody>
          <a:bodyPr anchor="ctr"/>
          <a:lstStyle>
            <a:lvl1pPr marL="0" indent="0" algn="ctr">
              <a:lnSpc>
                <a:spcPct val="90000"/>
              </a:lnSpc>
              <a:spcAft>
                <a:spcPts val="0"/>
              </a:spcAft>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611086" y="3968978"/>
            <a:ext cx="5094513" cy="1641475"/>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20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6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4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2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2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52CEBB8-B9AC-5D99-BDFD-9489E15C31BA}"/>
              </a:ext>
            </a:extLst>
          </p:cNvPr>
          <p:cNvSpPr>
            <a:spLocks noGrp="1"/>
          </p:cNvSpPr>
          <p:nvPr>
            <p:ph type="body" sz="quarter" idx="17"/>
          </p:nvPr>
        </p:nvSpPr>
        <p:spPr>
          <a:xfrm>
            <a:off x="1317172" y="3429000"/>
            <a:ext cx="5388428" cy="461665"/>
          </a:xfrm>
          <a:prstGeom prst="rect">
            <a:avLst/>
          </a:prstGeom>
        </p:spPr>
        <p:txBody>
          <a:bodyPr wrap="square" anchor="b">
            <a:spAutoFit/>
          </a:bodyPr>
          <a:lstStyle>
            <a:lvl1pPr marL="0" indent="0">
              <a:buClr>
                <a:schemeClr val="bg1"/>
              </a:buClr>
              <a:buFont typeface="Arial" panose="020B0604020202020204" pitchFamily="34" charset="0"/>
              <a:buNone/>
              <a:tabLst/>
              <a:defRPr sz="24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2400">
                <a:solidFill>
                  <a:schemeClr val="bg1"/>
                </a:solidFill>
                <a:latin typeface="+mn-lt"/>
              </a:defRPr>
            </a:lvl2pPr>
            <a:lvl3pPr marL="342900" indent="0">
              <a:buClr>
                <a:schemeClr val="bg1"/>
              </a:buClr>
              <a:buSzPct val="100000"/>
              <a:buFont typeface="Arial" panose="020B0604020202020204" pitchFamily="34" charset="0"/>
              <a:buNone/>
              <a:tabLst/>
              <a:defRPr sz="2000">
                <a:solidFill>
                  <a:schemeClr val="bg1"/>
                </a:solidFill>
                <a:latin typeface="+mn-lt"/>
              </a:defRPr>
            </a:lvl3pPr>
            <a:lvl4pPr marL="460375" indent="0">
              <a:buClr>
                <a:schemeClr val="bg1"/>
              </a:buClr>
              <a:buFont typeface="Arial" panose="020B0604020202020204" pitchFamily="34" charset="0"/>
              <a:buNone/>
              <a:tabLst/>
              <a:defRPr sz="1800">
                <a:solidFill>
                  <a:schemeClr val="bg1"/>
                </a:solidFill>
                <a:latin typeface="+mn-lt"/>
              </a:defRPr>
            </a:lvl4pPr>
            <a:lvl5pPr marL="576263" indent="0">
              <a:buClr>
                <a:schemeClr val="bg1"/>
              </a:buClr>
              <a:buFont typeface="Arial" panose="020B0604020202020204" pitchFamily="34" charset="0"/>
              <a:buNone/>
              <a:tabLst/>
              <a:defRPr sz="1800">
                <a:solidFill>
                  <a:schemeClr val="bg1"/>
                </a:solidFill>
                <a:latin typeface="+mn-lt"/>
              </a:defRPr>
            </a:lvl5pPr>
          </a:lstStyle>
          <a:p>
            <a:pPr lvl="0"/>
            <a:r>
              <a:rPr lang="en-US"/>
              <a:t>Click to edit</a:t>
            </a:r>
          </a:p>
        </p:txBody>
      </p:sp>
      <p:cxnSp>
        <p:nvCxnSpPr>
          <p:cNvPr id="13" name="Straight Connector 12">
            <a:extLst>
              <a:ext uri="{FF2B5EF4-FFF2-40B4-BE49-F238E27FC236}">
                <a16:creationId xmlns:a16="http://schemas.microsoft.com/office/drawing/2014/main" id="{4982BF81-DAA6-DEC0-E412-3DFF416DA4E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79A960-CFAF-7772-7BAD-CC972840426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EB018FA-B39D-863C-25F2-6EA701B187F9}"/>
              </a:ext>
            </a:extLst>
          </p:cNvPr>
          <p:cNvSpPr>
            <a:spLocks noGrp="1"/>
          </p:cNvSpPr>
          <p:nvPr>
            <p:ph type="body" sz="quarter" idx="10" hasCustomPrompt="1"/>
          </p:nvPr>
        </p:nvSpPr>
        <p:spPr>
          <a:xfrm>
            <a:off x="1044206" y="805328"/>
            <a:ext cx="5661394"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4B9D7639-AD88-6DC6-1B1A-24354A932D6E}"/>
              </a:ext>
            </a:extLst>
          </p:cNvPr>
          <p:cNvPicPr>
            <a:picLocks noChangeAspect="1"/>
          </p:cNvPicPr>
          <p:nvPr userDrawn="1"/>
        </p:nvPicPr>
        <p:blipFill>
          <a:blip r:embed="rId3"/>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88702124"/>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miCircle photo with 3 column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460917" y="3907291"/>
            <a:ext cx="11328273" cy="522579"/>
          </a:xfrm>
          <a:prstGeom prst="rect">
            <a:avLst/>
          </a:prstGeom>
        </p:spPr>
        <p:txBody>
          <a:bodyPr wrap="square" anchor="b">
            <a:spAutoFit/>
          </a:bodyPr>
          <a:lstStyle>
            <a:lvl1pPr algn="ct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460917" y="4385152"/>
            <a:ext cx="11328273" cy="348813"/>
          </a:xfrm>
          <a:prstGeom prst="rect">
            <a:avLst/>
          </a:prstGeom>
        </p:spPr>
        <p:txBody>
          <a:bodyPr wrap="square" anchor="t">
            <a:spAutoFit/>
          </a:bodyPr>
          <a:lstStyle>
            <a:lvl1pPr marL="0" indent="0" algn="ctr">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2" name="Picture Placeholder 11">
            <a:extLst>
              <a:ext uri="{FF2B5EF4-FFF2-40B4-BE49-F238E27FC236}">
                <a16:creationId xmlns:a16="http://schemas.microsoft.com/office/drawing/2014/main" id="{9CA2E0E5-FE1E-89A0-A8E3-9609FE359784}"/>
              </a:ext>
            </a:extLst>
          </p:cNvPr>
          <p:cNvSpPr>
            <a:spLocks noGrp="1"/>
          </p:cNvSpPr>
          <p:nvPr>
            <p:ph type="pic" sz="quarter" idx="11"/>
          </p:nvPr>
        </p:nvSpPr>
        <p:spPr>
          <a:xfrm>
            <a:off x="2520214" y="10306"/>
            <a:ext cx="7151572" cy="3577313"/>
          </a:xfrm>
          <a:custGeom>
            <a:avLst/>
            <a:gdLst>
              <a:gd name="connsiteX0" fmla="*/ 0 w 7151572"/>
              <a:gd name="connsiteY0" fmla="*/ 0 h 3577313"/>
              <a:gd name="connsiteX1" fmla="*/ 2272412 w 7151572"/>
              <a:gd name="connsiteY1" fmla="*/ 0 h 3577313"/>
              <a:gd name="connsiteX2" fmla="*/ 3575786 w 7151572"/>
              <a:gd name="connsiteY2" fmla="*/ 1304901 h 3577313"/>
              <a:gd name="connsiteX3" fmla="*/ 4879160 w 7151572"/>
              <a:gd name="connsiteY3" fmla="*/ 0 h 3577313"/>
              <a:gd name="connsiteX4" fmla="*/ 7151572 w 7151572"/>
              <a:gd name="connsiteY4" fmla="*/ 0 h 3577313"/>
              <a:gd name="connsiteX5" fmla="*/ 3575786 w 7151572"/>
              <a:gd name="connsiteY5" fmla="*/ 3577313 h 3577313"/>
              <a:gd name="connsiteX6" fmla="*/ 0 w 7151572"/>
              <a:gd name="connsiteY6" fmla="*/ 0 h 357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1572" h="3577313">
                <a:moveTo>
                  <a:pt x="0" y="0"/>
                </a:moveTo>
                <a:lnTo>
                  <a:pt x="2272412" y="0"/>
                </a:lnTo>
                <a:cubicBezTo>
                  <a:pt x="2272412" y="720677"/>
                  <a:pt x="2855952" y="1304901"/>
                  <a:pt x="3575786" y="1304901"/>
                </a:cubicBezTo>
                <a:cubicBezTo>
                  <a:pt x="4295620" y="1304901"/>
                  <a:pt x="4879160" y="720677"/>
                  <a:pt x="4879160" y="0"/>
                </a:cubicBezTo>
                <a:lnTo>
                  <a:pt x="7151572" y="0"/>
                </a:lnTo>
                <a:cubicBezTo>
                  <a:pt x="7151572" y="1975695"/>
                  <a:pt x="5550638" y="3577313"/>
                  <a:pt x="3575786" y="3577313"/>
                </a:cubicBezTo>
                <a:cubicBezTo>
                  <a:pt x="1600934" y="3577313"/>
                  <a:pt x="0" y="1975695"/>
                  <a:pt x="0" y="0"/>
                </a:cubicBez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745337"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4" name="Text Placeholder 2">
            <a:extLst>
              <a:ext uri="{FF2B5EF4-FFF2-40B4-BE49-F238E27FC236}">
                <a16:creationId xmlns:a16="http://schemas.microsoft.com/office/drawing/2014/main" id="{D6F4C8F0-E05A-3AB6-A523-F895BBD22009}"/>
              </a:ext>
            </a:extLst>
          </p:cNvPr>
          <p:cNvSpPr>
            <a:spLocks noGrp="1"/>
          </p:cNvSpPr>
          <p:nvPr>
            <p:ph type="body" sz="quarter" idx="17"/>
          </p:nvPr>
        </p:nvSpPr>
        <p:spPr>
          <a:xfrm>
            <a:off x="4503298"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5" name="Text Placeholder 2">
            <a:extLst>
              <a:ext uri="{FF2B5EF4-FFF2-40B4-BE49-F238E27FC236}">
                <a16:creationId xmlns:a16="http://schemas.microsoft.com/office/drawing/2014/main" id="{B8F19979-96D8-3BE7-FC06-1113A47C05FF}"/>
              </a:ext>
            </a:extLst>
          </p:cNvPr>
          <p:cNvSpPr>
            <a:spLocks noGrp="1"/>
          </p:cNvSpPr>
          <p:nvPr>
            <p:ph type="body" sz="quarter" idx="18"/>
          </p:nvPr>
        </p:nvSpPr>
        <p:spPr>
          <a:xfrm>
            <a:off x="8261259"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pic>
        <p:nvPicPr>
          <p:cNvPr id="4" name="Picture 3" descr="A blue and grey text on a black background&#10;&#10;AI-generated content may be incorrect.">
            <a:extLst>
              <a:ext uri="{FF2B5EF4-FFF2-40B4-BE49-F238E27FC236}">
                <a16:creationId xmlns:a16="http://schemas.microsoft.com/office/drawing/2014/main" id="{4B44B01C-CCC1-3793-ED93-9F60AE42C8D3}"/>
              </a:ext>
            </a:extLst>
          </p:cNvPr>
          <p:cNvPicPr>
            <a:picLocks noChangeAspect="1"/>
          </p:cNvPicPr>
          <p:nvPr userDrawn="1"/>
        </p:nvPicPr>
        <p:blipFill>
          <a:blip r:embed="rId2"/>
          <a:srcRect l="5454" t="16383" r="73842" b="32609"/>
          <a:stretch/>
        </p:blipFill>
        <p:spPr>
          <a:xfrm>
            <a:off x="5864840" y="382121"/>
            <a:ext cx="462320" cy="435366"/>
          </a:xfrm>
          <a:prstGeom prst="rect">
            <a:avLst/>
          </a:prstGeom>
        </p:spPr>
      </p:pic>
    </p:spTree>
    <p:extLst>
      <p:ext uri="{BB962C8B-B14F-4D97-AF65-F5344CB8AC3E}">
        <p14:creationId xmlns:p14="http://schemas.microsoft.com/office/powerpoint/2010/main" val="3830202554"/>
      </p:ext>
    </p:extLst>
  </p:cSld>
  <p:clrMapOvr>
    <a:masterClrMapping/>
  </p:clrMapOvr>
  <p:transition spd="med"/>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mi cirlcle with content lef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851307A-E8A2-009B-5993-CA527586CC58}"/>
              </a:ext>
            </a:extLst>
          </p:cNvPr>
          <p:cNvSpPr>
            <a:spLocks noGrp="1"/>
          </p:cNvSpPr>
          <p:nvPr>
            <p:ph type="pic" sz="quarter" idx="11"/>
          </p:nvPr>
        </p:nvSpPr>
        <p:spPr>
          <a:xfrm>
            <a:off x="9119462" y="151820"/>
            <a:ext cx="3084730" cy="6172928"/>
          </a:xfrm>
          <a:custGeom>
            <a:avLst/>
            <a:gdLst>
              <a:gd name="connsiteX0" fmla="*/ 3084730 w 3084730"/>
              <a:gd name="connsiteY0" fmla="*/ 0 h 6172928"/>
              <a:gd name="connsiteX1" fmla="*/ 3084730 w 3084730"/>
              <a:gd name="connsiteY1" fmla="*/ 6172928 h 6172928"/>
              <a:gd name="connsiteX2" fmla="*/ 0 w 3084730"/>
              <a:gd name="connsiteY2" fmla="*/ 3086464 h 6172928"/>
              <a:gd name="connsiteX3" fmla="*/ 3084730 w 3084730"/>
              <a:gd name="connsiteY3" fmla="*/ 0 h 6172928"/>
            </a:gdLst>
            <a:ahLst/>
            <a:cxnLst>
              <a:cxn ang="0">
                <a:pos x="connsiteX0" y="connsiteY0"/>
              </a:cxn>
              <a:cxn ang="0">
                <a:pos x="connsiteX1" y="connsiteY1"/>
              </a:cxn>
              <a:cxn ang="0">
                <a:pos x="connsiteX2" y="connsiteY2"/>
              </a:cxn>
              <a:cxn ang="0">
                <a:pos x="connsiteX3" y="connsiteY3"/>
              </a:cxn>
            </a:cxnLst>
            <a:rect l="l" t="t" r="r" b="b"/>
            <a:pathLst>
              <a:path w="3084730" h="6172928">
                <a:moveTo>
                  <a:pt x="3084730" y="0"/>
                </a:moveTo>
                <a:lnTo>
                  <a:pt x="3084730" y="6172928"/>
                </a:lnTo>
                <a:cubicBezTo>
                  <a:pt x="1381081" y="6172928"/>
                  <a:pt x="0" y="4791071"/>
                  <a:pt x="0" y="3086464"/>
                </a:cubicBezTo>
                <a:cubicBezTo>
                  <a:pt x="0" y="1381857"/>
                  <a:pt x="1381081" y="0"/>
                  <a:pt x="3084730" y="0"/>
                </a:cubicBez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8" name="Text Placeholder 2">
            <a:extLst>
              <a:ext uri="{FF2B5EF4-FFF2-40B4-BE49-F238E27FC236}">
                <a16:creationId xmlns:a16="http://schemas.microsoft.com/office/drawing/2014/main" id="{CB0443EE-0F14-EFD3-88AB-1E047503BC05}"/>
              </a:ext>
            </a:extLst>
          </p:cNvPr>
          <p:cNvSpPr>
            <a:spLocks noGrp="1"/>
          </p:cNvSpPr>
          <p:nvPr>
            <p:ph type="body" sz="quarter" idx="16"/>
          </p:nvPr>
        </p:nvSpPr>
        <p:spPr>
          <a:xfrm>
            <a:off x="1044205" y="2544805"/>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19" name="Text Placeholder 2">
            <a:extLst>
              <a:ext uri="{FF2B5EF4-FFF2-40B4-BE49-F238E27FC236}">
                <a16:creationId xmlns:a16="http://schemas.microsoft.com/office/drawing/2014/main" id="{C777F313-830F-5BEC-DE60-C16D81E91A9C}"/>
              </a:ext>
            </a:extLst>
          </p:cNvPr>
          <p:cNvSpPr>
            <a:spLocks noGrp="1"/>
          </p:cNvSpPr>
          <p:nvPr>
            <p:ph type="body" sz="quarter" idx="39"/>
          </p:nvPr>
        </p:nvSpPr>
        <p:spPr>
          <a:xfrm>
            <a:off x="1044205" y="3575020"/>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20" name="Text Placeholder 2">
            <a:extLst>
              <a:ext uri="{FF2B5EF4-FFF2-40B4-BE49-F238E27FC236}">
                <a16:creationId xmlns:a16="http://schemas.microsoft.com/office/drawing/2014/main" id="{CF66B3A8-6444-3C14-C122-51C56FC3473B}"/>
              </a:ext>
            </a:extLst>
          </p:cNvPr>
          <p:cNvSpPr>
            <a:spLocks noGrp="1"/>
          </p:cNvSpPr>
          <p:nvPr>
            <p:ph type="body" sz="quarter" idx="40"/>
          </p:nvPr>
        </p:nvSpPr>
        <p:spPr>
          <a:xfrm>
            <a:off x="1044205" y="4893091"/>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cxnSp>
        <p:nvCxnSpPr>
          <p:cNvPr id="22" name="Straight Connector 21">
            <a:extLst>
              <a:ext uri="{FF2B5EF4-FFF2-40B4-BE49-F238E27FC236}">
                <a16:creationId xmlns:a16="http://schemas.microsoft.com/office/drawing/2014/main" id="{314E1C11-5108-AF9C-B02E-1FA47AAB970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A0C3B126-881C-AA7F-C222-C7D32DD8146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A3EA1C9-090A-387F-21FC-D7097948A9AE}"/>
              </a:ext>
            </a:extLst>
          </p:cNvPr>
          <p:cNvSpPr>
            <a:spLocks noGrp="1"/>
          </p:cNvSpPr>
          <p:nvPr>
            <p:ph type="body" sz="quarter" idx="10" hasCustomPrompt="1"/>
          </p:nvPr>
        </p:nvSpPr>
        <p:spPr>
          <a:xfrm>
            <a:off x="1044205" y="805328"/>
            <a:ext cx="6604627"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9" name="Arc 8">
            <a:extLst>
              <a:ext uri="{FF2B5EF4-FFF2-40B4-BE49-F238E27FC236}">
                <a16:creationId xmlns:a16="http://schemas.microsoft.com/office/drawing/2014/main" id="{838FBF32-1B58-1BF9-39FE-CEBE9D70C20D}"/>
              </a:ext>
            </a:extLst>
          </p:cNvPr>
          <p:cNvSpPr/>
          <p:nvPr userDrawn="1"/>
        </p:nvSpPr>
        <p:spPr bwMode="auto">
          <a:xfrm rot="10800000">
            <a:off x="9017434" y="73152"/>
            <a:ext cx="6324748" cy="6324748"/>
          </a:xfrm>
          <a:prstGeom prst="arc">
            <a:avLst>
              <a:gd name="adj1" fmla="val 16200000"/>
              <a:gd name="adj2" fmla="val 5394231"/>
            </a:avLst>
          </a:prstGeom>
          <a:noFill/>
          <a:ln w="22225" cap="rnd">
            <a:gradFill flip="none" rotWithShape="1">
              <a:gsLst>
                <a:gs pos="99000">
                  <a:schemeClr val="accent4"/>
                </a:gs>
                <a:gs pos="0">
                  <a:schemeClr val="accent2"/>
                </a:gs>
              </a:gsLst>
              <a:lin ang="16200000" scaled="1"/>
              <a:tileRect/>
            </a:gradFill>
            <a:prstDash val="sysDot"/>
            <a:miter/>
          </a:ln>
          <a:effectLst/>
        </p:spPr>
        <p:txBody>
          <a:bodyPr wrap="square" rtlCol="0" anchor="ctr">
            <a:noAutofit/>
          </a:bodyPr>
          <a:lstStyle/>
          <a:p>
            <a:pPr lvl="0"/>
            <a:endParaRPr lang="en-US" b="0" i="0">
              <a:latin typeface="Barlow Light" pitchFamily="2" charset="77"/>
            </a:endParaRPr>
          </a:p>
        </p:txBody>
      </p:sp>
      <p:pic>
        <p:nvPicPr>
          <p:cNvPr id="6" name="Picture 5" descr="A blue and grey text on a black background&#10;&#10;AI-generated content may be incorrect.">
            <a:extLst>
              <a:ext uri="{FF2B5EF4-FFF2-40B4-BE49-F238E27FC236}">
                <a16:creationId xmlns:a16="http://schemas.microsoft.com/office/drawing/2014/main" id="{6F2E8692-B551-CB7B-DBBC-7C1EFAA67A5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47902916"/>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One photo in checkerboard + content">
    <p:spTree>
      <p:nvGrpSpPr>
        <p:cNvPr id="1" name=""/>
        <p:cNvGrpSpPr/>
        <p:nvPr/>
      </p:nvGrpSpPr>
      <p:grpSpPr>
        <a:xfrm>
          <a:off x="0" y="0"/>
          <a:ext cx="0" cy="0"/>
          <a:chOff x="0" y="0"/>
          <a:chExt cx="0" cy="0"/>
        </a:xfrm>
      </p:grpSpPr>
      <p:pic>
        <p:nvPicPr>
          <p:cNvPr id="3" name="Picture 2" descr="A blue and grey text on a black background&#10;&#10;AI-generated content may be incorrect.">
            <a:extLst>
              <a:ext uri="{FF2B5EF4-FFF2-40B4-BE49-F238E27FC236}">
                <a16:creationId xmlns:a16="http://schemas.microsoft.com/office/drawing/2014/main" id="{FC6776D0-9F36-599E-799F-670753351AAE}"/>
              </a:ext>
            </a:extLst>
          </p:cNvPr>
          <p:cNvPicPr>
            <a:picLocks noChangeAspect="1"/>
          </p:cNvPicPr>
          <p:nvPr userDrawn="1"/>
        </p:nvPicPr>
        <p:blipFill>
          <a:blip r:embed="rId2"/>
          <a:srcRect l="5454" t="16383" r="73842" b="32609"/>
          <a:stretch/>
        </p:blipFill>
        <p:spPr>
          <a:xfrm>
            <a:off x="5329250" y="1074119"/>
            <a:ext cx="460930" cy="434058"/>
          </a:xfrm>
          <a:prstGeom prst="rect">
            <a:avLst/>
          </a:prstGeom>
        </p:spPr>
      </p:pic>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6095998" y="2544805"/>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8" name="Picture Placeholder 7">
            <a:extLst>
              <a:ext uri="{FF2B5EF4-FFF2-40B4-BE49-F238E27FC236}">
                <a16:creationId xmlns:a16="http://schemas.microsoft.com/office/drawing/2014/main" id="{68C0C2E7-7906-BE14-35D8-5B857B318913}"/>
              </a:ext>
            </a:extLst>
          </p:cNvPr>
          <p:cNvSpPr>
            <a:spLocks noGrp="1"/>
          </p:cNvSpPr>
          <p:nvPr>
            <p:ph type="pic" sz="quarter" idx="38"/>
          </p:nvPr>
        </p:nvSpPr>
        <p:spPr>
          <a:xfrm>
            <a:off x="1" y="0"/>
            <a:ext cx="4885385" cy="6858000"/>
          </a:xfrm>
          <a:custGeom>
            <a:avLst/>
            <a:gdLst>
              <a:gd name="connsiteX0" fmla="*/ 2491952 w 4885385"/>
              <a:gd name="connsiteY0" fmla="*/ 6061956 h 6858000"/>
              <a:gd name="connsiteX1" fmla="*/ 3637447 w 4885385"/>
              <a:gd name="connsiteY1" fmla="*/ 6061956 h 6858000"/>
              <a:gd name="connsiteX2" fmla="*/ 3637447 w 4885385"/>
              <a:gd name="connsiteY2" fmla="*/ 6858000 h 6858000"/>
              <a:gd name="connsiteX3" fmla="*/ 2491952 w 4885385"/>
              <a:gd name="connsiteY3" fmla="*/ 6858000 h 6858000"/>
              <a:gd name="connsiteX4" fmla="*/ 1244016 w 4885385"/>
              <a:gd name="connsiteY4" fmla="*/ 6061956 h 6858000"/>
              <a:gd name="connsiteX5" fmla="*/ 2389510 w 4885385"/>
              <a:gd name="connsiteY5" fmla="*/ 6061956 h 6858000"/>
              <a:gd name="connsiteX6" fmla="*/ 2389510 w 4885385"/>
              <a:gd name="connsiteY6" fmla="*/ 6858000 h 6858000"/>
              <a:gd name="connsiteX7" fmla="*/ 1244016 w 4885385"/>
              <a:gd name="connsiteY7" fmla="*/ 6858000 h 6858000"/>
              <a:gd name="connsiteX8" fmla="*/ 3739890 w 4885385"/>
              <a:gd name="connsiteY8" fmla="*/ 4795393 h 6858000"/>
              <a:gd name="connsiteX9" fmla="*/ 4885384 w 4885385"/>
              <a:gd name="connsiteY9" fmla="*/ 4795393 h 6858000"/>
              <a:gd name="connsiteX10" fmla="*/ 4885384 w 4885385"/>
              <a:gd name="connsiteY10" fmla="*/ 5940888 h 6858000"/>
              <a:gd name="connsiteX11" fmla="*/ 3739890 w 4885385"/>
              <a:gd name="connsiteY11" fmla="*/ 5940888 h 6858000"/>
              <a:gd name="connsiteX12" fmla="*/ 2491952 w 4885385"/>
              <a:gd name="connsiteY12" fmla="*/ 4795393 h 6858000"/>
              <a:gd name="connsiteX13" fmla="*/ 3637447 w 4885385"/>
              <a:gd name="connsiteY13" fmla="*/ 4795393 h 6858000"/>
              <a:gd name="connsiteX14" fmla="*/ 3637447 w 4885385"/>
              <a:gd name="connsiteY14" fmla="*/ 5940888 h 6858000"/>
              <a:gd name="connsiteX15" fmla="*/ 2491952 w 4885385"/>
              <a:gd name="connsiteY15" fmla="*/ 5940888 h 6858000"/>
              <a:gd name="connsiteX16" fmla="*/ 1244016 w 4885385"/>
              <a:gd name="connsiteY16" fmla="*/ 4795393 h 6858000"/>
              <a:gd name="connsiteX17" fmla="*/ 2389510 w 4885385"/>
              <a:gd name="connsiteY17" fmla="*/ 4795393 h 6858000"/>
              <a:gd name="connsiteX18" fmla="*/ 2389510 w 4885385"/>
              <a:gd name="connsiteY18" fmla="*/ 5940888 h 6858000"/>
              <a:gd name="connsiteX19" fmla="*/ 1244016 w 4885385"/>
              <a:gd name="connsiteY19" fmla="*/ 5940888 h 6858000"/>
              <a:gd name="connsiteX20" fmla="*/ 2491953 w 4885385"/>
              <a:gd name="connsiteY20" fmla="*/ 3528831 h 6858000"/>
              <a:gd name="connsiteX21" fmla="*/ 3637448 w 4885385"/>
              <a:gd name="connsiteY21" fmla="*/ 3528831 h 6858000"/>
              <a:gd name="connsiteX22" fmla="*/ 3637448 w 4885385"/>
              <a:gd name="connsiteY22" fmla="*/ 4674325 h 6858000"/>
              <a:gd name="connsiteX23" fmla="*/ 2491953 w 4885385"/>
              <a:gd name="connsiteY23" fmla="*/ 4674325 h 6858000"/>
              <a:gd name="connsiteX24" fmla="*/ 1244016 w 4885385"/>
              <a:gd name="connsiteY24" fmla="*/ 3528831 h 6858000"/>
              <a:gd name="connsiteX25" fmla="*/ 2389510 w 4885385"/>
              <a:gd name="connsiteY25" fmla="*/ 3528831 h 6858000"/>
              <a:gd name="connsiteX26" fmla="*/ 2389510 w 4885385"/>
              <a:gd name="connsiteY26" fmla="*/ 4674325 h 6858000"/>
              <a:gd name="connsiteX27" fmla="*/ 1244016 w 4885385"/>
              <a:gd name="connsiteY27" fmla="*/ 4674325 h 6858000"/>
              <a:gd name="connsiteX28" fmla="*/ 0 w 4885385"/>
              <a:gd name="connsiteY28" fmla="*/ 3528831 h 6858000"/>
              <a:gd name="connsiteX29" fmla="*/ 1141574 w 4885385"/>
              <a:gd name="connsiteY29" fmla="*/ 3528831 h 6858000"/>
              <a:gd name="connsiteX30" fmla="*/ 1141574 w 4885385"/>
              <a:gd name="connsiteY30" fmla="*/ 4674325 h 6858000"/>
              <a:gd name="connsiteX31" fmla="*/ 0 w 4885385"/>
              <a:gd name="connsiteY31" fmla="*/ 4674325 h 6858000"/>
              <a:gd name="connsiteX32" fmla="*/ 3739891 w 4885385"/>
              <a:gd name="connsiteY32" fmla="*/ 2293313 h 6858000"/>
              <a:gd name="connsiteX33" fmla="*/ 4885385 w 4885385"/>
              <a:gd name="connsiteY33" fmla="*/ 2293313 h 6858000"/>
              <a:gd name="connsiteX34" fmla="*/ 4885385 w 4885385"/>
              <a:gd name="connsiteY34" fmla="*/ 3438805 h 6858000"/>
              <a:gd name="connsiteX35" fmla="*/ 3739891 w 4885385"/>
              <a:gd name="connsiteY35" fmla="*/ 3438805 h 6858000"/>
              <a:gd name="connsiteX36" fmla="*/ 2491953 w 4885385"/>
              <a:gd name="connsiteY36" fmla="*/ 2293313 h 6858000"/>
              <a:gd name="connsiteX37" fmla="*/ 3637448 w 4885385"/>
              <a:gd name="connsiteY37" fmla="*/ 2293313 h 6858000"/>
              <a:gd name="connsiteX38" fmla="*/ 3637448 w 4885385"/>
              <a:gd name="connsiteY38" fmla="*/ 3438805 h 6858000"/>
              <a:gd name="connsiteX39" fmla="*/ 2491953 w 4885385"/>
              <a:gd name="connsiteY39" fmla="*/ 3438805 h 6858000"/>
              <a:gd name="connsiteX40" fmla="*/ 1244017 w 4885385"/>
              <a:gd name="connsiteY40" fmla="*/ 2293313 h 6858000"/>
              <a:gd name="connsiteX41" fmla="*/ 2389511 w 4885385"/>
              <a:gd name="connsiteY41" fmla="*/ 2293313 h 6858000"/>
              <a:gd name="connsiteX42" fmla="*/ 2389511 w 4885385"/>
              <a:gd name="connsiteY42" fmla="*/ 3438805 h 6858000"/>
              <a:gd name="connsiteX43" fmla="*/ 1244017 w 4885385"/>
              <a:gd name="connsiteY43" fmla="*/ 3438805 h 6858000"/>
              <a:gd name="connsiteX44" fmla="*/ 0 w 4885385"/>
              <a:gd name="connsiteY44" fmla="*/ 2293313 h 6858000"/>
              <a:gd name="connsiteX45" fmla="*/ 1141574 w 4885385"/>
              <a:gd name="connsiteY45" fmla="*/ 2293313 h 6858000"/>
              <a:gd name="connsiteX46" fmla="*/ 1141574 w 4885385"/>
              <a:gd name="connsiteY46" fmla="*/ 3438805 h 6858000"/>
              <a:gd name="connsiteX47" fmla="*/ 0 w 4885385"/>
              <a:gd name="connsiteY47" fmla="*/ 3438805 h 6858000"/>
              <a:gd name="connsiteX48" fmla="*/ 3739891 w 4885385"/>
              <a:gd name="connsiteY48" fmla="*/ 1057793 h 6858000"/>
              <a:gd name="connsiteX49" fmla="*/ 4885385 w 4885385"/>
              <a:gd name="connsiteY49" fmla="*/ 1057793 h 6858000"/>
              <a:gd name="connsiteX50" fmla="*/ 4885385 w 4885385"/>
              <a:gd name="connsiteY50" fmla="*/ 2203288 h 6858000"/>
              <a:gd name="connsiteX51" fmla="*/ 3739891 w 4885385"/>
              <a:gd name="connsiteY51" fmla="*/ 2203288 h 6858000"/>
              <a:gd name="connsiteX52" fmla="*/ 2491953 w 4885385"/>
              <a:gd name="connsiteY52" fmla="*/ 1057793 h 6858000"/>
              <a:gd name="connsiteX53" fmla="*/ 3637448 w 4885385"/>
              <a:gd name="connsiteY53" fmla="*/ 1057793 h 6858000"/>
              <a:gd name="connsiteX54" fmla="*/ 3637448 w 4885385"/>
              <a:gd name="connsiteY54" fmla="*/ 2203288 h 6858000"/>
              <a:gd name="connsiteX55" fmla="*/ 2491953 w 4885385"/>
              <a:gd name="connsiteY55" fmla="*/ 2203288 h 6858000"/>
              <a:gd name="connsiteX56" fmla="*/ 1244018 w 4885385"/>
              <a:gd name="connsiteY56" fmla="*/ 1057793 h 6858000"/>
              <a:gd name="connsiteX57" fmla="*/ 2389511 w 4885385"/>
              <a:gd name="connsiteY57" fmla="*/ 1057793 h 6858000"/>
              <a:gd name="connsiteX58" fmla="*/ 2389511 w 4885385"/>
              <a:gd name="connsiteY58" fmla="*/ 2203288 h 6858000"/>
              <a:gd name="connsiteX59" fmla="*/ 1244018 w 4885385"/>
              <a:gd name="connsiteY59" fmla="*/ 2203288 h 6858000"/>
              <a:gd name="connsiteX60" fmla="*/ 0 w 4885385"/>
              <a:gd name="connsiteY60" fmla="*/ 1057793 h 6858000"/>
              <a:gd name="connsiteX61" fmla="*/ 1141574 w 4885385"/>
              <a:gd name="connsiteY61" fmla="*/ 1057793 h 6858000"/>
              <a:gd name="connsiteX62" fmla="*/ 1141574 w 4885385"/>
              <a:gd name="connsiteY62" fmla="*/ 2203288 h 6858000"/>
              <a:gd name="connsiteX63" fmla="*/ 0 w 4885385"/>
              <a:gd name="connsiteY63" fmla="*/ 2203288 h 6858000"/>
              <a:gd name="connsiteX64" fmla="*/ 2491953 w 4885385"/>
              <a:gd name="connsiteY64" fmla="*/ 0 h 6858000"/>
              <a:gd name="connsiteX65" fmla="*/ 3637448 w 4885385"/>
              <a:gd name="connsiteY65" fmla="*/ 0 h 6858000"/>
              <a:gd name="connsiteX66" fmla="*/ 3637448 w 4885385"/>
              <a:gd name="connsiteY66" fmla="*/ 967768 h 6858000"/>
              <a:gd name="connsiteX67" fmla="*/ 2491953 w 4885385"/>
              <a:gd name="connsiteY67" fmla="*/ 967768 h 6858000"/>
              <a:gd name="connsiteX68" fmla="*/ 1244018 w 4885385"/>
              <a:gd name="connsiteY68" fmla="*/ 0 h 6858000"/>
              <a:gd name="connsiteX69" fmla="*/ 2389511 w 4885385"/>
              <a:gd name="connsiteY69" fmla="*/ 0 h 6858000"/>
              <a:gd name="connsiteX70" fmla="*/ 2389511 w 4885385"/>
              <a:gd name="connsiteY70" fmla="*/ 967769 h 6858000"/>
              <a:gd name="connsiteX71" fmla="*/ 1244018 w 4885385"/>
              <a:gd name="connsiteY71" fmla="*/ 9677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885385" h="6858000">
                <a:moveTo>
                  <a:pt x="2491952" y="6061956"/>
                </a:moveTo>
                <a:lnTo>
                  <a:pt x="3637447" y="6061956"/>
                </a:lnTo>
                <a:lnTo>
                  <a:pt x="3637447" y="6858000"/>
                </a:lnTo>
                <a:lnTo>
                  <a:pt x="2491952" y="6858000"/>
                </a:lnTo>
                <a:close/>
                <a:moveTo>
                  <a:pt x="1244016" y="6061956"/>
                </a:moveTo>
                <a:lnTo>
                  <a:pt x="2389510" y="6061956"/>
                </a:lnTo>
                <a:lnTo>
                  <a:pt x="2389510" y="6858000"/>
                </a:lnTo>
                <a:lnTo>
                  <a:pt x="1244016" y="6858000"/>
                </a:lnTo>
                <a:close/>
                <a:moveTo>
                  <a:pt x="3739890" y="4795393"/>
                </a:moveTo>
                <a:lnTo>
                  <a:pt x="4885384" y="4795393"/>
                </a:lnTo>
                <a:lnTo>
                  <a:pt x="4885384" y="5940888"/>
                </a:lnTo>
                <a:lnTo>
                  <a:pt x="3739890" y="5940888"/>
                </a:lnTo>
                <a:close/>
                <a:moveTo>
                  <a:pt x="2491952" y="4795393"/>
                </a:moveTo>
                <a:lnTo>
                  <a:pt x="3637447" y="4795393"/>
                </a:lnTo>
                <a:lnTo>
                  <a:pt x="3637447" y="5940888"/>
                </a:lnTo>
                <a:lnTo>
                  <a:pt x="2491952" y="5940888"/>
                </a:lnTo>
                <a:close/>
                <a:moveTo>
                  <a:pt x="1244016" y="4795393"/>
                </a:moveTo>
                <a:lnTo>
                  <a:pt x="2389510" y="4795393"/>
                </a:lnTo>
                <a:lnTo>
                  <a:pt x="2389510" y="5940888"/>
                </a:lnTo>
                <a:lnTo>
                  <a:pt x="1244016" y="5940888"/>
                </a:lnTo>
                <a:close/>
                <a:moveTo>
                  <a:pt x="2491953" y="3528831"/>
                </a:moveTo>
                <a:lnTo>
                  <a:pt x="3637448" y="3528831"/>
                </a:lnTo>
                <a:lnTo>
                  <a:pt x="3637448" y="4674325"/>
                </a:lnTo>
                <a:lnTo>
                  <a:pt x="2491953" y="4674325"/>
                </a:lnTo>
                <a:close/>
                <a:moveTo>
                  <a:pt x="1244016" y="3528831"/>
                </a:moveTo>
                <a:lnTo>
                  <a:pt x="2389510" y="3528831"/>
                </a:lnTo>
                <a:lnTo>
                  <a:pt x="2389510" y="4674325"/>
                </a:lnTo>
                <a:lnTo>
                  <a:pt x="1244016" y="4674325"/>
                </a:lnTo>
                <a:close/>
                <a:moveTo>
                  <a:pt x="0" y="3528831"/>
                </a:moveTo>
                <a:lnTo>
                  <a:pt x="1141574" y="3528831"/>
                </a:lnTo>
                <a:lnTo>
                  <a:pt x="1141574" y="4674325"/>
                </a:lnTo>
                <a:lnTo>
                  <a:pt x="0" y="4674325"/>
                </a:lnTo>
                <a:close/>
                <a:moveTo>
                  <a:pt x="3739891" y="2293313"/>
                </a:moveTo>
                <a:lnTo>
                  <a:pt x="4885385" y="2293313"/>
                </a:lnTo>
                <a:lnTo>
                  <a:pt x="4885385" y="3438805"/>
                </a:lnTo>
                <a:lnTo>
                  <a:pt x="3739891" y="3438805"/>
                </a:lnTo>
                <a:close/>
                <a:moveTo>
                  <a:pt x="2491953" y="2293313"/>
                </a:moveTo>
                <a:lnTo>
                  <a:pt x="3637448" y="2293313"/>
                </a:lnTo>
                <a:lnTo>
                  <a:pt x="3637448" y="3438805"/>
                </a:lnTo>
                <a:lnTo>
                  <a:pt x="2491953" y="3438805"/>
                </a:lnTo>
                <a:close/>
                <a:moveTo>
                  <a:pt x="1244017" y="2293313"/>
                </a:moveTo>
                <a:lnTo>
                  <a:pt x="2389511" y="2293313"/>
                </a:lnTo>
                <a:lnTo>
                  <a:pt x="2389511" y="3438805"/>
                </a:lnTo>
                <a:lnTo>
                  <a:pt x="1244017" y="3438805"/>
                </a:lnTo>
                <a:close/>
                <a:moveTo>
                  <a:pt x="0" y="2293313"/>
                </a:moveTo>
                <a:lnTo>
                  <a:pt x="1141574" y="2293313"/>
                </a:lnTo>
                <a:lnTo>
                  <a:pt x="1141574" y="3438805"/>
                </a:lnTo>
                <a:lnTo>
                  <a:pt x="0" y="3438805"/>
                </a:lnTo>
                <a:close/>
                <a:moveTo>
                  <a:pt x="3739891" y="1057793"/>
                </a:moveTo>
                <a:lnTo>
                  <a:pt x="4885385" y="1057793"/>
                </a:lnTo>
                <a:lnTo>
                  <a:pt x="4885385" y="2203288"/>
                </a:lnTo>
                <a:lnTo>
                  <a:pt x="3739891" y="2203288"/>
                </a:lnTo>
                <a:close/>
                <a:moveTo>
                  <a:pt x="2491953" y="1057793"/>
                </a:moveTo>
                <a:lnTo>
                  <a:pt x="3637448" y="1057793"/>
                </a:lnTo>
                <a:lnTo>
                  <a:pt x="3637448" y="2203288"/>
                </a:lnTo>
                <a:lnTo>
                  <a:pt x="2491953" y="2203288"/>
                </a:lnTo>
                <a:close/>
                <a:moveTo>
                  <a:pt x="1244018" y="1057793"/>
                </a:moveTo>
                <a:lnTo>
                  <a:pt x="2389511" y="1057793"/>
                </a:lnTo>
                <a:lnTo>
                  <a:pt x="2389511" y="2203288"/>
                </a:lnTo>
                <a:lnTo>
                  <a:pt x="1244018" y="2203288"/>
                </a:lnTo>
                <a:close/>
                <a:moveTo>
                  <a:pt x="0" y="1057793"/>
                </a:moveTo>
                <a:lnTo>
                  <a:pt x="1141574" y="1057793"/>
                </a:lnTo>
                <a:lnTo>
                  <a:pt x="1141574" y="2203288"/>
                </a:lnTo>
                <a:lnTo>
                  <a:pt x="0" y="2203288"/>
                </a:lnTo>
                <a:close/>
                <a:moveTo>
                  <a:pt x="2491953" y="0"/>
                </a:moveTo>
                <a:lnTo>
                  <a:pt x="3637448" y="0"/>
                </a:lnTo>
                <a:lnTo>
                  <a:pt x="3637448" y="967768"/>
                </a:lnTo>
                <a:lnTo>
                  <a:pt x="2491953" y="967768"/>
                </a:lnTo>
                <a:close/>
                <a:moveTo>
                  <a:pt x="1244018" y="0"/>
                </a:moveTo>
                <a:lnTo>
                  <a:pt x="2389511" y="0"/>
                </a:lnTo>
                <a:lnTo>
                  <a:pt x="2389511" y="967769"/>
                </a:lnTo>
                <a:lnTo>
                  <a:pt x="1244018" y="967769"/>
                </a:ln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2000" b="0" i="0">
                <a:latin typeface="Barlow Light" pitchFamily="2" charset="77"/>
              </a:defRPr>
            </a:lvl1pPr>
          </a:lstStyle>
          <a:p>
            <a:endParaRPr lang="en-US"/>
          </a:p>
        </p:txBody>
      </p:sp>
      <p:sp>
        <p:nvSpPr>
          <p:cNvPr id="62" name="Text Placeholder 2">
            <a:extLst>
              <a:ext uri="{FF2B5EF4-FFF2-40B4-BE49-F238E27FC236}">
                <a16:creationId xmlns:a16="http://schemas.microsoft.com/office/drawing/2014/main" id="{1439456D-CDE8-9765-F4F2-DD66AA9852AB}"/>
              </a:ext>
            </a:extLst>
          </p:cNvPr>
          <p:cNvSpPr>
            <a:spLocks noGrp="1"/>
          </p:cNvSpPr>
          <p:nvPr>
            <p:ph type="body" sz="quarter" idx="39"/>
          </p:nvPr>
        </p:nvSpPr>
        <p:spPr>
          <a:xfrm>
            <a:off x="6095998" y="3575020"/>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63" name="Text Placeholder 2">
            <a:extLst>
              <a:ext uri="{FF2B5EF4-FFF2-40B4-BE49-F238E27FC236}">
                <a16:creationId xmlns:a16="http://schemas.microsoft.com/office/drawing/2014/main" id="{8B6FB0DF-DBF0-337D-EC6B-2DF240818378}"/>
              </a:ext>
            </a:extLst>
          </p:cNvPr>
          <p:cNvSpPr>
            <a:spLocks noGrp="1"/>
          </p:cNvSpPr>
          <p:nvPr>
            <p:ph type="body" sz="quarter" idx="40"/>
          </p:nvPr>
        </p:nvSpPr>
        <p:spPr>
          <a:xfrm>
            <a:off x="6095998" y="5054456"/>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cxnSp>
        <p:nvCxnSpPr>
          <p:cNvPr id="65" name="Straight Connector 64">
            <a:extLst>
              <a:ext uri="{FF2B5EF4-FFF2-40B4-BE49-F238E27FC236}">
                <a16:creationId xmlns:a16="http://schemas.microsoft.com/office/drawing/2014/main" id="{BC157EA4-27FF-9422-8DA1-840B38E23955}"/>
              </a:ext>
            </a:extLst>
          </p:cNvPr>
          <p:cNvCxnSpPr>
            <a:cxnSpLocks/>
          </p:cNvCxnSpPr>
          <p:nvPr userDrawn="1"/>
        </p:nvCxnSpPr>
        <p:spPr bwMode="auto">
          <a:xfrm flipV="1">
            <a:off x="5955661" y="1104855"/>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A2756B34-A893-E33B-C412-5C2FCF6F009E}"/>
              </a:ext>
            </a:extLst>
          </p:cNvPr>
          <p:cNvSpPr>
            <a:spLocks noGrp="1"/>
          </p:cNvSpPr>
          <p:nvPr>
            <p:ph type="title" hasCustomPrompt="1"/>
          </p:nvPr>
        </p:nvSpPr>
        <p:spPr>
          <a:xfrm>
            <a:off x="6085628" y="1048487"/>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1" name="Text Placeholder 6">
            <a:extLst>
              <a:ext uri="{FF2B5EF4-FFF2-40B4-BE49-F238E27FC236}">
                <a16:creationId xmlns:a16="http://schemas.microsoft.com/office/drawing/2014/main" id="{3DABE1A2-674E-7213-1A91-5E312927F830}"/>
              </a:ext>
            </a:extLst>
          </p:cNvPr>
          <p:cNvSpPr>
            <a:spLocks noGrp="1"/>
          </p:cNvSpPr>
          <p:nvPr>
            <p:ph type="body" sz="quarter" idx="10" hasCustomPrompt="1"/>
          </p:nvPr>
        </p:nvSpPr>
        <p:spPr>
          <a:xfrm>
            <a:off x="6085628" y="1502677"/>
            <a:ext cx="5101419"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760980395"/>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Progress / Stages">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3E98F0A-A2F8-2AB6-89E0-EB7ECEE21DF8}"/>
              </a:ext>
            </a:extLst>
          </p:cNvPr>
          <p:cNvGrpSpPr/>
          <p:nvPr/>
        </p:nvGrpSpPr>
        <p:grpSpPr>
          <a:xfrm>
            <a:off x="380998" y="1905678"/>
            <a:ext cx="11430000" cy="3307257"/>
            <a:chOff x="380998" y="2125978"/>
            <a:chExt cx="11430000" cy="3307257"/>
          </a:xfrm>
        </p:grpSpPr>
        <p:sp>
          <p:nvSpPr>
            <p:cNvPr id="17" name="Arrow: U-Turn 44">
              <a:extLst>
                <a:ext uri="{FF2B5EF4-FFF2-40B4-BE49-F238E27FC236}">
                  <a16:creationId xmlns:a16="http://schemas.microsoft.com/office/drawing/2014/main" id="{E900CCAE-EF79-DC3C-EAC7-B6F8635C35D7}"/>
                </a:ext>
              </a:extLst>
            </p:cNvPr>
            <p:cNvSpPr/>
            <p:nvPr/>
          </p:nvSpPr>
          <p:spPr>
            <a:xfrm flipH="1" flipV="1">
              <a:off x="9524998" y="2125978"/>
              <a:ext cx="2286000" cy="3307255"/>
            </a:xfrm>
            <a:prstGeom prst="uturnArrow">
              <a:avLst>
                <a:gd name="adj1" fmla="val 0"/>
                <a:gd name="adj2" fmla="val 0"/>
                <a:gd name="adj3" fmla="val 0"/>
                <a:gd name="adj4" fmla="val 3400"/>
                <a:gd name="adj5" fmla="val 4438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8" name="Arrow: U-Turn 39">
              <a:extLst>
                <a:ext uri="{FF2B5EF4-FFF2-40B4-BE49-F238E27FC236}">
                  <a16:creationId xmlns:a16="http://schemas.microsoft.com/office/drawing/2014/main" id="{8CBF111B-D42A-07C9-E033-40DACD1936DD}"/>
                </a:ext>
              </a:extLst>
            </p:cNvPr>
            <p:cNvSpPr/>
            <p:nvPr/>
          </p:nvSpPr>
          <p:spPr>
            <a:xfrm flipV="1">
              <a:off x="380998" y="2125979"/>
              <a:ext cx="2286000" cy="3307256"/>
            </a:xfrm>
            <a:prstGeom prst="uturnArrow">
              <a:avLst>
                <a:gd name="adj1" fmla="val 0"/>
                <a:gd name="adj2" fmla="val 0"/>
                <a:gd name="adj3" fmla="val 0"/>
                <a:gd name="adj4" fmla="val 3400"/>
                <a:gd name="adj5" fmla="val 4395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9" name="Arrow: U-Turn 40">
              <a:extLst>
                <a:ext uri="{FF2B5EF4-FFF2-40B4-BE49-F238E27FC236}">
                  <a16:creationId xmlns:a16="http://schemas.microsoft.com/office/drawing/2014/main" id="{8B89D581-4B69-D7AC-2682-78115521400C}"/>
                </a:ext>
              </a:extLst>
            </p:cNvPr>
            <p:cNvSpPr/>
            <p:nvPr/>
          </p:nvSpPr>
          <p:spPr>
            <a:xfrm rot="10800000" flipV="1">
              <a:off x="2666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0" name="Arrow: U-Turn 41">
              <a:extLst>
                <a:ext uri="{FF2B5EF4-FFF2-40B4-BE49-F238E27FC236}">
                  <a16:creationId xmlns:a16="http://schemas.microsoft.com/office/drawing/2014/main" id="{CD5941B2-9ACB-4DFE-2620-35C77BC2AC6C}"/>
                </a:ext>
              </a:extLst>
            </p:cNvPr>
            <p:cNvSpPr/>
            <p:nvPr/>
          </p:nvSpPr>
          <p:spPr>
            <a:xfrm flipV="1">
              <a:off x="4952998" y="3370147"/>
              <a:ext cx="2286000" cy="2063087"/>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1" name="Arrow: U-Turn 43">
              <a:extLst>
                <a:ext uri="{FF2B5EF4-FFF2-40B4-BE49-F238E27FC236}">
                  <a16:creationId xmlns:a16="http://schemas.microsoft.com/office/drawing/2014/main" id="{262D8AA6-3A24-2C44-E99E-F8DFD26AB7BC}"/>
                </a:ext>
              </a:extLst>
            </p:cNvPr>
            <p:cNvSpPr/>
            <p:nvPr/>
          </p:nvSpPr>
          <p:spPr>
            <a:xfrm rot="10800000" flipV="1">
              <a:off x="7238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grpSp>
      <p:sp>
        <p:nvSpPr>
          <p:cNvPr id="5" name="Arrow: Chevron 52">
            <a:extLst>
              <a:ext uri="{FF2B5EF4-FFF2-40B4-BE49-F238E27FC236}">
                <a16:creationId xmlns:a16="http://schemas.microsoft.com/office/drawing/2014/main" id="{C9525ADA-D27D-5AC0-6324-076010BC7405}"/>
              </a:ext>
            </a:extLst>
          </p:cNvPr>
          <p:cNvSpPr/>
          <p:nvPr/>
        </p:nvSpPr>
        <p:spPr>
          <a:xfrm rot="5400000">
            <a:off x="313104"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6" name="Arrow: Chevron 52">
            <a:extLst>
              <a:ext uri="{FF2B5EF4-FFF2-40B4-BE49-F238E27FC236}">
                <a16:creationId xmlns:a16="http://schemas.microsoft.com/office/drawing/2014/main" id="{994B419B-1FF6-44D7-63F3-0611B77129FB}"/>
              </a:ext>
            </a:extLst>
          </p:cNvPr>
          <p:cNvSpPr/>
          <p:nvPr/>
        </p:nvSpPr>
        <p:spPr>
          <a:xfrm rot="16200000" flipV="1">
            <a:off x="2598782"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1" name="Arrow: Chevron 52">
            <a:extLst>
              <a:ext uri="{FF2B5EF4-FFF2-40B4-BE49-F238E27FC236}">
                <a16:creationId xmlns:a16="http://schemas.microsoft.com/office/drawing/2014/main" id="{779133FC-881C-6A40-8667-394B111D017D}"/>
              </a:ext>
            </a:extLst>
          </p:cNvPr>
          <p:cNvSpPr/>
          <p:nvPr/>
        </p:nvSpPr>
        <p:spPr>
          <a:xfrm rot="5400000">
            <a:off x="4884460"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2" name="Arrow: Chevron 52">
            <a:extLst>
              <a:ext uri="{FF2B5EF4-FFF2-40B4-BE49-F238E27FC236}">
                <a16:creationId xmlns:a16="http://schemas.microsoft.com/office/drawing/2014/main" id="{814565C4-E7E7-F8BC-82E1-5FA4757F09A6}"/>
              </a:ext>
            </a:extLst>
          </p:cNvPr>
          <p:cNvSpPr/>
          <p:nvPr/>
        </p:nvSpPr>
        <p:spPr>
          <a:xfrm rot="16200000" flipV="1">
            <a:off x="7170138"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3" name="Arrow: Chevron 52">
            <a:extLst>
              <a:ext uri="{FF2B5EF4-FFF2-40B4-BE49-F238E27FC236}">
                <a16:creationId xmlns:a16="http://schemas.microsoft.com/office/drawing/2014/main" id="{1CB13E1F-175E-D939-4633-92B8A8C321FF}"/>
              </a:ext>
            </a:extLst>
          </p:cNvPr>
          <p:cNvSpPr/>
          <p:nvPr/>
        </p:nvSpPr>
        <p:spPr>
          <a:xfrm rot="5400000">
            <a:off x="9455816"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4" name="Arrow: Chevron 52">
            <a:extLst>
              <a:ext uri="{FF2B5EF4-FFF2-40B4-BE49-F238E27FC236}">
                <a16:creationId xmlns:a16="http://schemas.microsoft.com/office/drawing/2014/main" id="{3B845B16-4276-8499-4273-2619F5326673}"/>
              </a:ext>
            </a:extLst>
          </p:cNvPr>
          <p:cNvSpPr/>
          <p:nvPr/>
        </p:nvSpPr>
        <p:spPr>
          <a:xfrm rot="16200000" flipV="1">
            <a:off x="11741495"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5" name="Oval 14">
            <a:extLst>
              <a:ext uri="{FF2B5EF4-FFF2-40B4-BE49-F238E27FC236}">
                <a16:creationId xmlns:a16="http://schemas.microsoft.com/office/drawing/2014/main" id="{27ECE465-D284-C70D-E37F-A11E6C1EA72B}"/>
              </a:ext>
            </a:extLst>
          </p:cNvPr>
          <p:cNvSpPr/>
          <p:nvPr/>
        </p:nvSpPr>
        <p:spPr>
          <a:xfrm>
            <a:off x="336254" y="1819080"/>
            <a:ext cx="89486" cy="86598"/>
          </a:xfrm>
          <a:prstGeom prst="ellipse">
            <a:avLst/>
          </a:prstGeom>
          <a:solidFill>
            <a:schemeClr val="bg1"/>
          </a:solidFill>
          <a:ln w="31750" cap="flat">
            <a:gradFill>
              <a:gsLst>
                <a:gs pos="14000">
                  <a:schemeClr val="accent4"/>
                </a:gs>
                <a:gs pos="84000">
                  <a:schemeClr val="accent2"/>
                </a:gs>
              </a:gsLst>
              <a:lin ang="5400000" scaled="1"/>
            </a:gradFill>
            <a:prstDash val="solid"/>
            <a:miter/>
          </a:ln>
          <a:effectLst/>
        </p:spPr>
        <p:txBody>
          <a:bodyPr rtlCol="0" anchor="ctr"/>
          <a:lstStyle/>
          <a:p>
            <a:endParaRPr lang="en-US" b="0" i="0">
              <a:latin typeface="Barlow Light" pitchFamily="2" charset="77"/>
            </a:endParaRPr>
          </a:p>
        </p:txBody>
      </p:sp>
      <p:sp>
        <p:nvSpPr>
          <p:cNvPr id="16" name="Oval 15">
            <a:extLst>
              <a:ext uri="{FF2B5EF4-FFF2-40B4-BE49-F238E27FC236}">
                <a16:creationId xmlns:a16="http://schemas.microsoft.com/office/drawing/2014/main" id="{70E1C1A1-74B0-52AE-4A7B-D55F16B803CB}"/>
              </a:ext>
            </a:extLst>
          </p:cNvPr>
          <p:cNvSpPr/>
          <p:nvPr/>
        </p:nvSpPr>
        <p:spPr>
          <a:xfrm>
            <a:off x="11766693" y="1819080"/>
            <a:ext cx="89486" cy="86598"/>
          </a:xfrm>
          <a:prstGeom prst="ellipse">
            <a:avLst/>
          </a:prstGeom>
          <a:solidFill>
            <a:schemeClr val="bg1"/>
          </a:solidFill>
          <a:ln w="31750" cap="flat">
            <a:gradFill>
              <a:gsLst>
                <a:gs pos="14000">
                  <a:schemeClr val="accent4"/>
                </a:gs>
                <a:gs pos="84000">
                  <a:schemeClr val="accent2"/>
                </a:gs>
              </a:gsLst>
              <a:lin ang="5400000" scaled="1"/>
            </a:gradFill>
            <a:prstDash val="solid"/>
            <a:miter/>
          </a:ln>
          <a:effectLst/>
        </p:spPr>
        <p:txBody>
          <a:bodyPr rtlCol="0" anchor="ctr"/>
          <a:lstStyle/>
          <a:p>
            <a:endParaRPr lang="en-US" b="0" i="0">
              <a:latin typeface="Barlow Light" pitchFamily="2" charset="77"/>
            </a:endParaRPr>
          </a:p>
        </p:txBody>
      </p:sp>
      <p:sp>
        <p:nvSpPr>
          <p:cNvPr id="28" name="Oval 27">
            <a:extLst>
              <a:ext uri="{FF2B5EF4-FFF2-40B4-BE49-F238E27FC236}">
                <a16:creationId xmlns:a16="http://schemas.microsoft.com/office/drawing/2014/main" id="{D44EF1D8-E925-529C-DC28-82746647C592}"/>
              </a:ext>
            </a:extLst>
          </p:cNvPr>
          <p:cNvSpPr/>
          <p:nvPr userDrawn="1"/>
        </p:nvSpPr>
        <p:spPr>
          <a:xfrm>
            <a:off x="666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29" name="Oval 28">
            <a:extLst>
              <a:ext uri="{FF2B5EF4-FFF2-40B4-BE49-F238E27FC236}">
                <a16:creationId xmlns:a16="http://schemas.microsoft.com/office/drawing/2014/main" id="{1F02BF05-EA80-7759-0FC1-D981F6D9F6A0}"/>
              </a:ext>
            </a:extLst>
          </p:cNvPr>
          <p:cNvSpPr/>
          <p:nvPr userDrawn="1"/>
        </p:nvSpPr>
        <p:spPr>
          <a:xfrm>
            <a:off x="5238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0" name="Oval 29">
            <a:extLst>
              <a:ext uri="{FF2B5EF4-FFF2-40B4-BE49-F238E27FC236}">
                <a16:creationId xmlns:a16="http://schemas.microsoft.com/office/drawing/2014/main" id="{294E1E0F-02A5-514D-7353-8F666693A6A9}"/>
              </a:ext>
            </a:extLst>
          </p:cNvPr>
          <p:cNvSpPr/>
          <p:nvPr userDrawn="1"/>
        </p:nvSpPr>
        <p:spPr>
          <a:xfrm>
            <a:off x="7524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1" name="Oval 30">
            <a:extLst>
              <a:ext uri="{FF2B5EF4-FFF2-40B4-BE49-F238E27FC236}">
                <a16:creationId xmlns:a16="http://schemas.microsoft.com/office/drawing/2014/main" id="{4D6D9E31-B8AE-6A12-647B-7AF0ADA70BEE}"/>
              </a:ext>
            </a:extLst>
          </p:cNvPr>
          <p:cNvSpPr/>
          <p:nvPr userDrawn="1"/>
        </p:nvSpPr>
        <p:spPr>
          <a:xfrm>
            <a:off x="9810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2" name="Oval 31">
            <a:extLst>
              <a:ext uri="{FF2B5EF4-FFF2-40B4-BE49-F238E27FC236}">
                <a16:creationId xmlns:a16="http://schemas.microsoft.com/office/drawing/2014/main" id="{DBC34FE8-8123-7E08-7CB0-722118D4CAAF}"/>
              </a:ext>
            </a:extLst>
          </p:cNvPr>
          <p:cNvSpPr/>
          <p:nvPr userDrawn="1"/>
        </p:nvSpPr>
        <p:spPr>
          <a:xfrm>
            <a:off x="2952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5354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8" name="Text Placeholder 2">
            <a:extLst>
              <a:ext uri="{FF2B5EF4-FFF2-40B4-BE49-F238E27FC236}">
                <a16:creationId xmlns:a16="http://schemas.microsoft.com/office/drawing/2014/main" id="{496DBD48-BE51-60C5-51C8-F8877BD35FAC}"/>
              </a:ext>
            </a:extLst>
          </p:cNvPr>
          <p:cNvSpPr>
            <a:spLocks noGrp="1"/>
          </p:cNvSpPr>
          <p:nvPr userDrawn="1">
            <p:ph type="body" sz="quarter" idx="17"/>
          </p:nvPr>
        </p:nvSpPr>
        <p:spPr>
          <a:xfrm>
            <a:off x="28722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9" name="Text Placeholder 2">
            <a:extLst>
              <a:ext uri="{FF2B5EF4-FFF2-40B4-BE49-F238E27FC236}">
                <a16:creationId xmlns:a16="http://schemas.microsoft.com/office/drawing/2014/main" id="{62C25FBD-E276-7564-E23B-BF807A2DF78A}"/>
              </a:ext>
            </a:extLst>
          </p:cNvPr>
          <p:cNvSpPr>
            <a:spLocks noGrp="1"/>
          </p:cNvSpPr>
          <p:nvPr userDrawn="1">
            <p:ph type="body" sz="quarter" idx="18"/>
          </p:nvPr>
        </p:nvSpPr>
        <p:spPr>
          <a:xfrm>
            <a:off x="51455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0" name="Text Placeholder 2">
            <a:extLst>
              <a:ext uri="{FF2B5EF4-FFF2-40B4-BE49-F238E27FC236}">
                <a16:creationId xmlns:a16="http://schemas.microsoft.com/office/drawing/2014/main" id="{A98C724F-0723-4851-B067-BADC40143E78}"/>
              </a:ext>
            </a:extLst>
          </p:cNvPr>
          <p:cNvSpPr>
            <a:spLocks noGrp="1"/>
          </p:cNvSpPr>
          <p:nvPr userDrawn="1">
            <p:ph type="body" sz="quarter" idx="19"/>
          </p:nvPr>
        </p:nvSpPr>
        <p:spPr>
          <a:xfrm>
            <a:off x="74823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1" name="Text Placeholder 2">
            <a:extLst>
              <a:ext uri="{FF2B5EF4-FFF2-40B4-BE49-F238E27FC236}">
                <a16:creationId xmlns:a16="http://schemas.microsoft.com/office/drawing/2014/main" id="{4163BA26-561C-FC49-117B-8FA239ECDB36}"/>
              </a:ext>
            </a:extLst>
          </p:cNvPr>
          <p:cNvSpPr>
            <a:spLocks noGrp="1"/>
          </p:cNvSpPr>
          <p:nvPr userDrawn="1">
            <p:ph type="body" sz="quarter" idx="20"/>
          </p:nvPr>
        </p:nvSpPr>
        <p:spPr>
          <a:xfrm>
            <a:off x="97556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D55BF15-95D6-4B1D-0375-46068E5179C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55006D79-DC53-4787-C1DA-D7F40FF9CA42}"/>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7" name="Picture 6" descr="A blue and grey text on a black background&#10;&#10;AI-generated content may be incorrect.">
            <a:extLst>
              <a:ext uri="{FF2B5EF4-FFF2-40B4-BE49-F238E27FC236}">
                <a16:creationId xmlns:a16="http://schemas.microsoft.com/office/drawing/2014/main" id="{B36F209B-9ADD-AE39-1916-8E98BE90BE11}"/>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696763488"/>
      </p:ext>
    </p:extLst>
  </p:cSld>
  <p:clrMapOvr>
    <a:masterClrMapping/>
  </p:clrMapOvr>
  <p:transition spd="med"/>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meline or progress - 6 columns">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grpSp>
        <p:nvGrpSpPr>
          <p:cNvPr id="32" name="Group 31">
            <a:extLst>
              <a:ext uri="{FF2B5EF4-FFF2-40B4-BE49-F238E27FC236}">
                <a16:creationId xmlns:a16="http://schemas.microsoft.com/office/drawing/2014/main" id="{C0E174C3-D019-C471-46D4-9BF1A22C0A67}"/>
              </a:ext>
            </a:extLst>
          </p:cNvPr>
          <p:cNvGrpSpPr/>
          <p:nvPr userDrawn="1"/>
        </p:nvGrpSpPr>
        <p:grpSpPr>
          <a:xfrm>
            <a:off x="2293550" y="3803636"/>
            <a:ext cx="7763182" cy="2444764"/>
            <a:chOff x="2293550" y="3803636"/>
            <a:chExt cx="7763182" cy="2175164"/>
          </a:xfrm>
        </p:grpSpPr>
        <p:cxnSp>
          <p:nvCxnSpPr>
            <p:cNvPr id="13" name="Straight Connector 12">
              <a:extLst>
                <a:ext uri="{FF2B5EF4-FFF2-40B4-BE49-F238E27FC236}">
                  <a16:creationId xmlns:a16="http://schemas.microsoft.com/office/drawing/2014/main" id="{66E8A370-78BA-6CC7-97F7-A0F4C70DCF40}"/>
                </a:ext>
              </a:extLst>
            </p:cNvPr>
            <p:cNvCxnSpPr/>
            <p:nvPr userDrawn="1"/>
          </p:nvCxnSpPr>
          <p:spPr bwMode="auto">
            <a:xfrm>
              <a:off x="229355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5DD9033B-55E9-4A7F-D6B3-DE3BAE005D9E}"/>
                </a:ext>
              </a:extLst>
            </p:cNvPr>
            <p:cNvCxnSpPr/>
            <p:nvPr userDrawn="1"/>
          </p:nvCxnSpPr>
          <p:spPr bwMode="auto">
            <a:xfrm>
              <a:off x="422926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5" name="Straight Connector 14">
              <a:extLst>
                <a:ext uri="{FF2B5EF4-FFF2-40B4-BE49-F238E27FC236}">
                  <a16:creationId xmlns:a16="http://schemas.microsoft.com/office/drawing/2014/main" id="{822BEBDD-B62C-4B69-21AB-632B5321FDD5}"/>
                </a:ext>
              </a:extLst>
            </p:cNvPr>
            <p:cNvCxnSpPr/>
            <p:nvPr userDrawn="1"/>
          </p:nvCxnSpPr>
          <p:spPr bwMode="auto">
            <a:xfrm>
              <a:off x="6156665"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6" name="Straight Connector 15">
              <a:extLst>
                <a:ext uri="{FF2B5EF4-FFF2-40B4-BE49-F238E27FC236}">
                  <a16:creationId xmlns:a16="http://schemas.microsoft.com/office/drawing/2014/main" id="{DDF136C7-E111-D03F-3E9A-05CD1E3DBAED}"/>
                </a:ext>
              </a:extLst>
            </p:cNvPr>
            <p:cNvCxnSpPr/>
            <p:nvPr userDrawn="1"/>
          </p:nvCxnSpPr>
          <p:spPr bwMode="auto">
            <a:xfrm>
              <a:off x="8095197"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7" name="Straight Connector 16">
              <a:extLst>
                <a:ext uri="{FF2B5EF4-FFF2-40B4-BE49-F238E27FC236}">
                  <a16:creationId xmlns:a16="http://schemas.microsoft.com/office/drawing/2014/main" id="{32B38E6E-151D-7EC5-573A-55EEDAA458A9}"/>
                </a:ext>
              </a:extLst>
            </p:cNvPr>
            <p:cNvCxnSpPr/>
            <p:nvPr userDrawn="1"/>
          </p:nvCxnSpPr>
          <p:spPr bwMode="auto">
            <a:xfrm>
              <a:off x="10056732" y="3803636"/>
              <a:ext cx="0" cy="2175164"/>
            </a:xfrm>
            <a:prstGeom prst="line">
              <a:avLst/>
            </a:prstGeom>
            <a:noFill/>
            <a:ln w="19050" cap="flat" cmpd="sng" algn="ctr">
              <a:solidFill>
                <a:schemeClr val="bg2"/>
              </a:solidFill>
              <a:prstDash val="sysDot"/>
              <a:round/>
              <a:headEnd type="none" w="med" len="med"/>
              <a:tailEnd type="none" w="med" len="med"/>
            </a:ln>
            <a:effectLst/>
          </p:spPr>
        </p:cxnSp>
      </p:grpSp>
      <p:grpSp>
        <p:nvGrpSpPr>
          <p:cNvPr id="45" name="Group 44">
            <a:extLst>
              <a:ext uri="{FF2B5EF4-FFF2-40B4-BE49-F238E27FC236}">
                <a16:creationId xmlns:a16="http://schemas.microsoft.com/office/drawing/2014/main" id="{16E4699A-EBD2-170B-F65C-5F9A6AFD5801}"/>
              </a:ext>
            </a:extLst>
          </p:cNvPr>
          <p:cNvGrpSpPr/>
          <p:nvPr userDrawn="1"/>
        </p:nvGrpSpPr>
        <p:grpSpPr>
          <a:xfrm>
            <a:off x="381001" y="3288391"/>
            <a:ext cx="11537731" cy="406100"/>
            <a:chOff x="381001" y="3288391"/>
            <a:chExt cx="11537731" cy="406100"/>
          </a:xfrm>
          <a:gradFill>
            <a:gsLst>
              <a:gs pos="84000">
                <a:schemeClr val="accent2"/>
              </a:gs>
              <a:gs pos="14000">
                <a:schemeClr val="accent4"/>
              </a:gs>
            </a:gsLst>
            <a:lin ang="2700000" scaled="0"/>
          </a:gradFill>
        </p:grpSpPr>
        <p:sp>
          <p:nvSpPr>
            <p:cNvPr id="19" name="Pentagon 18">
              <a:extLst>
                <a:ext uri="{FF2B5EF4-FFF2-40B4-BE49-F238E27FC236}">
                  <a16:creationId xmlns:a16="http://schemas.microsoft.com/office/drawing/2014/main" id="{B93B76DC-6214-96D1-D138-5356B15737F1}"/>
                </a:ext>
              </a:extLst>
            </p:cNvPr>
            <p:cNvSpPr/>
            <p:nvPr/>
          </p:nvSpPr>
          <p:spPr>
            <a:xfrm>
              <a:off x="8141905" y="3297997"/>
              <a:ext cx="1874519" cy="391367"/>
            </a:xfrm>
            <a:prstGeom prst="homePlate">
              <a:avLst>
                <a:gd name="adj" fmla="val 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0" name="Rectangle 19">
              <a:extLst>
                <a:ext uri="{FF2B5EF4-FFF2-40B4-BE49-F238E27FC236}">
                  <a16:creationId xmlns:a16="http://schemas.microsoft.com/office/drawing/2014/main" id="{B946C2A4-8B64-B556-3955-68385A4C0FBE}"/>
                </a:ext>
              </a:extLst>
            </p:cNvPr>
            <p:cNvSpPr/>
            <p:nvPr/>
          </p:nvSpPr>
          <p:spPr>
            <a:xfrm>
              <a:off x="2321227"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1" name="Rectangle 20">
              <a:extLst>
                <a:ext uri="{FF2B5EF4-FFF2-40B4-BE49-F238E27FC236}">
                  <a16:creationId xmlns:a16="http://schemas.microsoft.com/office/drawing/2014/main" id="{79694025-F43A-966E-0A4B-42D15E535079}"/>
                </a:ext>
              </a:extLst>
            </p:cNvPr>
            <p:cNvSpPr/>
            <p:nvPr/>
          </p:nvSpPr>
          <p:spPr>
            <a:xfrm>
              <a:off x="4261453" y="3297997"/>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2" name="Rectangle 21">
              <a:extLst>
                <a:ext uri="{FF2B5EF4-FFF2-40B4-BE49-F238E27FC236}">
                  <a16:creationId xmlns:a16="http://schemas.microsoft.com/office/drawing/2014/main" id="{AEF5B917-5060-3B83-1A98-09F18D73C8E1}"/>
                </a:ext>
              </a:extLst>
            </p:cNvPr>
            <p:cNvSpPr/>
            <p:nvPr/>
          </p:nvSpPr>
          <p:spPr>
            <a:xfrm>
              <a:off x="6201679" y="3302610"/>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3" name="Pentagon 82">
              <a:extLst>
                <a:ext uri="{FF2B5EF4-FFF2-40B4-BE49-F238E27FC236}">
                  <a16:creationId xmlns:a16="http://schemas.microsoft.com/office/drawing/2014/main" id="{4A23EE1F-4607-DF60-993A-7F8DD308DCB2}"/>
                </a:ext>
              </a:extLst>
            </p:cNvPr>
            <p:cNvSpPr/>
            <p:nvPr/>
          </p:nvSpPr>
          <p:spPr>
            <a:xfrm>
              <a:off x="10082134" y="3303124"/>
              <a:ext cx="1836598" cy="391367"/>
            </a:xfrm>
            <a:prstGeom prst="homePlate">
              <a:avLst>
                <a:gd name="adj" fmla="val 2404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4" name="Rectangle 23">
              <a:extLst>
                <a:ext uri="{FF2B5EF4-FFF2-40B4-BE49-F238E27FC236}">
                  <a16:creationId xmlns:a16="http://schemas.microsoft.com/office/drawing/2014/main" id="{2CB4F35B-0F57-B5CA-3D32-E45D3A581472}"/>
                </a:ext>
              </a:extLst>
            </p:cNvPr>
            <p:cNvSpPr/>
            <p:nvPr/>
          </p:nvSpPr>
          <p:spPr>
            <a:xfrm>
              <a:off x="381001"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grpSp>
      <p:sp>
        <p:nvSpPr>
          <p:cNvPr id="31" name="Text Placeholder 2">
            <a:extLst>
              <a:ext uri="{FF2B5EF4-FFF2-40B4-BE49-F238E27FC236}">
                <a16:creationId xmlns:a16="http://schemas.microsoft.com/office/drawing/2014/main" id="{6BA8FE2D-CB44-D851-DB1F-75A89CCF27A4}"/>
              </a:ext>
            </a:extLst>
          </p:cNvPr>
          <p:cNvSpPr>
            <a:spLocks noGrp="1"/>
          </p:cNvSpPr>
          <p:nvPr userDrawn="1">
            <p:ph type="body" sz="quarter" idx="16"/>
          </p:nvPr>
        </p:nvSpPr>
        <p:spPr>
          <a:xfrm>
            <a:off x="3810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F45854E0-8956-EDF0-8EC0-28096089BB7E}"/>
              </a:ext>
            </a:extLst>
          </p:cNvPr>
          <p:cNvSpPr>
            <a:spLocks noGrp="1"/>
          </p:cNvSpPr>
          <p:nvPr>
            <p:ph type="body" sz="quarter" idx="17"/>
          </p:nvPr>
        </p:nvSpPr>
        <p:spPr>
          <a:xfrm>
            <a:off x="2298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7112BA69-5DE5-7194-D6D9-2782FD30EC93}"/>
              </a:ext>
            </a:extLst>
          </p:cNvPr>
          <p:cNvSpPr>
            <a:spLocks noGrp="1"/>
          </p:cNvSpPr>
          <p:nvPr>
            <p:ph type="body" sz="quarter" idx="18"/>
          </p:nvPr>
        </p:nvSpPr>
        <p:spPr>
          <a:xfrm>
            <a:off x="42545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EB0439F4-8B6D-BA47-B92B-7C79A7052A92}"/>
              </a:ext>
            </a:extLst>
          </p:cNvPr>
          <p:cNvSpPr>
            <a:spLocks noGrp="1"/>
          </p:cNvSpPr>
          <p:nvPr>
            <p:ph type="body" sz="quarter" idx="19"/>
          </p:nvPr>
        </p:nvSpPr>
        <p:spPr>
          <a:xfrm>
            <a:off x="61722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B18B75A-EF1C-CE63-F22A-F33ECBF879DF}"/>
              </a:ext>
            </a:extLst>
          </p:cNvPr>
          <p:cNvSpPr>
            <a:spLocks noGrp="1"/>
          </p:cNvSpPr>
          <p:nvPr>
            <p:ph type="body" sz="quarter" idx="20"/>
          </p:nvPr>
        </p:nvSpPr>
        <p:spPr>
          <a:xfrm>
            <a:off x="8140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D8650141-3368-21F5-948C-740A8EBA5CEB}"/>
              </a:ext>
            </a:extLst>
          </p:cNvPr>
          <p:cNvSpPr>
            <a:spLocks noGrp="1"/>
          </p:cNvSpPr>
          <p:nvPr>
            <p:ph type="body" sz="quarter" idx="21"/>
          </p:nvPr>
        </p:nvSpPr>
        <p:spPr>
          <a:xfrm>
            <a:off x="10058399" y="3816364"/>
            <a:ext cx="1874513"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3A3DBE61-DADA-DA1D-6AEC-DDDEFDDA1809}"/>
              </a:ext>
            </a:extLst>
          </p:cNvPr>
          <p:cNvSpPr>
            <a:spLocks noGrp="1"/>
          </p:cNvSpPr>
          <p:nvPr>
            <p:ph type="body" sz="quarter" idx="22"/>
          </p:nvPr>
        </p:nvSpPr>
        <p:spPr>
          <a:xfrm>
            <a:off x="3810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39" name="Text Placeholder 2">
            <a:extLst>
              <a:ext uri="{FF2B5EF4-FFF2-40B4-BE49-F238E27FC236}">
                <a16:creationId xmlns:a16="http://schemas.microsoft.com/office/drawing/2014/main" id="{159FBF93-B58E-D7DA-3FC1-6C00F6B0480A}"/>
              </a:ext>
            </a:extLst>
          </p:cNvPr>
          <p:cNvSpPr>
            <a:spLocks noGrp="1"/>
          </p:cNvSpPr>
          <p:nvPr>
            <p:ph type="body" sz="quarter" idx="23"/>
          </p:nvPr>
        </p:nvSpPr>
        <p:spPr>
          <a:xfrm>
            <a:off x="2298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0" name="Text Placeholder 2">
            <a:extLst>
              <a:ext uri="{FF2B5EF4-FFF2-40B4-BE49-F238E27FC236}">
                <a16:creationId xmlns:a16="http://schemas.microsoft.com/office/drawing/2014/main" id="{3E6345B2-E1F7-665E-C2F6-D4A85F620180}"/>
              </a:ext>
            </a:extLst>
          </p:cNvPr>
          <p:cNvSpPr>
            <a:spLocks noGrp="1"/>
          </p:cNvSpPr>
          <p:nvPr>
            <p:ph type="body" sz="quarter" idx="24"/>
          </p:nvPr>
        </p:nvSpPr>
        <p:spPr>
          <a:xfrm>
            <a:off x="42545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1" name="Text Placeholder 2">
            <a:extLst>
              <a:ext uri="{FF2B5EF4-FFF2-40B4-BE49-F238E27FC236}">
                <a16:creationId xmlns:a16="http://schemas.microsoft.com/office/drawing/2014/main" id="{794C47A9-2E32-BC8D-879F-FDF0E4033E6A}"/>
              </a:ext>
            </a:extLst>
          </p:cNvPr>
          <p:cNvSpPr>
            <a:spLocks noGrp="1"/>
          </p:cNvSpPr>
          <p:nvPr>
            <p:ph type="body" sz="quarter" idx="25"/>
          </p:nvPr>
        </p:nvSpPr>
        <p:spPr>
          <a:xfrm>
            <a:off x="61722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2" name="Text Placeholder 2">
            <a:extLst>
              <a:ext uri="{FF2B5EF4-FFF2-40B4-BE49-F238E27FC236}">
                <a16:creationId xmlns:a16="http://schemas.microsoft.com/office/drawing/2014/main" id="{F27D3ECB-0145-26E2-AB74-A4D8B0FB5955}"/>
              </a:ext>
            </a:extLst>
          </p:cNvPr>
          <p:cNvSpPr>
            <a:spLocks noGrp="1"/>
          </p:cNvSpPr>
          <p:nvPr>
            <p:ph type="body" sz="quarter" idx="26"/>
          </p:nvPr>
        </p:nvSpPr>
        <p:spPr>
          <a:xfrm>
            <a:off x="8140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3" name="Text Placeholder 2">
            <a:extLst>
              <a:ext uri="{FF2B5EF4-FFF2-40B4-BE49-F238E27FC236}">
                <a16:creationId xmlns:a16="http://schemas.microsoft.com/office/drawing/2014/main" id="{D1BA998C-E394-F33F-7C90-C309EDEC65E2}"/>
              </a:ext>
            </a:extLst>
          </p:cNvPr>
          <p:cNvSpPr>
            <a:spLocks noGrp="1"/>
          </p:cNvSpPr>
          <p:nvPr>
            <p:ph type="body" sz="quarter" idx="27"/>
          </p:nvPr>
        </p:nvSpPr>
        <p:spPr>
          <a:xfrm>
            <a:off x="10058400" y="3357562"/>
            <a:ext cx="1752600"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cxnSp>
        <p:nvCxnSpPr>
          <p:cNvPr id="44" name="Straight Connector 43">
            <a:extLst>
              <a:ext uri="{FF2B5EF4-FFF2-40B4-BE49-F238E27FC236}">
                <a16:creationId xmlns:a16="http://schemas.microsoft.com/office/drawing/2014/main" id="{2374E4D9-FC69-1293-1173-3E4C4BDF9700}"/>
              </a:ext>
            </a:extLst>
          </p:cNvPr>
          <p:cNvCxnSpPr/>
          <p:nvPr userDrawn="1"/>
        </p:nvCxnSpPr>
        <p:spPr bwMode="auto">
          <a:xfrm>
            <a:off x="381000" y="6375400"/>
            <a:ext cx="11408190" cy="0"/>
          </a:xfrm>
          <a:prstGeom prst="line">
            <a:avLst/>
          </a:prstGeom>
          <a:noFill/>
          <a:ln w="19050" cap="flat" cmpd="sng" algn="ctr">
            <a:gradFill>
              <a:gsLst>
                <a:gs pos="99000">
                  <a:schemeClr val="accent2"/>
                </a:gs>
                <a:gs pos="28000">
                  <a:schemeClr val="accent4"/>
                </a:gs>
              </a:gsLst>
              <a:lin ang="0" scaled="0"/>
            </a:gradFill>
            <a:prstDash val="solid"/>
            <a:round/>
            <a:headEnd type="none" w="med" len="med"/>
            <a:tailEnd type="none" w="med" len="med"/>
          </a:ln>
          <a:effectLst/>
        </p:spPr>
      </p:cxnSp>
      <p:sp>
        <p:nvSpPr>
          <p:cNvPr id="47" name="Content Placeholder 46">
            <a:extLst>
              <a:ext uri="{FF2B5EF4-FFF2-40B4-BE49-F238E27FC236}">
                <a16:creationId xmlns:a16="http://schemas.microsoft.com/office/drawing/2014/main" id="{AF499CD4-7EBE-D286-8FEE-B05793D7CA31}"/>
              </a:ext>
            </a:extLst>
          </p:cNvPr>
          <p:cNvSpPr>
            <a:spLocks noGrp="1"/>
          </p:cNvSpPr>
          <p:nvPr>
            <p:ph sz="quarter" idx="28"/>
          </p:nvPr>
        </p:nvSpPr>
        <p:spPr>
          <a:xfrm>
            <a:off x="381000" y="1371600"/>
            <a:ext cx="11430000" cy="1816100"/>
          </a:xfrm>
          <a:prstGeom prst="rect">
            <a:avLst/>
          </a:prstGeom>
        </p:spPr>
        <p:txBody>
          <a:bodyPr/>
          <a:lstStyle>
            <a:lvl1pPr marL="165100" indent="-165100">
              <a:lnSpc>
                <a:spcPct val="90000"/>
              </a:lnSpc>
              <a:spcAft>
                <a:spcPts val="600"/>
              </a:spcAft>
              <a:buClr>
                <a:schemeClr val="bg2"/>
              </a:buClr>
              <a:buFont typeface="Arial" panose="020B0604020202020204" pitchFamily="34" charset="0"/>
              <a:buChar char="•"/>
              <a:tabLst/>
              <a:defRPr b="0" i="0">
                <a:latin typeface="Barlow Light" pitchFamily="2" charset="77"/>
              </a:defRPr>
            </a:lvl1pPr>
            <a:lvl2pPr marL="768178" indent="0">
              <a:buClr>
                <a:schemeClr val="bg2"/>
              </a:buClr>
              <a:buFont typeface="Arial" panose="020B0604020202020204" pitchFamily="34" charset="0"/>
              <a:buNone/>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p:txBody>
      </p:sp>
      <p:sp>
        <p:nvSpPr>
          <p:cNvPr id="2" name="Title 1">
            <a:extLst>
              <a:ext uri="{FF2B5EF4-FFF2-40B4-BE49-F238E27FC236}">
                <a16:creationId xmlns:a16="http://schemas.microsoft.com/office/drawing/2014/main" id="{51FEA270-5E00-904C-4B7E-0ED4FA5537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A097F63D-B45C-4F2A-F3B0-187451ECF3E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AF4C876F-9156-35AC-6791-15EB4351949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13585694"/>
      </p:ext>
    </p:extLst>
  </p:cSld>
  <p:clrMapOvr>
    <a:masterClrMapping/>
  </p:clrMapOvr>
  <p:transition spd="med"/>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White framed background with rows along bottom">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141263"/>
            <a:ext cx="11818030" cy="5155460"/>
          </a:xfrm>
          <a:prstGeom prst="round2SameRect">
            <a:avLst>
              <a:gd name="adj1" fmla="val 2625"/>
              <a:gd name="adj2" fmla="val 0"/>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3" name="Rectangle 2">
            <a:extLst>
              <a:ext uri="{FF2B5EF4-FFF2-40B4-BE49-F238E27FC236}">
                <a16:creationId xmlns:a16="http://schemas.microsoft.com/office/drawing/2014/main" id="{7D5E99DE-6DC3-7D1A-1E9B-EDDF11B49FC2}"/>
              </a:ext>
            </a:extLst>
          </p:cNvPr>
          <p:cNvSpPr/>
          <p:nvPr userDrawn="1"/>
        </p:nvSpPr>
        <p:spPr bwMode="auto">
          <a:xfrm>
            <a:off x="593502" y="54940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6" name="Rectangle 5">
            <a:extLst>
              <a:ext uri="{FF2B5EF4-FFF2-40B4-BE49-F238E27FC236}">
                <a16:creationId xmlns:a16="http://schemas.microsoft.com/office/drawing/2014/main" id="{47F55429-26F0-9DBD-ACC1-552053A878E7}"/>
              </a:ext>
            </a:extLst>
          </p:cNvPr>
          <p:cNvSpPr/>
          <p:nvPr userDrawn="1"/>
        </p:nvSpPr>
        <p:spPr bwMode="auto">
          <a:xfrm>
            <a:off x="593502" y="47637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7" name="Rectangle 6">
            <a:extLst>
              <a:ext uri="{FF2B5EF4-FFF2-40B4-BE49-F238E27FC236}">
                <a16:creationId xmlns:a16="http://schemas.microsoft.com/office/drawing/2014/main" id="{4DE6C70E-169B-7ED7-A7BB-FD2908A2038D}"/>
              </a:ext>
            </a:extLst>
          </p:cNvPr>
          <p:cNvSpPr/>
          <p:nvPr userDrawn="1"/>
        </p:nvSpPr>
        <p:spPr bwMode="auto">
          <a:xfrm>
            <a:off x="593502" y="4024779"/>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10" name="Rounded Rectangle 51">
            <a:extLst>
              <a:ext uri="{FF2B5EF4-FFF2-40B4-BE49-F238E27FC236}">
                <a16:creationId xmlns:a16="http://schemas.microsoft.com/office/drawing/2014/main" id="{ED80B507-7B08-FA7F-3754-ADBC00D05C79}"/>
              </a:ext>
            </a:extLst>
          </p:cNvPr>
          <p:cNvSpPr/>
          <p:nvPr userDrawn="1"/>
        </p:nvSpPr>
        <p:spPr>
          <a:xfrm>
            <a:off x="593502" y="3653129"/>
            <a:ext cx="11322770" cy="328722"/>
          </a:xfrm>
          <a:prstGeom prst="roundRect">
            <a:avLst>
              <a:gd name="adj" fmla="val 50000"/>
            </a:avLst>
          </a:prstGeom>
          <a:gradFill flip="none" rotWithShape="1">
            <a:gsLst>
              <a:gs pos="14000">
                <a:schemeClr val="accent4"/>
              </a:gs>
              <a:gs pos="84000">
                <a:schemeClr val="accent2"/>
              </a:gs>
            </a:gsLst>
            <a:lin ang="0" scaled="0"/>
            <a:tileRect/>
          </a:gradFill>
          <a:ln w="190500" cap="flat">
            <a:noFill/>
            <a:prstDash val="solid"/>
            <a:miter/>
          </a:ln>
          <a:effectLst/>
        </p:spPr>
        <p:txBody>
          <a:bodyPr rtlCol="0" anchor="ctr"/>
          <a:lstStyle/>
          <a:p>
            <a:pPr marL="0" marR="0" lvl="0" indent="0" algn="l" defTabSz="609494" rtl="0" eaLnBrk="1" fontAlgn="auto" latinLnBrk="0" hangingPunct="1">
              <a:lnSpc>
                <a:spcPts val="1080"/>
              </a:lnSpc>
              <a:spcBef>
                <a:spcPts val="0"/>
              </a:spcBef>
              <a:spcAft>
                <a:spcPts val="0"/>
              </a:spcAft>
              <a:buClrTx/>
              <a:buSzTx/>
              <a:buFontTx/>
              <a:buNone/>
              <a:tabLst/>
              <a:defRPr/>
            </a:pPr>
            <a:endParaRPr kumimoji="0" lang="en-US" sz="1000" b="0" i="0" u="none" strike="noStrike" kern="1200" cap="none" spc="110" normalizeH="0" baseline="0" noProof="0">
              <a:ln>
                <a:noFill/>
              </a:ln>
              <a:solidFill>
                <a:srgbClr val="000000"/>
              </a:solidFill>
              <a:effectLst/>
              <a:uLnTx/>
              <a:uFillTx/>
              <a:latin typeface="Barlow Light" pitchFamily="2" charset="77"/>
              <a:ea typeface="+mn-ea"/>
              <a:cs typeface="+mn-cs"/>
            </a:endParaRPr>
          </a:p>
        </p:txBody>
      </p:sp>
      <p:cxnSp>
        <p:nvCxnSpPr>
          <p:cNvPr id="12" name="Straight Connector 11">
            <a:extLst>
              <a:ext uri="{FF2B5EF4-FFF2-40B4-BE49-F238E27FC236}">
                <a16:creationId xmlns:a16="http://schemas.microsoft.com/office/drawing/2014/main" id="{428EB054-7169-A595-D6DC-B317080C33B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D6D90A49-EDA2-F348-F35A-F398D628201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C0E3E20-7E91-A129-DB31-649CA153300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0998FC2C-DBFA-5CE3-6F44-6D8FDD4F2398}"/>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171364753"/>
      </p:ext>
    </p:extLst>
  </p:cSld>
  <p:clrMapOvr>
    <a:masterClrMapping/>
  </p:clrMapOvr>
  <p:transition spd="med"/>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3689873"/>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044408"/>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044408"/>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044408"/>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044408"/>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627377714"/>
              </p:ext>
            </p:extLst>
          </p:nvPr>
        </p:nvGraphicFramePr>
        <p:xfrm>
          <a:off x="408791" y="3794274"/>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0336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0336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1004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100457"/>
            <a:ext cx="0" cy="462579"/>
          </a:xfrm>
          <a:prstGeom prst="straightConnector1">
            <a:avLst/>
          </a:prstGeom>
          <a:noFill/>
          <a:ln w="25400" cap="flat" cmpd="sng" algn="ctr">
            <a:solidFill>
              <a:schemeClr val="accent4"/>
            </a:solidFill>
            <a:prstDash val="solid"/>
            <a:round/>
            <a:headEnd type="none" w="med" len="med"/>
            <a:tailEnd type="triangle"/>
          </a:ln>
          <a:effectLst/>
        </p:spPr>
      </p:cxnSp>
      <p:pic>
        <p:nvPicPr>
          <p:cNvPr id="7" name="Picture 6" descr="A blue and grey text on a black background&#10;&#10;AI-generated content may be incorrect.">
            <a:extLst>
              <a:ext uri="{FF2B5EF4-FFF2-40B4-BE49-F238E27FC236}">
                <a16:creationId xmlns:a16="http://schemas.microsoft.com/office/drawing/2014/main" id="{49312401-7D7E-1502-7E8F-FBF4C97029B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729718448"/>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meline with Setup Text abov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4475182"/>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829717"/>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829717"/>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829717"/>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829717"/>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2679630351"/>
              </p:ext>
            </p:extLst>
          </p:nvPr>
        </p:nvGraphicFramePr>
        <p:xfrm>
          <a:off x="408791" y="4579583"/>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grpSp>
        <p:nvGrpSpPr>
          <p:cNvPr id="51" name="Group 50">
            <a:extLst>
              <a:ext uri="{FF2B5EF4-FFF2-40B4-BE49-F238E27FC236}">
                <a16:creationId xmlns:a16="http://schemas.microsoft.com/office/drawing/2014/main" id="{09910CBE-5C43-5978-3267-ACA716911407}"/>
              </a:ext>
            </a:extLst>
          </p:cNvPr>
          <p:cNvGrpSpPr/>
          <p:nvPr userDrawn="1"/>
        </p:nvGrpSpPr>
        <p:grpSpPr>
          <a:xfrm>
            <a:off x="1893346" y="4066392"/>
            <a:ext cx="9655886" cy="202601"/>
            <a:chOff x="1893346" y="3506994"/>
            <a:chExt cx="9655886" cy="462579"/>
          </a:xfrm>
        </p:grpSpPr>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5069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5069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506994"/>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506994"/>
              <a:ext cx="0" cy="462579"/>
            </a:xfrm>
            <a:prstGeom prst="straightConnector1">
              <a:avLst/>
            </a:prstGeom>
            <a:noFill/>
            <a:ln w="25400" cap="flat" cmpd="sng" algn="ctr">
              <a:solidFill>
                <a:schemeClr val="accent4"/>
              </a:solidFill>
              <a:prstDash val="solid"/>
              <a:round/>
              <a:headEnd type="none" w="med" len="med"/>
              <a:tailEnd type="triangle"/>
            </a:ln>
            <a:effectLst/>
          </p:spPr>
        </p:cxnSp>
      </p:grpSp>
      <p:grpSp>
        <p:nvGrpSpPr>
          <p:cNvPr id="52" name="Group 51">
            <a:extLst>
              <a:ext uri="{FF2B5EF4-FFF2-40B4-BE49-F238E27FC236}">
                <a16:creationId xmlns:a16="http://schemas.microsoft.com/office/drawing/2014/main" id="{97106B2D-F7AC-6DAD-7593-917A8417F093}"/>
              </a:ext>
            </a:extLst>
          </p:cNvPr>
          <p:cNvGrpSpPr/>
          <p:nvPr userDrawn="1"/>
        </p:nvGrpSpPr>
        <p:grpSpPr>
          <a:xfrm>
            <a:off x="916193" y="4885766"/>
            <a:ext cx="9655886" cy="202601"/>
            <a:chOff x="916193" y="4573794"/>
            <a:chExt cx="9655886" cy="462579"/>
          </a:xfrm>
        </p:grpSpPr>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5737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573794"/>
              <a:ext cx="0" cy="462579"/>
            </a:xfrm>
            <a:prstGeom prst="straightConnector1">
              <a:avLst/>
            </a:prstGeom>
            <a:noFill/>
            <a:ln w="25400" cap="flat" cmpd="sng" algn="ctr">
              <a:solidFill>
                <a:schemeClr val="accent4"/>
              </a:solidFill>
              <a:prstDash val="solid"/>
              <a:round/>
              <a:headEnd type="none" w="med" len="med"/>
              <a:tailEnd type="triangle"/>
            </a:ln>
            <a:effectLst/>
          </p:spPr>
        </p:cxnSp>
      </p:grpSp>
      <p:sp>
        <p:nvSpPr>
          <p:cNvPr id="24" name="Text Placeholder 24">
            <a:extLst>
              <a:ext uri="{FF2B5EF4-FFF2-40B4-BE49-F238E27FC236}">
                <a16:creationId xmlns:a16="http://schemas.microsoft.com/office/drawing/2014/main" id="{90DBDADF-D595-5A73-C39E-C259903BC8DC}"/>
              </a:ext>
            </a:extLst>
          </p:cNvPr>
          <p:cNvSpPr>
            <a:spLocks noGrp="1"/>
          </p:cNvSpPr>
          <p:nvPr>
            <p:ph type="body" sz="quarter" idx="23"/>
          </p:nvPr>
        </p:nvSpPr>
        <p:spPr>
          <a:xfrm>
            <a:off x="688486" y="1459454"/>
            <a:ext cx="3259570"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6" name="Text Placeholder 24">
            <a:extLst>
              <a:ext uri="{FF2B5EF4-FFF2-40B4-BE49-F238E27FC236}">
                <a16:creationId xmlns:a16="http://schemas.microsoft.com/office/drawing/2014/main" id="{D7B52FD8-17ED-3369-4A39-D211A29C8598}"/>
              </a:ext>
            </a:extLst>
          </p:cNvPr>
          <p:cNvSpPr>
            <a:spLocks noGrp="1"/>
          </p:cNvSpPr>
          <p:nvPr>
            <p:ph type="body" sz="quarter" idx="24"/>
          </p:nvPr>
        </p:nvSpPr>
        <p:spPr>
          <a:xfrm>
            <a:off x="4238514" y="1459454"/>
            <a:ext cx="3550022"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8" name="Text Placeholder 24">
            <a:extLst>
              <a:ext uri="{FF2B5EF4-FFF2-40B4-BE49-F238E27FC236}">
                <a16:creationId xmlns:a16="http://schemas.microsoft.com/office/drawing/2014/main" id="{BEA9AB67-DC81-7DC0-0294-CC632D70C68F}"/>
              </a:ext>
            </a:extLst>
          </p:cNvPr>
          <p:cNvSpPr>
            <a:spLocks noGrp="1"/>
          </p:cNvSpPr>
          <p:nvPr>
            <p:ph type="body" sz="quarter" idx="25"/>
          </p:nvPr>
        </p:nvSpPr>
        <p:spPr>
          <a:xfrm>
            <a:off x="8068235" y="1459454"/>
            <a:ext cx="3722147"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54" name="Straight Connector 53">
            <a:extLst>
              <a:ext uri="{FF2B5EF4-FFF2-40B4-BE49-F238E27FC236}">
                <a16:creationId xmlns:a16="http://schemas.microsoft.com/office/drawing/2014/main" id="{1C44C6EC-54BD-43E3-1006-B8DCA6DAA571}"/>
              </a:ext>
            </a:extLst>
          </p:cNvPr>
          <p:cNvCxnSpPr/>
          <p:nvPr userDrawn="1"/>
        </p:nvCxnSpPr>
        <p:spPr bwMode="auto">
          <a:xfrm>
            <a:off x="4087906" y="1484554"/>
            <a:ext cx="0" cy="957431"/>
          </a:xfrm>
          <a:prstGeom prst="line">
            <a:avLst/>
          </a:prstGeom>
          <a:noFill/>
          <a:ln w="15875" cap="flat" cmpd="sng" algn="ctr">
            <a:solidFill>
              <a:schemeClr val="bg2"/>
            </a:solidFill>
            <a:prstDash val="sysDot"/>
            <a:round/>
            <a:headEnd type="none" w="med" len="med"/>
            <a:tailEnd type="none" w="med" len="med"/>
          </a:ln>
          <a:effectLst/>
        </p:spPr>
      </p:cxnSp>
      <p:cxnSp>
        <p:nvCxnSpPr>
          <p:cNvPr id="55" name="Straight Connector 54">
            <a:extLst>
              <a:ext uri="{FF2B5EF4-FFF2-40B4-BE49-F238E27FC236}">
                <a16:creationId xmlns:a16="http://schemas.microsoft.com/office/drawing/2014/main" id="{D9B47D26-C473-C935-80C4-7EB2A88E269D}"/>
              </a:ext>
            </a:extLst>
          </p:cNvPr>
          <p:cNvCxnSpPr/>
          <p:nvPr userDrawn="1"/>
        </p:nvCxnSpPr>
        <p:spPr bwMode="auto">
          <a:xfrm>
            <a:off x="7924800" y="1484554"/>
            <a:ext cx="0" cy="957431"/>
          </a:xfrm>
          <a:prstGeom prst="line">
            <a:avLst/>
          </a:prstGeom>
          <a:noFill/>
          <a:ln w="15875" cap="flat" cmpd="sng" algn="ctr">
            <a:solidFill>
              <a:schemeClr val="bg2"/>
            </a:solidFill>
            <a:prstDash val="sysDot"/>
            <a:round/>
            <a:headEnd type="none" w="med" len="med"/>
            <a:tailEnd type="none" w="med" len="med"/>
          </a:ln>
          <a:effectLst/>
        </p:spPr>
      </p:cxnSp>
      <p:pic>
        <p:nvPicPr>
          <p:cNvPr id="7" name="Picture 6" descr="A blue and grey text on a black background&#10;&#10;AI-generated content may be incorrect.">
            <a:extLst>
              <a:ext uri="{FF2B5EF4-FFF2-40B4-BE49-F238E27FC236}">
                <a16:creationId xmlns:a16="http://schemas.microsoft.com/office/drawing/2014/main" id="{AD1A9176-297E-B066-0C0D-695BEB72569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32772421"/>
      </p:ext>
    </p:extLst>
  </p:cSld>
  <p:clrMapOvr>
    <a:masterClrMapping/>
  </p:clrMapOvr>
  <p:transition spd="med"/>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Infographic 4 items">
    <p:spTree>
      <p:nvGrpSpPr>
        <p:cNvPr id="1" name=""/>
        <p:cNvGrpSpPr/>
        <p:nvPr/>
      </p:nvGrpSpPr>
      <p:grpSpPr>
        <a:xfrm>
          <a:off x="0" y="0"/>
          <a:ext cx="0" cy="0"/>
          <a:chOff x="0" y="0"/>
          <a:chExt cx="0" cy="0"/>
        </a:xfrm>
      </p:grpSpPr>
      <p:sp>
        <p:nvSpPr>
          <p:cNvPr id="3" name="Freeform 5">
            <a:extLst>
              <a:ext uri="{FF2B5EF4-FFF2-40B4-BE49-F238E27FC236}">
                <a16:creationId xmlns:a16="http://schemas.microsoft.com/office/drawing/2014/main" id="{91EF007A-D149-789F-9D78-C745A68DF558}"/>
              </a:ext>
            </a:extLst>
          </p:cNvPr>
          <p:cNvSpPr>
            <a:spLocks/>
          </p:cNvSpPr>
          <p:nvPr userDrawn="1"/>
        </p:nvSpPr>
        <p:spPr bwMode="auto">
          <a:xfrm>
            <a:off x="3327798" y="2706675"/>
            <a:ext cx="1498033" cy="693201"/>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8" name="Freeform 6">
            <a:extLst>
              <a:ext uri="{FF2B5EF4-FFF2-40B4-BE49-F238E27FC236}">
                <a16:creationId xmlns:a16="http://schemas.microsoft.com/office/drawing/2014/main" id="{50A312F1-92D8-BFF6-4E87-73A8F36CEE33}"/>
              </a:ext>
            </a:extLst>
          </p:cNvPr>
          <p:cNvSpPr>
            <a:spLocks/>
          </p:cNvSpPr>
          <p:nvPr userDrawn="1"/>
        </p:nvSpPr>
        <p:spPr bwMode="auto">
          <a:xfrm>
            <a:off x="3220796" y="3697349"/>
            <a:ext cx="1984142" cy="1438501"/>
          </a:xfrm>
          <a:custGeom>
            <a:avLst/>
            <a:gdLst>
              <a:gd name="T0" fmla="*/ 1653 w 1653"/>
              <a:gd name="T1" fmla="*/ 0 h 798"/>
              <a:gd name="T2" fmla="*/ 1135 w 1653"/>
              <a:gd name="T3" fmla="*/ 0 h 798"/>
              <a:gd name="T4" fmla="*/ 935 w 1653"/>
              <a:gd name="T5" fmla="*/ 200 h 798"/>
              <a:gd name="T6" fmla="*/ 935 w 1653"/>
              <a:gd name="T7" fmla="*/ 598 h 798"/>
              <a:gd name="T8" fmla="*/ 735 w 1653"/>
              <a:gd name="T9" fmla="*/ 798 h 798"/>
              <a:gd name="T10" fmla="*/ 0 w 1653"/>
              <a:gd name="T11" fmla="*/ 798 h 798"/>
              <a:gd name="connsiteX0" fmla="*/ 15394 w 15394"/>
              <a:gd name="connsiteY0" fmla="*/ 0 h 10000"/>
              <a:gd name="connsiteX1" fmla="*/ 12260 w 15394"/>
              <a:gd name="connsiteY1" fmla="*/ 0 h 10000"/>
              <a:gd name="connsiteX2" fmla="*/ 11050 w 15394"/>
              <a:gd name="connsiteY2" fmla="*/ 2506 h 10000"/>
              <a:gd name="connsiteX3" fmla="*/ 11050 w 15394"/>
              <a:gd name="connsiteY3" fmla="*/ 7494 h 10000"/>
              <a:gd name="connsiteX4" fmla="*/ 9840 w 15394"/>
              <a:gd name="connsiteY4" fmla="*/ 10000 h 10000"/>
              <a:gd name="connsiteX5" fmla="*/ 0 w 15394"/>
              <a:gd name="connsiteY5" fmla="*/ 9959 h 10000"/>
              <a:gd name="connsiteX0" fmla="*/ 6977 w 6977"/>
              <a:gd name="connsiteY0" fmla="*/ 0 h 10041"/>
              <a:gd name="connsiteX1" fmla="*/ 3843 w 6977"/>
              <a:gd name="connsiteY1" fmla="*/ 0 h 10041"/>
              <a:gd name="connsiteX2" fmla="*/ 2633 w 6977"/>
              <a:gd name="connsiteY2" fmla="*/ 2506 h 10041"/>
              <a:gd name="connsiteX3" fmla="*/ 2633 w 6977"/>
              <a:gd name="connsiteY3" fmla="*/ 7494 h 10041"/>
              <a:gd name="connsiteX4" fmla="*/ 1423 w 6977"/>
              <a:gd name="connsiteY4" fmla="*/ 10000 h 10041"/>
              <a:gd name="connsiteX5" fmla="*/ 0 w 6977"/>
              <a:gd name="connsiteY5" fmla="*/ 10041 h 1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7" h="10041">
                <a:moveTo>
                  <a:pt x="6977" y="0"/>
                </a:moveTo>
                <a:lnTo>
                  <a:pt x="3843" y="0"/>
                </a:lnTo>
                <a:cubicBezTo>
                  <a:pt x="3172" y="0"/>
                  <a:pt x="2633" y="1128"/>
                  <a:pt x="2633" y="2506"/>
                </a:cubicBezTo>
                <a:lnTo>
                  <a:pt x="2633" y="7494"/>
                </a:lnTo>
                <a:cubicBezTo>
                  <a:pt x="2633" y="8872"/>
                  <a:pt x="2089" y="10000"/>
                  <a:pt x="1423" y="10000"/>
                </a:cubicBezTo>
                <a:lnTo>
                  <a:pt x="0" y="10041"/>
                </a:lnTo>
              </a:path>
            </a:pathLst>
          </a:custGeom>
          <a:noFill/>
          <a:ln w="38100" cap="rnd">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9" name="Freeform 5">
            <a:extLst>
              <a:ext uri="{FF2B5EF4-FFF2-40B4-BE49-F238E27FC236}">
                <a16:creationId xmlns:a16="http://schemas.microsoft.com/office/drawing/2014/main" id="{4F0B9143-B279-7279-0FC4-5C81A4DE6232}"/>
              </a:ext>
            </a:extLst>
          </p:cNvPr>
          <p:cNvSpPr>
            <a:spLocks/>
          </p:cNvSpPr>
          <p:nvPr userDrawn="1"/>
        </p:nvSpPr>
        <p:spPr bwMode="auto">
          <a:xfrm flipH="1" flipV="1">
            <a:off x="6615223" y="3599311"/>
            <a:ext cx="2274229" cy="1127787"/>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 name="connsiteX0" fmla="*/ 0 w 10000"/>
              <a:gd name="connsiteY0" fmla="*/ 30 h 10030"/>
              <a:gd name="connsiteX1" fmla="*/ 2246 w 10000"/>
              <a:gd name="connsiteY1" fmla="*/ 0 h 10030"/>
              <a:gd name="connsiteX2" fmla="*/ 4446 w 10000"/>
              <a:gd name="connsiteY2" fmla="*/ 30 h 10030"/>
              <a:gd name="connsiteX3" fmla="*/ 5656 w 10000"/>
              <a:gd name="connsiteY3" fmla="*/ 2539 h 10030"/>
              <a:gd name="connsiteX4" fmla="*/ 5656 w 10000"/>
              <a:gd name="connsiteY4" fmla="*/ 7521 h 10030"/>
              <a:gd name="connsiteX5" fmla="*/ 6866 w 10000"/>
              <a:gd name="connsiteY5" fmla="*/ 10030 h 10030"/>
              <a:gd name="connsiteX6" fmla="*/ 10000 w 10000"/>
              <a:gd name="connsiteY6" fmla="*/ 10030 h 10030"/>
              <a:gd name="connsiteX0" fmla="*/ 0 w 7754"/>
              <a:gd name="connsiteY0" fmla="*/ 0 h 10030"/>
              <a:gd name="connsiteX1" fmla="*/ 2200 w 7754"/>
              <a:gd name="connsiteY1" fmla="*/ 30 h 10030"/>
              <a:gd name="connsiteX2" fmla="*/ 3410 w 7754"/>
              <a:gd name="connsiteY2" fmla="*/ 2539 h 10030"/>
              <a:gd name="connsiteX3" fmla="*/ 3410 w 7754"/>
              <a:gd name="connsiteY3" fmla="*/ 7521 h 10030"/>
              <a:gd name="connsiteX4" fmla="*/ 4620 w 7754"/>
              <a:gd name="connsiteY4" fmla="*/ 10030 h 10030"/>
              <a:gd name="connsiteX5" fmla="*/ 7754 w 7754"/>
              <a:gd name="connsiteY5" fmla="*/ 1003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4" h="10030">
                <a:moveTo>
                  <a:pt x="0" y="0"/>
                </a:moveTo>
                <a:lnTo>
                  <a:pt x="2200" y="30"/>
                </a:lnTo>
                <a:cubicBezTo>
                  <a:pt x="2866" y="30"/>
                  <a:pt x="3410" y="1147"/>
                  <a:pt x="3410" y="2539"/>
                </a:cubicBezTo>
                <a:lnTo>
                  <a:pt x="3410" y="7521"/>
                </a:lnTo>
                <a:cubicBezTo>
                  <a:pt x="3410" y="8901"/>
                  <a:pt x="3949" y="10030"/>
                  <a:pt x="4620" y="10030"/>
                </a:cubicBezTo>
                <a:lnTo>
                  <a:pt x="7754" y="10030"/>
                </a:lnTo>
              </a:path>
            </a:pathLst>
          </a:custGeom>
          <a:noFill/>
          <a:ln w="38100"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0" name="Freeform 5">
            <a:extLst>
              <a:ext uri="{FF2B5EF4-FFF2-40B4-BE49-F238E27FC236}">
                <a16:creationId xmlns:a16="http://schemas.microsoft.com/office/drawing/2014/main" id="{F4E01309-A805-6233-263C-0AA887785298}"/>
              </a:ext>
            </a:extLst>
          </p:cNvPr>
          <p:cNvSpPr>
            <a:spLocks/>
          </p:cNvSpPr>
          <p:nvPr userDrawn="1"/>
        </p:nvSpPr>
        <p:spPr bwMode="auto">
          <a:xfrm flipH="1">
            <a:off x="6866287" y="2242736"/>
            <a:ext cx="2217717" cy="1133989"/>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2" name="Oval 11">
            <a:extLst>
              <a:ext uri="{FF2B5EF4-FFF2-40B4-BE49-F238E27FC236}">
                <a16:creationId xmlns:a16="http://schemas.microsoft.com/office/drawing/2014/main" id="{72CDF8FB-ECE5-650A-94CD-418F7CC11D1B}"/>
              </a:ext>
            </a:extLst>
          </p:cNvPr>
          <p:cNvSpPr/>
          <p:nvPr userDrawn="1"/>
        </p:nvSpPr>
        <p:spPr>
          <a:xfrm>
            <a:off x="8429723" y="4305992"/>
            <a:ext cx="771096" cy="771096"/>
          </a:xfrm>
          <a:prstGeom prst="ellipse">
            <a:avLst/>
          </a:prstGeom>
          <a:gradFill>
            <a:gsLst>
              <a:gs pos="2000">
                <a:schemeClr val="accent4"/>
              </a:gs>
              <a:gs pos="98000">
                <a:schemeClr val="accent4">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04</a:t>
            </a:r>
          </a:p>
        </p:txBody>
      </p:sp>
      <p:sp>
        <p:nvSpPr>
          <p:cNvPr id="26" name="Oval 30">
            <a:extLst>
              <a:ext uri="{FF2B5EF4-FFF2-40B4-BE49-F238E27FC236}">
                <a16:creationId xmlns:a16="http://schemas.microsoft.com/office/drawing/2014/main" id="{66FDCFFA-B5FF-01D3-F15E-64AC04E1DB6C}"/>
              </a:ext>
            </a:extLst>
          </p:cNvPr>
          <p:cNvSpPr/>
          <p:nvPr userDrawn="1"/>
        </p:nvSpPr>
        <p:spPr>
          <a:xfrm>
            <a:off x="4611424" y="2075367"/>
            <a:ext cx="2695975" cy="2688846"/>
          </a:xfrm>
          <a:prstGeom prst="ellipse">
            <a:avLst/>
          </a:prstGeom>
          <a:gradFill flip="none" rotWithShape="1">
            <a:gsLst>
              <a:gs pos="84000">
                <a:schemeClr val="accent2"/>
              </a:gs>
              <a:gs pos="14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endParaRPr>
          </a:p>
        </p:txBody>
      </p:sp>
      <p:sp>
        <p:nvSpPr>
          <p:cNvPr id="32" name="Oval 30">
            <a:extLst>
              <a:ext uri="{FF2B5EF4-FFF2-40B4-BE49-F238E27FC236}">
                <a16:creationId xmlns:a16="http://schemas.microsoft.com/office/drawing/2014/main" id="{3386D4E4-C1B1-7014-D753-5F3A575CA590}"/>
              </a:ext>
            </a:extLst>
          </p:cNvPr>
          <p:cNvSpPr/>
          <p:nvPr userDrawn="1"/>
        </p:nvSpPr>
        <p:spPr>
          <a:xfrm>
            <a:off x="8429723" y="1923764"/>
            <a:ext cx="771096" cy="771096"/>
          </a:xfrm>
          <a:prstGeom prst="ellipse">
            <a:avLst/>
          </a:prstGeom>
          <a:gradFill>
            <a:gsLst>
              <a:gs pos="1000">
                <a:schemeClr val="accent2"/>
              </a:gs>
              <a:gs pos="99000">
                <a:schemeClr val="accent2">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02</a:t>
            </a:r>
          </a:p>
        </p:txBody>
      </p:sp>
      <p:sp>
        <p:nvSpPr>
          <p:cNvPr id="34" name="Oval 33">
            <a:extLst>
              <a:ext uri="{FF2B5EF4-FFF2-40B4-BE49-F238E27FC236}">
                <a16:creationId xmlns:a16="http://schemas.microsoft.com/office/drawing/2014/main" id="{7DEC9DE4-68DC-C928-4F64-5988FEE5CC88}"/>
              </a:ext>
            </a:extLst>
          </p:cNvPr>
          <p:cNvSpPr/>
          <p:nvPr userDrawn="1"/>
        </p:nvSpPr>
        <p:spPr>
          <a:xfrm>
            <a:off x="2865626" y="4645989"/>
            <a:ext cx="771096" cy="771096"/>
          </a:xfrm>
          <a:prstGeom prst="ellipse">
            <a:avLst/>
          </a:prstGeom>
          <a:gradFill>
            <a:gsLst>
              <a:gs pos="44000">
                <a:schemeClr val="accent1">
                  <a:lumMod val="75000"/>
                </a:schemeClr>
              </a:gs>
              <a:gs pos="8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03</a:t>
            </a:r>
          </a:p>
        </p:txBody>
      </p:sp>
      <p:sp>
        <p:nvSpPr>
          <p:cNvPr id="35" name="Oval 30">
            <a:extLst>
              <a:ext uri="{FF2B5EF4-FFF2-40B4-BE49-F238E27FC236}">
                <a16:creationId xmlns:a16="http://schemas.microsoft.com/office/drawing/2014/main" id="{903D7D4E-52E2-89FD-137B-371FB6488B79}"/>
              </a:ext>
            </a:extLst>
          </p:cNvPr>
          <p:cNvSpPr/>
          <p:nvPr userDrawn="1"/>
        </p:nvSpPr>
        <p:spPr>
          <a:xfrm>
            <a:off x="3101832" y="2310794"/>
            <a:ext cx="771096" cy="771096"/>
          </a:xfrm>
          <a:prstGeom prst="ellipse">
            <a:avLst/>
          </a:prstGeom>
          <a:gradFill flip="none" rotWithShape="1">
            <a:gsLst>
              <a:gs pos="74000">
                <a:schemeClr val="accent3"/>
              </a:gs>
              <a:gs pos="12000">
                <a:schemeClr val="accent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01</a:t>
            </a:r>
          </a:p>
        </p:txBody>
      </p:sp>
      <p:sp>
        <p:nvSpPr>
          <p:cNvPr id="37" name="Text Placeholder 3">
            <a:extLst>
              <a:ext uri="{FF2B5EF4-FFF2-40B4-BE49-F238E27FC236}">
                <a16:creationId xmlns:a16="http://schemas.microsoft.com/office/drawing/2014/main" id="{7361C870-E8E8-5906-ECFC-47DE1DAF8DA3}"/>
              </a:ext>
            </a:extLst>
          </p:cNvPr>
          <p:cNvSpPr>
            <a:spLocks noGrp="1"/>
          </p:cNvSpPr>
          <p:nvPr>
            <p:ph type="body" sz="quarter" idx="18"/>
          </p:nvPr>
        </p:nvSpPr>
        <p:spPr>
          <a:xfrm>
            <a:off x="689955"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8" name="Text Placeholder 3">
            <a:extLst>
              <a:ext uri="{FF2B5EF4-FFF2-40B4-BE49-F238E27FC236}">
                <a16:creationId xmlns:a16="http://schemas.microsoft.com/office/drawing/2014/main" id="{5F1307D3-08A5-17D7-2909-34965108405F}"/>
              </a:ext>
            </a:extLst>
          </p:cNvPr>
          <p:cNvSpPr>
            <a:spLocks noGrp="1"/>
          </p:cNvSpPr>
          <p:nvPr>
            <p:ph type="body" sz="quarter" idx="19"/>
          </p:nvPr>
        </p:nvSpPr>
        <p:spPr>
          <a:xfrm>
            <a:off x="4630820" y="2936665"/>
            <a:ext cx="2676579" cy="1155700"/>
          </a:xfrm>
          <a:prstGeom prst="rect">
            <a:avLst/>
          </a:prstGeom>
        </p:spPr>
        <p:txBody>
          <a:bodyPr/>
          <a:lstStyle>
            <a:lvl1pPr marL="0" indent="0" algn="ctr">
              <a:buNone/>
              <a:defRPr sz="2400"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9" name="Text Placeholder 3">
            <a:extLst>
              <a:ext uri="{FF2B5EF4-FFF2-40B4-BE49-F238E27FC236}">
                <a16:creationId xmlns:a16="http://schemas.microsoft.com/office/drawing/2014/main" id="{912AD695-5AC1-3B91-AFFC-158E5D2C091C}"/>
              </a:ext>
            </a:extLst>
          </p:cNvPr>
          <p:cNvSpPr>
            <a:spLocks noGrp="1"/>
          </p:cNvSpPr>
          <p:nvPr>
            <p:ph type="body" sz="quarter" idx="20"/>
          </p:nvPr>
        </p:nvSpPr>
        <p:spPr>
          <a:xfrm>
            <a:off x="689956"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1" name="Text Placeholder 3">
            <a:extLst>
              <a:ext uri="{FF2B5EF4-FFF2-40B4-BE49-F238E27FC236}">
                <a16:creationId xmlns:a16="http://schemas.microsoft.com/office/drawing/2014/main" id="{75FA4AA7-AF59-41E0-28FD-6B2BE1B7834A}"/>
              </a:ext>
            </a:extLst>
          </p:cNvPr>
          <p:cNvSpPr>
            <a:spLocks noGrp="1"/>
          </p:cNvSpPr>
          <p:nvPr>
            <p:ph type="body" sz="quarter" idx="22"/>
          </p:nvPr>
        </p:nvSpPr>
        <p:spPr>
          <a:xfrm>
            <a:off x="689955"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76BAAA0D-0035-2ECD-7C78-3DEDF4C3D67E}"/>
              </a:ext>
            </a:extLst>
          </p:cNvPr>
          <p:cNvSpPr>
            <a:spLocks noGrp="1"/>
          </p:cNvSpPr>
          <p:nvPr>
            <p:ph type="body" sz="quarter" idx="23"/>
          </p:nvPr>
        </p:nvSpPr>
        <p:spPr>
          <a:xfrm>
            <a:off x="689956"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771E4611-158F-F7E5-B5F1-2C1A47830472}"/>
              </a:ext>
            </a:extLst>
          </p:cNvPr>
          <p:cNvSpPr>
            <a:spLocks noGrp="1"/>
          </p:cNvSpPr>
          <p:nvPr>
            <p:ph type="body" sz="quarter" idx="24"/>
          </p:nvPr>
        </p:nvSpPr>
        <p:spPr>
          <a:xfrm>
            <a:off x="9301940"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6B297F86-1975-A06A-5930-82C44B0DFA11}"/>
              </a:ext>
            </a:extLst>
          </p:cNvPr>
          <p:cNvSpPr>
            <a:spLocks noGrp="1"/>
          </p:cNvSpPr>
          <p:nvPr>
            <p:ph type="body" sz="quarter" idx="25"/>
          </p:nvPr>
        </p:nvSpPr>
        <p:spPr>
          <a:xfrm>
            <a:off x="9301941"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5" name="Text Placeholder 3">
            <a:extLst>
              <a:ext uri="{FF2B5EF4-FFF2-40B4-BE49-F238E27FC236}">
                <a16:creationId xmlns:a16="http://schemas.microsoft.com/office/drawing/2014/main" id="{99C5E33C-AA54-FE4F-6596-178E95DF594B}"/>
              </a:ext>
            </a:extLst>
          </p:cNvPr>
          <p:cNvSpPr>
            <a:spLocks noGrp="1"/>
          </p:cNvSpPr>
          <p:nvPr>
            <p:ph type="body" sz="quarter" idx="26"/>
          </p:nvPr>
        </p:nvSpPr>
        <p:spPr>
          <a:xfrm>
            <a:off x="9301940"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C607AA6C-23FD-FA19-9965-1D7464FDD78A}"/>
              </a:ext>
            </a:extLst>
          </p:cNvPr>
          <p:cNvSpPr>
            <a:spLocks noGrp="1"/>
          </p:cNvSpPr>
          <p:nvPr>
            <p:ph type="body" sz="quarter" idx="27"/>
          </p:nvPr>
        </p:nvSpPr>
        <p:spPr>
          <a:xfrm>
            <a:off x="9301941"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48" name="Straight Connector 47">
            <a:extLst>
              <a:ext uri="{FF2B5EF4-FFF2-40B4-BE49-F238E27FC236}">
                <a16:creationId xmlns:a16="http://schemas.microsoft.com/office/drawing/2014/main" id="{7D760BCF-A643-B08E-3CD4-C1013B7A14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CA863C-B99E-592B-E7CC-8672960DD64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5379C83-3234-73A8-FAB2-DCB58FB951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9B93CA91-270D-D0D4-F5F2-37DBBD5F3EF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85501088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AE4935A-0AC1-2CF8-EB06-5D7D1645946A}"/>
              </a:ext>
            </a:extLst>
          </p:cNvPr>
          <p:cNvCxnSpPr>
            <a:cxnSpLocks/>
          </p:cNvCxnSpPr>
          <p:nvPr/>
        </p:nvCxnSpPr>
        <p:spPr bwMode="auto">
          <a:xfrm flipV="1">
            <a:off x="6025185" y="1156030"/>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7" name="Straight Connector 6">
            <a:extLst>
              <a:ext uri="{FF2B5EF4-FFF2-40B4-BE49-F238E27FC236}">
                <a16:creationId xmlns:a16="http://schemas.microsoft.com/office/drawing/2014/main" id="{28C77441-8DB5-5FBA-282A-B65028DC75B2}"/>
              </a:ext>
            </a:extLst>
          </p:cNvPr>
          <p:cNvCxnSpPr>
            <a:cxnSpLocks/>
          </p:cNvCxnSpPr>
          <p:nvPr/>
        </p:nvCxnSpPr>
        <p:spPr bwMode="auto">
          <a:xfrm>
            <a:off x="1044205"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10" name="Straight Connector 9">
            <a:extLst>
              <a:ext uri="{FF2B5EF4-FFF2-40B4-BE49-F238E27FC236}">
                <a16:creationId xmlns:a16="http://schemas.microsoft.com/office/drawing/2014/main" id="{7E815F61-530B-822D-43E4-11FAC52612E7}"/>
              </a:ext>
            </a:extLst>
          </p:cNvPr>
          <p:cNvCxnSpPr>
            <a:cxnSpLocks/>
          </p:cNvCxnSpPr>
          <p:nvPr/>
        </p:nvCxnSpPr>
        <p:spPr bwMode="auto">
          <a:xfrm flipV="1">
            <a:off x="6025185" y="4007294"/>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14" name="Content Placeholder 15">
            <a:extLst>
              <a:ext uri="{FF2B5EF4-FFF2-40B4-BE49-F238E27FC236}">
                <a16:creationId xmlns:a16="http://schemas.microsoft.com/office/drawing/2014/main" id="{4CB479F3-AE2F-4CC5-D287-9EB885620DFF}"/>
              </a:ext>
            </a:extLst>
          </p:cNvPr>
          <p:cNvSpPr>
            <a:spLocks noGrp="1"/>
          </p:cNvSpPr>
          <p:nvPr userDrawn="1">
            <p:ph sz="quarter" idx="20"/>
          </p:nvPr>
        </p:nvSpPr>
        <p:spPr>
          <a:xfrm>
            <a:off x="1044205"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5">
            <a:extLst>
              <a:ext uri="{FF2B5EF4-FFF2-40B4-BE49-F238E27FC236}">
                <a16:creationId xmlns:a16="http://schemas.microsoft.com/office/drawing/2014/main" id="{464CAAD2-654B-6DCA-2543-EAB76BE9DD8D}"/>
              </a:ext>
            </a:extLst>
          </p:cNvPr>
          <p:cNvSpPr>
            <a:spLocks noGrp="1"/>
          </p:cNvSpPr>
          <p:nvPr userDrawn="1">
            <p:ph sz="quarter" idx="21"/>
          </p:nvPr>
        </p:nvSpPr>
        <p:spPr>
          <a:xfrm>
            <a:off x="1044205"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C1704C04-9CB2-B0BF-1810-583C049D4A90}"/>
              </a:ext>
            </a:extLst>
          </p:cNvPr>
          <p:cNvSpPr>
            <a:spLocks noGrp="1"/>
          </p:cNvSpPr>
          <p:nvPr userDrawn="1">
            <p:ph sz="quarter" idx="22"/>
          </p:nvPr>
        </p:nvSpPr>
        <p:spPr>
          <a:xfrm>
            <a:off x="6093232"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AE3AA688-094A-F84B-FF21-472B882DAB02}"/>
              </a:ext>
            </a:extLst>
          </p:cNvPr>
          <p:cNvSpPr>
            <a:spLocks noGrp="1"/>
          </p:cNvSpPr>
          <p:nvPr userDrawn="1">
            <p:ph sz="quarter" idx="23"/>
          </p:nvPr>
        </p:nvSpPr>
        <p:spPr>
          <a:xfrm>
            <a:off x="6093232"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BC28513F-A5A1-9131-B9A0-01AD39AE7A15}"/>
              </a:ext>
            </a:extLst>
          </p:cNvPr>
          <p:cNvCxnSpPr>
            <a:cxnSpLocks/>
          </p:cNvCxnSpPr>
          <p:nvPr userDrawn="1"/>
        </p:nvCxnSpPr>
        <p:spPr bwMode="auto">
          <a:xfrm>
            <a:off x="6414227"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24" name="Octagon 23">
            <a:extLst>
              <a:ext uri="{FF2B5EF4-FFF2-40B4-BE49-F238E27FC236}">
                <a16:creationId xmlns:a16="http://schemas.microsoft.com/office/drawing/2014/main" id="{54D851A6-FA83-F073-96F1-A60C4526306B}"/>
              </a:ext>
            </a:extLst>
          </p:cNvPr>
          <p:cNvSpPr/>
          <p:nvPr userDrawn="1"/>
        </p:nvSpPr>
        <p:spPr>
          <a:xfrm>
            <a:off x="5817721" y="3434897"/>
            <a:ext cx="413272" cy="413272"/>
          </a:xfrm>
          <a:prstGeom prst="octagon">
            <a:avLst/>
          </a:prstGeom>
          <a:noFill/>
          <a:ln w="19050" cap="rnd">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cxnSp>
        <p:nvCxnSpPr>
          <p:cNvPr id="26" name="Straight Connector 25">
            <a:extLst>
              <a:ext uri="{FF2B5EF4-FFF2-40B4-BE49-F238E27FC236}">
                <a16:creationId xmlns:a16="http://schemas.microsoft.com/office/drawing/2014/main" id="{A190F1A6-7BD3-1E26-69E9-BE485297F66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E1BA952-2C68-9063-FA5A-0D0945C7117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4" name="Picture 3" descr="A blue and grey text on a black background&#10;&#10;AI-generated content may be incorrect.">
            <a:extLst>
              <a:ext uri="{FF2B5EF4-FFF2-40B4-BE49-F238E27FC236}">
                <a16:creationId xmlns:a16="http://schemas.microsoft.com/office/drawing/2014/main" id="{888B8A50-01DF-0A80-06F1-E44DF5423CD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457117506"/>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ashboard-3boxes+Takeaway">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14000">
                <a:schemeClr val="accent4"/>
              </a:gs>
              <a:gs pos="84000">
                <a:schemeClr val="accent2"/>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4922"/>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00B8E5DA-C61F-4682-81DC-8AEEDB256155}"/>
              </a:ext>
            </a:extLst>
          </p:cNvPr>
          <p:cNvSpPr>
            <a:spLocks noGrp="1"/>
          </p:cNvSpPr>
          <p:nvPr>
            <p:ph type="body" sz="quarter" idx="24"/>
          </p:nvPr>
        </p:nvSpPr>
        <p:spPr>
          <a:xfrm>
            <a:off x="4303713" y="5843588"/>
            <a:ext cx="7653337" cy="368300"/>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sp>
        <p:nvSpPr>
          <p:cNvPr id="2" name="Title 1">
            <a:extLst>
              <a:ext uri="{FF2B5EF4-FFF2-40B4-BE49-F238E27FC236}">
                <a16:creationId xmlns:a16="http://schemas.microsoft.com/office/drawing/2014/main" id="{BD81C799-FB79-F74C-F6C2-5C1E0B4D2ED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6CAE54AF-0164-4244-1607-5F54E0FF9A5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8" name="Picture 7" descr="A blue and grey text on a black background&#10;&#10;AI-generated content may be incorrect.">
            <a:extLst>
              <a:ext uri="{FF2B5EF4-FFF2-40B4-BE49-F238E27FC236}">
                <a16:creationId xmlns:a16="http://schemas.microsoft.com/office/drawing/2014/main" id="{920D111F-CB95-1B2A-3C34-D87A7726DFC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57332407"/>
      </p:ext>
    </p:extLst>
  </p:cSld>
  <p:clrMapOvr>
    <a:masterClrMapping/>
  </p:clrMapOvr>
  <p:transition spd="med"/>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Highlights-5 boxes">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8192195" y="144966"/>
            <a:ext cx="3886198" cy="6316099"/>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Round Same Side Corner Rectangle 1">
            <a:extLst>
              <a:ext uri="{FF2B5EF4-FFF2-40B4-BE49-F238E27FC236}">
                <a16:creationId xmlns:a16="http://schemas.microsoft.com/office/drawing/2014/main" id="{2CAB64C5-159F-2095-A1A9-78F4C574992B}"/>
              </a:ext>
            </a:extLst>
          </p:cNvPr>
          <p:cNvSpPr/>
          <p:nvPr userDrawn="1"/>
        </p:nvSpPr>
        <p:spPr>
          <a:xfrm flipH="1">
            <a:off x="4232960" y="890751"/>
            <a:ext cx="3886198" cy="5570313"/>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308400" y="925246"/>
            <a:ext cx="3731392"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08399" y="1359067"/>
            <a:ext cx="3731393" cy="5018085"/>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3405"/>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2559"/>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262971"/>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3958777"/>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696791"/>
            <a:ext cx="3786187" cy="2005413"/>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396989"/>
            <a:ext cx="3786187" cy="1959205"/>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6" name="Text Placeholder 2">
            <a:extLst>
              <a:ext uri="{FF2B5EF4-FFF2-40B4-BE49-F238E27FC236}">
                <a16:creationId xmlns:a16="http://schemas.microsoft.com/office/drawing/2014/main" id="{9880CD87-5D12-F85A-6FA0-C25A7876485C}"/>
              </a:ext>
            </a:extLst>
          </p:cNvPr>
          <p:cNvSpPr>
            <a:spLocks noGrp="1"/>
          </p:cNvSpPr>
          <p:nvPr>
            <p:ph type="body" sz="quarter" idx="27" hasCustomPrompt="1"/>
          </p:nvPr>
        </p:nvSpPr>
        <p:spPr>
          <a:xfrm>
            <a:off x="8242964" y="189689"/>
            <a:ext cx="374004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3" name="Title 1">
            <a:extLst>
              <a:ext uri="{FF2B5EF4-FFF2-40B4-BE49-F238E27FC236}">
                <a16:creationId xmlns:a16="http://schemas.microsoft.com/office/drawing/2014/main" id="{7F8D1696-9A2B-ACF1-0176-94271C1C6556}"/>
              </a:ext>
            </a:extLst>
          </p:cNvPr>
          <p:cNvSpPr>
            <a:spLocks noGrp="1"/>
          </p:cNvSpPr>
          <p:nvPr>
            <p:ph type="title" hasCustomPrompt="1"/>
          </p:nvPr>
        </p:nvSpPr>
        <p:spPr>
          <a:xfrm>
            <a:off x="1044205" y="351138"/>
            <a:ext cx="6995587"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6" name="Picture 5" descr="A blue and grey text on a black background&#10;&#10;AI-generated content may be incorrect.">
            <a:extLst>
              <a:ext uri="{FF2B5EF4-FFF2-40B4-BE49-F238E27FC236}">
                <a16:creationId xmlns:a16="http://schemas.microsoft.com/office/drawing/2014/main" id="{E135E731-2F39-DD98-B0C7-35B48C2DA125}"/>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96749463"/>
      </p:ext>
    </p:extLst>
  </p:cSld>
  <p:clrMapOvr>
    <a:masterClrMapping/>
  </p:clrMapOvr>
  <p:transition spd="med"/>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Dashboard 3 boxe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650F2426-66F8-976F-4B48-A49E8EFEF02A}"/>
              </a:ext>
            </a:extLst>
          </p:cNvPr>
          <p:cNvSpPr/>
          <p:nvPr userDrawn="1"/>
        </p:nvSpPr>
        <p:spPr>
          <a:xfrm flipV="1">
            <a:off x="186985" y="139700"/>
            <a:ext cx="11818030" cy="1001562"/>
          </a:xfrm>
          <a:prstGeom prst="round2SameRect">
            <a:avLst>
              <a:gd name="adj1" fmla="val 10978"/>
              <a:gd name="adj2" fmla="val 895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lvl="0"/>
            <a:endParaRPr lang="en-US" b="0" i="0">
              <a:latin typeface="Barlow Light" pitchFamily="2" charset="77"/>
            </a:endParaRPr>
          </a:p>
        </p:txBody>
      </p:sp>
      <p:sp>
        <p:nvSpPr>
          <p:cNvPr id="8" name="Freeform 7">
            <a:extLst>
              <a:ext uri="{FF2B5EF4-FFF2-40B4-BE49-F238E27FC236}">
                <a16:creationId xmlns:a16="http://schemas.microsoft.com/office/drawing/2014/main" id="{84714496-134E-7866-68E5-0C42014D990F}"/>
              </a:ext>
            </a:extLst>
          </p:cNvPr>
          <p:cNvSpPr/>
          <p:nvPr userDrawn="1"/>
        </p:nvSpPr>
        <p:spPr>
          <a:xfrm rot="5400000" flipH="1">
            <a:off x="801522" y="-263641"/>
            <a:ext cx="462551" cy="989833"/>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4" name="Text Placeholder 2">
            <a:extLst>
              <a:ext uri="{FF2B5EF4-FFF2-40B4-BE49-F238E27FC236}">
                <a16:creationId xmlns:a16="http://schemas.microsoft.com/office/drawing/2014/main" id="{D48A63FD-F58D-3236-84A4-DF2F8BA7A8E1}"/>
              </a:ext>
            </a:extLst>
          </p:cNvPr>
          <p:cNvSpPr>
            <a:spLocks noGrp="1"/>
          </p:cNvSpPr>
          <p:nvPr>
            <p:ph type="body" sz="quarter" idx="16"/>
          </p:nvPr>
        </p:nvSpPr>
        <p:spPr>
          <a:xfrm>
            <a:off x="3833894" y="426205"/>
            <a:ext cx="7913606" cy="400110"/>
          </a:xfrm>
          <a:prstGeom prst="rect">
            <a:avLst/>
          </a:prstGeom>
        </p:spPr>
        <p:txBody>
          <a:bodyPr wrap="square" anchor="ctr">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a:solidFill>
                  <a:schemeClr val="bg1"/>
                </a:solidFill>
                <a:latin typeface="+mn-lt"/>
              </a:defRPr>
            </a:lvl2pPr>
            <a:lvl3pPr marL="342900" indent="0">
              <a:buClr>
                <a:schemeClr val="bg2"/>
              </a:buClr>
              <a:buSzPct val="100000"/>
              <a:buFont typeface="Arial" panose="020B0604020202020204" pitchFamily="34" charset="0"/>
              <a:buNone/>
              <a:tabLst/>
              <a:defRPr sz="1400">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6" name="Text Placeholder 2">
            <a:extLst>
              <a:ext uri="{FF2B5EF4-FFF2-40B4-BE49-F238E27FC236}">
                <a16:creationId xmlns:a16="http://schemas.microsoft.com/office/drawing/2014/main" id="{805DE77A-998E-A544-AC94-E4C3653BB907}"/>
              </a:ext>
            </a:extLst>
          </p:cNvPr>
          <p:cNvSpPr>
            <a:spLocks noGrp="1"/>
          </p:cNvSpPr>
          <p:nvPr>
            <p:ph type="body" sz="quarter" idx="17" hasCustomPrompt="1"/>
          </p:nvPr>
        </p:nvSpPr>
        <p:spPr>
          <a:xfrm>
            <a:off x="239794" y="456983"/>
            <a:ext cx="3492501"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0">
                <a:schemeClr val="accent4"/>
              </a:gs>
              <a:gs pos="100000">
                <a:schemeClr val="accent2"/>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2827"/>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8B18D126-5EE8-F59F-E83F-01EDD4F64267}"/>
              </a:ext>
            </a:extLst>
          </p:cNvPr>
          <p:cNvSpPr>
            <a:spLocks noGrp="1"/>
          </p:cNvSpPr>
          <p:nvPr>
            <p:ph type="body" sz="quarter" idx="24"/>
          </p:nvPr>
        </p:nvSpPr>
        <p:spPr>
          <a:xfrm>
            <a:off x="4343401" y="5843588"/>
            <a:ext cx="7513638" cy="407987"/>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pic>
        <p:nvPicPr>
          <p:cNvPr id="6" name="Picture 5" descr="A blue and grey text on a black background&#10;&#10;AI-generated content may be incorrect.">
            <a:extLst>
              <a:ext uri="{FF2B5EF4-FFF2-40B4-BE49-F238E27FC236}">
                <a16:creationId xmlns:a16="http://schemas.microsoft.com/office/drawing/2014/main" id="{125CAE4C-B02F-E37D-DB91-874B580D07DC}"/>
              </a:ext>
            </a:extLst>
          </p:cNvPr>
          <p:cNvPicPr>
            <a:picLocks noChangeAspect="1"/>
          </p:cNvPicPr>
          <p:nvPr userDrawn="1"/>
        </p:nvPicPr>
        <p:blipFill>
          <a:blip r:embed="rId2"/>
          <a:srcRect l="5454" t="16383" r="73842" b="32609"/>
          <a:stretch/>
        </p:blipFill>
        <p:spPr>
          <a:xfrm>
            <a:off x="876587" y="67340"/>
            <a:ext cx="282302" cy="265844"/>
          </a:xfrm>
          <a:prstGeom prst="rect">
            <a:avLst/>
          </a:prstGeom>
        </p:spPr>
      </p:pic>
    </p:spTree>
    <p:extLst>
      <p:ext uri="{BB962C8B-B14F-4D97-AF65-F5344CB8AC3E}">
        <p14:creationId xmlns:p14="http://schemas.microsoft.com/office/powerpoint/2010/main" val="3451333797"/>
      </p:ext>
    </p:extLst>
  </p:cSld>
  <p:clrMapOvr>
    <a:masterClrMapping/>
  </p:clrMapOvr>
  <p:transition spd="med"/>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ashboard 5 boxe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2CF3B352-BA50-0B57-9002-92315646989A}"/>
              </a:ext>
            </a:extLst>
          </p:cNvPr>
          <p:cNvSpPr/>
          <p:nvPr userDrawn="1"/>
        </p:nvSpPr>
        <p:spPr>
          <a:xfrm>
            <a:off x="7875038" y="1307167"/>
            <a:ext cx="3911285" cy="5112160"/>
          </a:xfrm>
          <a:prstGeom prst="roundRect">
            <a:avLst>
              <a:gd name="adj" fmla="val 1773"/>
            </a:avLst>
          </a:prstGeom>
          <a:gradFill>
            <a:gsLst>
              <a:gs pos="100000">
                <a:schemeClr val="bg1"/>
              </a:gs>
              <a:gs pos="0">
                <a:schemeClr val="bg1">
                  <a:lumMod val="85000"/>
                </a:schemeClr>
              </a:gs>
            </a:gsLst>
            <a:lin ang="2700000" scaled="1"/>
          </a:gradFill>
          <a:ln w="31750" cap="flat">
            <a:noFill/>
            <a:prstDash val="solid"/>
            <a:miter/>
          </a:ln>
          <a:effectLst>
            <a:outerShdw blurRad="177125" dist="38100" dir="2700000" algn="tl" rotWithShape="0">
              <a:prstClr val="black">
                <a:alpha val="23519"/>
              </a:prstClr>
            </a:outerShdw>
          </a:effectLst>
        </p:spPr>
        <p:txBody>
          <a:bodyPr rtlCol="0" anchor="ctr"/>
          <a:lstStyle/>
          <a:p>
            <a:pPr lvl="0"/>
            <a:endParaRPr lang="en-US" b="0" i="0">
              <a:latin typeface="Barlow Light" pitchFamily="2" charset="77"/>
            </a:endParaRPr>
          </a:p>
        </p:txBody>
      </p:sp>
      <p:cxnSp>
        <p:nvCxnSpPr>
          <p:cNvPr id="12" name="Straight Connector 11">
            <a:extLst>
              <a:ext uri="{FF2B5EF4-FFF2-40B4-BE49-F238E27FC236}">
                <a16:creationId xmlns:a16="http://schemas.microsoft.com/office/drawing/2014/main" id="{00D46176-7F36-3D55-54BC-BB7BDBF1B5EE}"/>
              </a:ext>
            </a:extLst>
          </p:cNvPr>
          <p:cNvCxnSpPr>
            <a:cxnSpLocks/>
          </p:cNvCxnSpPr>
          <p:nvPr userDrawn="1"/>
        </p:nvCxnSpPr>
        <p:spPr bwMode="auto">
          <a:xfrm>
            <a:off x="405677" y="6419334"/>
            <a:ext cx="7421331" cy="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3" name="Rounded Rectangle 12">
            <a:extLst>
              <a:ext uri="{FF2B5EF4-FFF2-40B4-BE49-F238E27FC236}">
                <a16:creationId xmlns:a16="http://schemas.microsoft.com/office/drawing/2014/main" id="{6F8F1BCE-7115-8124-4FCC-4E6521E58943}"/>
              </a:ext>
            </a:extLst>
          </p:cNvPr>
          <p:cNvSpPr/>
          <p:nvPr userDrawn="1"/>
        </p:nvSpPr>
        <p:spPr>
          <a:xfrm>
            <a:off x="607378" y="1307167"/>
            <a:ext cx="3337560" cy="369332"/>
          </a:xfrm>
          <a:prstGeom prst="roundRect">
            <a:avLst>
              <a:gd name="adj" fmla="val 19095"/>
            </a:avLst>
          </a:prstGeom>
          <a:gradFill flip="none" rotWithShape="1">
            <a:gsLst>
              <a:gs pos="84000">
                <a:schemeClr val="accent2"/>
              </a:gs>
              <a:gs pos="14000">
                <a:schemeClr val="accent4"/>
              </a:gs>
            </a:gsLst>
            <a:lin ang="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Rounded Rectangle 15">
            <a:extLst>
              <a:ext uri="{FF2B5EF4-FFF2-40B4-BE49-F238E27FC236}">
                <a16:creationId xmlns:a16="http://schemas.microsoft.com/office/drawing/2014/main" id="{663D9B64-D99E-9265-AD58-F7C26251688F}"/>
              </a:ext>
            </a:extLst>
          </p:cNvPr>
          <p:cNvSpPr/>
          <p:nvPr userDrawn="1"/>
        </p:nvSpPr>
        <p:spPr>
          <a:xfrm>
            <a:off x="4264977" y="1307167"/>
            <a:ext cx="3337560" cy="369332"/>
          </a:xfrm>
          <a:prstGeom prst="roundRect">
            <a:avLst>
              <a:gd name="adj" fmla="val 19095"/>
            </a:avLst>
          </a:prstGeom>
          <a:gradFill flip="none" rotWithShape="1">
            <a:gsLst>
              <a:gs pos="84000">
                <a:schemeClr val="accent2"/>
              </a:gs>
              <a:gs pos="14000">
                <a:schemeClr val="accent4"/>
              </a:gs>
            </a:gsLst>
            <a:lin ang="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8" name="Rounded Rectangle 17">
            <a:extLst>
              <a:ext uri="{FF2B5EF4-FFF2-40B4-BE49-F238E27FC236}">
                <a16:creationId xmlns:a16="http://schemas.microsoft.com/office/drawing/2014/main" id="{102F8DAE-2AEC-4F5B-EED6-DFD88B37A677}"/>
              </a:ext>
            </a:extLst>
          </p:cNvPr>
          <p:cNvSpPr/>
          <p:nvPr userDrawn="1"/>
        </p:nvSpPr>
        <p:spPr>
          <a:xfrm flipH="1">
            <a:off x="435147"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19" name="Rounded Rectangle 18">
            <a:extLst>
              <a:ext uri="{FF2B5EF4-FFF2-40B4-BE49-F238E27FC236}">
                <a16:creationId xmlns:a16="http://schemas.microsoft.com/office/drawing/2014/main" id="{04231578-A33B-5227-CDB5-9B4F64CD3A3C}"/>
              </a:ext>
            </a:extLst>
          </p:cNvPr>
          <p:cNvSpPr/>
          <p:nvPr userDrawn="1"/>
        </p:nvSpPr>
        <p:spPr>
          <a:xfrm>
            <a:off x="4181416"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1" name="Rounded Rectangle 20">
            <a:extLst>
              <a:ext uri="{FF2B5EF4-FFF2-40B4-BE49-F238E27FC236}">
                <a16:creationId xmlns:a16="http://schemas.microsoft.com/office/drawing/2014/main" id="{C701D814-2263-D781-37E3-58C17CC9920D}"/>
              </a:ext>
            </a:extLst>
          </p:cNvPr>
          <p:cNvSpPr/>
          <p:nvPr userDrawn="1"/>
        </p:nvSpPr>
        <p:spPr>
          <a:xfrm>
            <a:off x="436041" y="4169108"/>
            <a:ext cx="238553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2" name="Rounded Rectangle 21">
            <a:extLst>
              <a:ext uri="{FF2B5EF4-FFF2-40B4-BE49-F238E27FC236}">
                <a16:creationId xmlns:a16="http://schemas.microsoft.com/office/drawing/2014/main" id="{2A2F2EB1-39D3-E286-3FB6-BB416B06BB4E}"/>
              </a:ext>
            </a:extLst>
          </p:cNvPr>
          <p:cNvSpPr/>
          <p:nvPr userDrawn="1"/>
        </p:nvSpPr>
        <p:spPr>
          <a:xfrm>
            <a:off x="2928730" y="4169108"/>
            <a:ext cx="488246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502276" y="4261588"/>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7" name="Text Placeholder 2">
            <a:extLst>
              <a:ext uri="{FF2B5EF4-FFF2-40B4-BE49-F238E27FC236}">
                <a16:creationId xmlns:a16="http://schemas.microsoft.com/office/drawing/2014/main" id="{436F9891-38D9-64C2-79FD-33DC73468F4B}"/>
              </a:ext>
            </a:extLst>
          </p:cNvPr>
          <p:cNvSpPr>
            <a:spLocks noGrp="1"/>
          </p:cNvSpPr>
          <p:nvPr>
            <p:ph type="body" sz="quarter" idx="17" hasCustomPrompt="1"/>
          </p:nvPr>
        </p:nvSpPr>
        <p:spPr>
          <a:xfrm>
            <a:off x="47651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8" name="Text Placeholder 2">
            <a:extLst>
              <a:ext uri="{FF2B5EF4-FFF2-40B4-BE49-F238E27FC236}">
                <a16:creationId xmlns:a16="http://schemas.microsoft.com/office/drawing/2014/main" id="{36D932A8-E6C6-2BF2-5CC0-FDAF4ED53789}"/>
              </a:ext>
            </a:extLst>
          </p:cNvPr>
          <p:cNvSpPr>
            <a:spLocks noGrp="1"/>
          </p:cNvSpPr>
          <p:nvPr>
            <p:ph type="body" sz="quarter" idx="18" hasCustomPrompt="1"/>
          </p:nvPr>
        </p:nvSpPr>
        <p:spPr>
          <a:xfrm>
            <a:off x="421675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9" name="Text Placeholder 2">
            <a:extLst>
              <a:ext uri="{FF2B5EF4-FFF2-40B4-BE49-F238E27FC236}">
                <a16:creationId xmlns:a16="http://schemas.microsoft.com/office/drawing/2014/main" id="{3DDC0CE8-7DCE-FDED-F796-5755D91E3D79}"/>
              </a:ext>
            </a:extLst>
          </p:cNvPr>
          <p:cNvSpPr>
            <a:spLocks noGrp="1"/>
          </p:cNvSpPr>
          <p:nvPr>
            <p:ph type="body" sz="quarter" idx="19" hasCustomPrompt="1"/>
          </p:nvPr>
        </p:nvSpPr>
        <p:spPr>
          <a:xfrm>
            <a:off x="541929" y="979868"/>
            <a:ext cx="7211154" cy="308020"/>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0" name="Text Placeholder 2">
            <a:extLst>
              <a:ext uri="{FF2B5EF4-FFF2-40B4-BE49-F238E27FC236}">
                <a16:creationId xmlns:a16="http://schemas.microsoft.com/office/drawing/2014/main" id="{FDA87CB4-D56E-601B-9EBD-D641CB21BD8D}"/>
              </a:ext>
            </a:extLst>
          </p:cNvPr>
          <p:cNvSpPr>
            <a:spLocks noGrp="1"/>
          </p:cNvSpPr>
          <p:nvPr>
            <p:ph type="body" sz="quarter" idx="20" hasCustomPrompt="1"/>
          </p:nvPr>
        </p:nvSpPr>
        <p:spPr>
          <a:xfrm>
            <a:off x="7920506" y="979868"/>
            <a:ext cx="3862647"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1" name="Text Placeholder 2">
            <a:extLst>
              <a:ext uri="{FF2B5EF4-FFF2-40B4-BE49-F238E27FC236}">
                <a16:creationId xmlns:a16="http://schemas.microsoft.com/office/drawing/2014/main" id="{3AD700A8-6822-1B55-18B8-D96051AA137A}"/>
              </a:ext>
            </a:extLst>
          </p:cNvPr>
          <p:cNvSpPr>
            <a:spLocks noGrp="1"/>
          </p:cNvSpPr>
          <p:nvPr>
            <p:ph type="body" sz="quarter" idx="21" hasCustomPrompt="1"/>
          </p:nvPr>
        </p:nvSpPr>
        <p:spPr>
          <a:xfrm>
            <a:off x="438897"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2" name="Text Placeholder 2">
            <a:extLst>
              <a:ext uri="{FF2B5EF4-FFF2-40B4-BE49-F238E27FC236}">
                <a16:creationId xmlns:a16="http://schemas.microsoft.com/office/drawing/2014/main" id="{8FD6CEF7-348F-E30B-D61F-97A9E893D08E}"/>
              </a:ext>
            </a:extLst>
          </p:cNvPr>
          <p:cNvSpPr>
            <a:spLocks noGrp="1"/>
          </p:cNvSpPr>
          <p:nvPr>
            <p:ph type="body" sz="quarter" idx="22" hasCustomPrompt="1"/>
          </p:nvPr>
        </p:nvSpPr>
        <p:spPr>
          <a:xfrm>
            <a:off x="2924520"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4" name="Text Placeholder 2">
            <a:extLst>
              <a:ext uri="{FF2B5EF4-FFF2-40B4-BE49-F238E27FC236}">
                <a16:creationId xmlns:a16="http://schemas.microsoft.com/office/drawing/2014/main" id="{11A35F09-3890-A9DB-557F-26386C78DF3E}"/>
              </a:ext>
            </a:extLst>
          </p:cNvPr>
          <p:cNvSpPr>
            <a:spLocks noGrp="1"/>
          </p:cNvSpPr>
          <p:nvPr>
            <p:ph type="body" sz="quarter" idx="24"/>
          </p:nvPr>
        </p:nvSpPr>
        <p:spPr>
          <a:xfrm>
            <a:off x="2970727" y="4261588"/>
            <a:ext cx="4707080"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Content Placeholder 36">
            <a:extLst>
              <a:ext uri="{FF2B5EF4-FFF2-40B4-BE49-F238E27FC236}">
                <a16:creationId xmlns:a16="http://schemas.microsoft.com/office/drawing/2014/main" id="{1872CEED-1F44-72A4-2AFB-BDDF5A9DF95A}"/>
              </a:ext>
            </a:extLst>
          </p:cNvPr>
          <p:cNvSpPr>
            <a:spLocks noGrp="1"/>
          </p:cNvSpPr>
          <p:nvPr>
            <p:ph sz="quarter" idx="26"/>
          </p:nvPr>
        </p:nvSpPr>
        <p:spPr>
          <a:xfrm>
            <a:off x="604838"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38" name="Content Placeholder 36">
            <a:extLst>
              <a:ext uri="{FF2B5EF4-FFF2-40B4-BE49-F238E27FC236}">
                <a16:creationId xmlns:a16="http://schemas.microsoft.com/office/drawing/2014/main" id="{ED843EA1-6AA3-6D5E-1252-1A97A62A83F0}"/>
              </a:ext>
            </a:extLst>
          </p:cNvPr>
          <p:cNvSpPr>
            <a:spLocks noGrp="1"/>
          </p:cNvSpPr>
          <p:nvPr>
            <p:ph sz="quarter" idx="27"/>
          </p:nvPr>
        </p:nvSpPr>
        <p:spPr>
          <a:xfrm>
            <a:off x="4267200"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2" name="Title 1">
            <a:extLst>
              <a:ext uri="{FF2B5EF4-FFF2-40B4-BE49-F238E27FC236}">
                <a16:creationId xmlns:a16="http://schemas.microsoft.com/office/drawing/2014/main" id="{E35DFCA2-6F84-800B-AEA2-BE0FF62AA89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5" name="Picture 4" descr="A blue and grey text on a black background&#10;&#10;AI-generated content may be incorrect.">
            <a:extLst>
              <a:ext uri="{FF2B5EF4-FFF2-40B4-BE49-F238E27FC236}">
                <a16:creationId xmlns:a16="http://schemas.microsoft.com/office/drawing/2014/main" id="{3FD2A99F-87B3-FF0F-01BE-8142CBF2B54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438699253"/>
      </p:ext>
    </p:extLst>
  </p:cSld>
  <p:clrMapOvr>
    <a:masterClrMapping/>
  </p:clrMapOvr>
  <p:transition spd="med"/>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hank you -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4000">
                <a:schemeClr val="accent2"/>
              </a:gs>
              <a:gs pos="84000">
                <a:schemeClr val="accent4"/>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1FB847-3782-87E6-5A32-AC3E717BB7D9}"/>
              </a:ext>
            </a:extLst>
          </p:cNvPr>
          <p:cNvSpPr/>
          <p:nvPr userDrawn="1"/>
        </p:nvSpPr>
        <p:spPr>
          <a:xfrm rot="5400000" flipH="1">
            <a:off x="4827382" y="-1487618"/>
            <a:ext cx="2537237" cy="5429545"/>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3493633"/>
            <a:ext cx="11468100" cy="646331"/>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4000" b="0" i="0"/>
              <a:t>Thank you</a:t>
            </a:r>
          </a:p>
        </p:txBody>
      </p:sp>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2123" y="6328738"/>
            <a:ext cx="201251" cy="199351"/>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57624" y="6328738"/>
            <a:ext cx="201251" cy="201249"/>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233125" y="6327788"/>
            <a:ext cx="201251" cy="201249"/>
          </a:xfrm>
          <a:prstGeom prst="rect">
            <a:avLst/>
          </a:prstGeom>
        </p:spPr>
      </p:pic>
      <p:pic>
        <p:nvPicPr>
          <p:cNvPr id="17" name="Graphic 16">
            <a:hlinkClick r:id="rId10"/>
            <a:extLst>
              <a:ext uri="{FF2B5EF4-FFF2-40B4-BE49-F238E27FC236}">
                <a16:creationId xmlns:a16="http://schemas.microsoft.com/office/drawing/2014/main" id="{CFE2FD11-092D-FA74-699F-06CE06D1E7E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708626" y="6327788"/>
            <a:ext cx="201251" cy="201249"/>
          </a:xfrm>
          <a:prstGeom prst="rect">
            <a:avLst/>
          </a:prstGeom>
        </p:spPr>
      </p:pic>
      <p:sp>
        <p:nvSpPr>
          <p:cNvPr id="24" name="TextBox 23">
            <a:extLst>
              <a:ext uri="{FF2B5EF4-FFF2-40B4-BE49-F238E27FC236}">
                <a16:creationId xmlns:a16="http://schemas.microsoft.com/office/drawing/2014/main" id="{B39C05EF-4CDF-5BE4-2B3B-0FAAF598A2A5}"/>
              </a:ext>
            </a:extLst>
          </p:cNvPr>
          <p:cNvSpPr txBox="1"/>
          <p:nvPr userDrawn="1"/>
        </p:nvSpPr>
        <p:spPr>
          <a:xfrm>
            <a:off x="4405822" y="5904807"/>
            <a:ext cx="3380356" cy="307777"/>
          </a:xfrm>
          <a:prstGeom prst="rect">
            <a:avLst/>
          </a:prstGeom>
        </p:spPr>
        <p:txBody>
          <a:bodyPr wrap="square" rtlCol="0" anchor="t">
            <a:spAutoFit/>
          </a:bodyPr>
          <a:lstStyle/>
          <a:p>
            <a:pPr algn="ctr" defTabSz="914400">
              <a:buClr>
                <a:schemeClr val="bg2"/>
              </a:buClr>
              <a:tabLst/>
            </a:pPr>
            <a:r>
              <a:rPr lang="en-US" sz="1400" b="0" i="0" kern="0">
                <a:solidFill>
                  <a:schemeClr val="bg1"/>
                </a:solidFill>
                <a:latin typeface="Barlow Light" pitchFamily="2" charset="77"/>
                <a:hlinkClick r:id="rId13">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pic>
        <p:nvPicPr>
          <p:cNvPr id="4" name="Picture 3" descr="A blue and grey text on a black background&#10;&#10;AI-generated content may be incorrect.">
            <a:extLst>
              <a:ext uri="{FF2B5EF4-FFF2-40B4-BE49-F238E27FC236}">
                <a16:creationId xmlns:a16="http://schemas.microsoft.com/office/drawing/2014/main" id="{FCBDC590-5CFA-A282-7940-0A0594A022E9}"/>
              </a:ext>
            </a:extLst>
          </p:cNvPr>
          <p:cNvPicPr>
            <a:picLocks noChangeAspect="1"/>
          </p:cNvPicPr>
          <p:nvPr userDrawn="1"/>
        </p:nvPicPr>
        <p:blipFill>
          <a:blip r:embed="rId14"/>
          <a:srcRect l="5453" t="-3794" r="2663" b="-2921"/>
          <a:stretch/>
        </p:blipFill>
        <p:spPr>
          <a:xfrm>
            <a:off x="5070122" y="775598"/>
            <a:ext cx="2051756" cy="910832"/>
          </a:xfrm>
          <a:prstGeom prst="rect">
            <a:avLst/>
          </a:prstGeom>
        </p:spPr>
      </p:pic>
    </p:spTree>
    <p:extLst>
      <p:ext uri="{BB962C8B-B14F-4D97-AF65-F5344CB8AC3E}">
        <p14:creationId xmlns:p14="http://schemas.microsoft.com/office/powerpoint/2010/main" val="3699119348"/>
      </p:ext>
    </p:extLst>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hank you - Email,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4000">
                <a:schemeClr val="accent2"/>
              </a:gs>
              <a:gs pos="84000">
                <a:schemeClr val="accent4"/>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Freeform 6">
            <a:extLst>
              <a:ext uri="{FF2B5EF4-FFF2-40B4-BE49-F238E27FC236}">
                <a16:creationId xmlns:a16="http://schemas.microsoft.com/office/drawing/2014/main" id="{A0A2BD92-F6C0-B941-9072-D571DC874F9A}"/>
              </a:ext>
            </a:extLst>
          </p:cNvPr>
          <p:cNvSpPr/>
          <p:nvPr userDrawn="1"/>
        </p:nvSpPr>
        <p:spPr>
          <a:xfrm rot="5400000" flipH="1">
            <a:off x="5354506" y="-886725"/>
            <a:ext cx="1482988" cy="3173511"/>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4" name="Picture 3" descr="A blue and grey text on a black background&#10;&#10;AI-generated content may be incorrect.">
            <a:extLst>
              <a:ext uri="{FF2B5EF4-FFF2-40B4-BE49-F238E27FC236}">
                <a16:creationId xmlns:a16="http://schemas.microsoft.com/office/drawing/2014/main" id="{B206A44C-C9A5-FED2-BAB0-62C44D54D956}"/>
              </a:ext>
            </a:extLst>
          </p:cNvPr>
          <p:cNvPicPr>
            <a:picLocks noChangeAspect="1"/>
          </p:cNvPicPr>
          <p:nvPr userDrawn="1"/>
        </p:nvPicPr>
        <p:blipFill>
          <a:blip r:embed="rId2"/>
          <a:srcRect l="5454" t="16383" r="73842" b="32609"/>
          <a:stretch/>
        </p:blipFill>
        <p:spPr>
          <a:xfrm>
            <a:off x="5796080" y="632614"/>
            <a:ext cx="631533" cy="594714"/>
          </a:xfrm>
          <a:prstGeom prst="rect">
            <a:avLst/>
          </a:prstGeom>
        </p:spPr>
      </p:pic>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443488" y="5885915"/>
            <a:ext cx="3606800" cy="286232"/>
          </a:xfrm>
          <a:prstGeom prst="rect">
            <a:avLst/>
          </a:prstGeom>
        </p:spPr>
        <p:txBody>
          <a:bodyPr wrap="square" anchor="t">
            <a:spAutoFit/>
          </a:bodyPr>
          <a:lstStyle>
            <a:lvl1pPr marL="0" indent="0">
              <a:lnSpc>
                <a:spcPct val="90000"/>
              </a:lnSpc>
              <a:spcAft>
                <a:spcPts val="0"/>
              </a:spcAft>
              <a:buNone/>
              <a:defRPr sz="14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Enter your email @</a:t>
            </a:r>
            <a:r>
              <a:rPr lang="en-US" err="1"/>
              <a:t>rockwellautomation.com</a:t>
            </a:r>
            <a:endParaRPr lang="en-US"/>
          </a:p>
        </p:txBody>
      </p:sp>
      <p:cxnSp>
        <p:nvCxnSpPr>
          <p:cNvPr id="5" name="Straight Connector 4">
            <a:extLst>
              <a:ext uri="{FF2B5EF4-FFF2-40B4-BE49-F238E27FC236}">
                <a16:creationId xmlns:a16="http://schemas.microsoft.com/office/drawing/2014/main" id="{1024A1FD-51CE-57BF-F968-4D972ED70FD5}"/>
              </a:ext>
            </a:extLst>
          </p:cNvPr>
          <p:cNvCxnSpPr>
            <a:cxnSpLocks/>
          </p:cNvCxnSpPr>
          <p:nvPr userDrawn="1"/>
        </p:nvCxnSpPr>
        <p:spPr bwMode="auto">
          <a:xfrm>
            <a:off x="2067944" y="5713840"/>
            <a:ext cx="2755900" cy="0"/>
          </a:xfrm>
          <a:prstGeom prst="line">
            <a:avLst/>
          </a:prstGeom>
          <a:noFill/>
          <a:ln w="19050" cap="flat" cmpd="sng" algn="ctr">
            <a:solidFill>
              <a:schemeClr val="bg1"/>
            </a:solidFill>
            <a:prstDash val="solid"/>
            <a:round/>
            <a:headEnd type="none" w="med" len="med"/>
            <a:tailEnd type="none" w="med" len="med"/>
          </a:ln>
          <a:effectLst/>
        </p:spPr>
      </p:cxnSp>
      <p:grpSp>
        <p:nvGrpSpPr>
          <p:cNvPr id="31" name="Group 30">
            <a:extLst>
              <a:ext uri="{FF2B5EF4-FFF2-40B4-BE49-F238E27FC236}">
                <a16:creationId xmlns:a16="http://schemas.microsoft.com/office/drawing/2014/main" id="{433280F2-DBF6-9243-5F12-6FFA6E313F67}"/>
              </a:ext>
            </a:extLst>
          </p:cNvPr>
          <p:cNvGrpSpPr/>
          <p:nvPr userDrawn="1"/>
        </p:nvGrpSpPr>
        <p:grpSpPr>
          <a:xfrm>
            <a:off x="8519546" y="5985530"/>
            <a:ext cx="1627754" cy="202199"/>
            <a:chOff x="8697346" y="4398030"/>
            <a:chExt cx="1899060" cy="235901"/>
          </a:xfrm>
        </p:grpSpPr>
        <p:pic>
          <p:nvPicPr>
            <p:cNvPr id="14" name="Graphic 13">
              <a:hlinkClick r:id="rId3"/>
              <a:extLst>
                <a:ext uri="{FF2B5EF4-FFF2-40B4-BE49-F238E27FC236}">
                  <a16:creationId xmlns:a16="http://schemas.microsoft.com/office/drawing/2014/main" id="{18CB9590-6772-E2B7-F245-37597E51E79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697346" y="4399138"/>
              <a:ext cx="234794" cy="232578"/>
            </a:xfrm>
            <a:prstGeom prst="rect">
              <a:avLst/>
            </a:prstGeom>
          </p:spPr>
        </p:pic>
        <p:pic>
          <p:nvPicPr>
            <p:cNvPr id="15" name="Graphic 14">
              <a:hlinkClick r:id="rId6"/>
              <a:extLst>
                <a:ext uri="{FF2B5EF4-FFF2-40B4-BE49-F238E27FC236}">
                  <a16:creationId xmlns:a16="http://schemas.microsoft.com/office/drawing/2014/main" id="{4B4B53A1-5EF0-A62B-5710-3AE9D81E7E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252101" y="4399138"/>
              <a:ext cx="234794" cy="234793"/>
            </a:xfrm>
            <a:prstGeom prst="rect">
              <a:avLst/>
            </a:prstGeom>
          </p:spPr>
        </p:pic>
        <p:pic>
          <p:nvPicPr>
            <p:cNvPr id="16" name="Graphic 15">
              <a:hlinkClick r:id="rId6"/>
              <a:extLst>
                <a:ext uri="{FF2B5EF4-FFF2-40B4-BE49-F238E27FC236}">
                  <a16:creationId xmlns:a16="http://schemas.microsoft.com/office/drawing/2014/main" id="{9611B9B1-8321-9E56-6F44-6564745FB5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806856" y="4398030"/>
              <a:ext cx="234794" cy="234793"/>
            </a:xfrm>
            <a:prstGeom prst="rect">
              <a:avLst/>
            </a:prstGeom>
          </p:spPr>
        </p:pic>
        <p:pic>
          <p:nvPicPr>
            <p:cNvPr id="17" name="Graphic 16">
              <a:hlinkClick r:id="rId11"/>
              <a:extLst>
                <a:ext uri="{FF2B5EF4-FFF2-40B4-BE49-F238E27FC236}">
                  <a16:creationId xmlns:a16="http://schemas.microsoft.com/office/drawing/2014/main" id="{CFE2FD11-092D-FA74-699F-06CE06D1E7E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0361612" y="4398030"/>
              <a:ext cx="234794" cy="234793"/>
            </a:xfrm>
            <a:prstGeom prst="rect">
              <a:avLst/>
            </a:prstGeom>
          </p:spPr>
        </p:pic>
      </p:gr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4014914"/>
            <a:ext cx="11468100" cy="1421928"/>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9600" b="0" i="0"/>
              <a:t>Thank you</a:t>
            </a:r>
          </a:p>
        </p:txBody>
      </p:sp>
      <p:sp>
        <p:nvSpPr>
          <p:cNvPr id="20" name="TextBox 19">
            <a:extLst>
              <a:ext uri="{FF2B5EF4-FFF2-40B4-BE49-F238E27FC236}">
                <a16:creationId xmlns:a16="http://schemas.microsoft.com/office/drawing/2014/main" id="{032FEF84-C675-A6FD-811C-4BA4859DB4DE}"/>
              </a:ext>
            </a:extLst>
          </p:cNvPr>
          <p:cNvSpPr txBox="1"/>
          <p:nvPr userDrawn="1"/>
        </p:nvSpPr>
        <p:spPr>
          <a:xfrm>
            <a:off x="14434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EMAIL</a:t>
            </a:r>
          </a:p>
        </p:txBody>
      </p:sp>
      <p:sp>
        <p:nvSpPr>
          <p:cNvPr id="21" name="TextBox 20">
            <a:extLst>
              <a:ext uri="{FF2B5EF4-FFF2-40B4-BE49-F238E27FC236}">
                <a16:creationId xmlns:a16="http://schemas.microsoft.com/office/drawing/2014/main" id="{87C534E7-7C8E-CBC4-2654-37A5C918DC2E}"/>
              </a:ext>
            </a:extLst>
          </p:cNvPr>
          <p:cNvSpPr txBox="1"/>
          <p:nvPr userDrawn="1"/>
        </p:nvSpPr>
        <p:spPr>
          <a:xfrm>
            <a:off x="50502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WEBSITE</a:t>
            </a:r>
          </a:p>
        </p:txBody>
      </p:sp>
      <p:sp>
        <p:nvSpPr>
          <p:cNvPr id="22" name="TextBox 21">
            <a:extLst>
              <a:ext uri="{FF2B5EF4-FFF2-40B4-BE49-F238E27FC236}">
                <a16:creationId xmlns:a16="http://schemas.microsoft.com/office/drawing/2014/main" id="{021438E8-826D-1933-6C4F-4D060504D56F}"/>
              </a:ext>
            </a:extLst>
          </p:cNvPr>
          <p:cNvSpPr txBox="1"/>
          <p:nvPr userDrawn="1"/>
        </p:nvSpPr>
        <p:spPr>
          <a:xfrm>
            <a:off x="8430644"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SOCIAL MEDIA</a:t>
            </a:r>
          </a:p>
        </p:txBody>
      </p:sp>
      <p:sp>
        <p:nvSpPr>
          <p:cNvPr id="24" name="TextBox 23">
            <a:extLst>
              <a:ext uri="{FF2B5EF4-FFF2-40B4-BE49-F238E27FC236}">
                <a16:creationId xmlns:a16="http://schemas.microsoft.com/office/drawing/2014/main" id="{B39C05EF-4CDF-5BE4-2B3B-0FAAF598A2A5}"/>
              </a:ext>
            </a:extLst>
          </p:cNvPr>
          <p:cNvSpPr txBox="1"/>
          <p:nvPr userDrawn="1"/>
        </p:nvSpPr>
        <p:spPr>
          <a:xfrm>
            <a:off x="5050288" y="586744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4">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cxnSp>
        <p:nvCxnSpPr>
          <p:cNvPr id="27" name="Straight Connector 26">
            <a:extLst>
              <a:ext uri="{FF2B5EF4-FFF2-40B4-BE49-F238E27FC236}">
                <a16:creationId xmlns:a16="http://schemas.microsoft.com/office/drawing/2014/main" id="{01CDE4B7-4755-9190-6346-D8C55BAD2417}"/>
              </a:ext>
            </a:extLst>
          </p:cNvPr>
          <p:cNvCxnSpPr>
            <a:cxnSpLocks/>
          </p:cNvCxnSpPr>
          <p:nvPr userDrawn="1"/>
        </p:nvCxnSpPr>
        <p:spPr bwMode="auto">
          <a:xfrm>
            <a:off x="5890644" y="5713840"/>
            <a:ext cx="2260600" cy="0"/>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832FC6DC-2747-1F8F-3F97-0D1140B8DF52}"/>
              </a:ext>
            </a:extLst>
          </p:cNvPr>
          <p:cNvCxnSpPr>
            <a:cxnSpLocks/>
          </p:cNvCxnSpPr>
          <p:nvPr userDrawn="1"/>
        </p:nvCxnSpPr>
        <p:spPr bwMode="auto">
          <a:xfrm>
            <a:off x="9550400" y="5713840"/>
            <a:ext cx="876300" cy="0"/>
          </a:xfrm>
          <a:prstGeom prst="line">
            <a:avLst/>
          </a:prstGeom>
          <a:noFill/>
          <a:ln w="19050" cap="flat" cmpd="sng" algn="ctr">
            <a:solidFill>
              <a:schemeClr val="bg1"/>
            </a:solidFill>
            <a:prstDash val="solid"/>
            <a:round/>
            <a:headEnd type="none" w="med" len="med"/>
            <a:tailEnd type="none" w="med" len="med"/>
          </a:ln>
          <a:effectLst/>
        </p:spPr>
      </p:cxnSp>
    </p:spTree>
    <p:extLst>
      <p:ext uri="{BB962C8B-B14F-4D97-AF65-F5344CB8AC3E}">
        <p14:creationId xmlns:p14="http://schemas.microsoft.com/office/powerpoint/2010/main" val="1552853896"/>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hank you - website, social opt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flip="none" rotWithShape="1">
            <a:gsLst>
              <a:gs pos="14000">
                <a:schemeClr val="accent4"/>
              </a:gs>
              <a:gs pos="84000">
                <a:schemeClr val="accent2"/>
              </a:gs>
            </a:gsLst>
            <a:lin ang="13500000" scaled="1"/>
            <a:tileRect/>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A9C51BF9-7AAE-721D-8857-A71D6E3ADE82}"/>
              </a:ext>
            </a:extLst>
          </p:cNvPr>
          <p:cNvSpPr/>
          <p:nvPr userDrawn="1"/>
        </p:nvSpPr>
        <p:spPr>
          <a:xfrm>
            <a:off x="0" y="1079780"/>
            <a:ext cx="1333500" cy="2858172"/>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1663700" y="1923635"/>
            <a:ext cx="11468100" cy="1200329"/>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l"/>
            <a:r>
              <a:rPr lang="en-US" sz="8000" b="0" i="0"/>
              <a:t>Thank you</a:t>
            </a:r>
          </a:p>
        </p:txBody>
      </p:sp>
      <p:grpSp>
        <p:nvGrpSpPr>
          <p:cNvPr id="31" name="Group 30">
            <a:extLst>
              <a:ext uri="{FF2B5EF4-FFF2-40B4-BE49-F238E27FC236}">
                <a16:creationId xmlns:a16="http://schemas.microsoft.com/office/drawing/2014/main" id="{433280F2-DBF6-9243-5F12-6FFA6E313F67}"/>
              </a:ext>
            </a:extLst>
          </p:cNvPr>
          <p:cNvGrpSpPr/>
          <p:nvPr userDrawn="1"/>
        </p:nvGrpSpPr>
        <p:grpSpPr>
          <a:xfrm>
            <a:off x="1981200" y="3698092"/>
            <a:ext cx="1627754" cy="202199"/>
            <a:chOff x="8697346" y="4398030"/>
            <a:chExt cx="1899060" cy="235901"/>
          </a:xfrm>
          <a:solidFill>
            <a:schemeClr val="bg1"/>
          </a:solidFill>
        </p:grpSpPr>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697346" y="4399138"/>
              <a:ext cx="234794" cy="232578"/>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252101" y="4399138"/>
              <a:ext cx="234794" cy="234793"/>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806856" y="4398030"/>
              <a:ext cx="234794" cy="234793"/>
            </a:xfrm>
            <a:prstGeom prst="rect">
              <a:avLst/>
            </a:prstGeom>
          </p:spPr>
        </p:pic>
        <p:pic>
          <p:nvPicPr>
            <p:cNvPr id="17" name="Graphic 16">
              <a:hlinkClick r:id="rId10"/>
              <a:extLst>
                <a:ext uri="{FF2B5EF4-FFF2-40B4-BE49-F238E27FC236}">
                  <a16:creationId xmlns:a16="http://schemas.microsoft.com/office/drawing/2014/main" id="{CFE2FD11-092D-FA74-699F-06CE06D1E7E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361612" y="4398030"/>
              <a:ext cx="234794" cy="234793"/>
            </a:xfrm>
            <a:prstGeom prst="rect">
              <a:avLst/>
            </a:prstGeom>
          </p:spPr>
        </p:pic>
      </p:grpSp>
      <p:sp>
        <p:nvSpPr>
          <p:cNvPr id="24" name="TextBox 23">
            <a:extLst>
              <a:ext uri="{FF2B5EF4-FFF2-40B4-BE49-F238E27FC236}">
                <a16:creationId xmlns:a16="http://schemas.microsoft.com/office/drawing/2014/main" id="{B39C05EF-4CDF-5BE4-2B3B-0FAAF598A2A5}"/>
              </a:ext>
            </a:extLst>
          </p:cNvPr>
          <p:cNvSpPr txBox="1"/>
          <p:nvPr userDrawn="1"/>
        </p:nvSpPr>
        <p:spPr>
          <a:xfrm>
            <a:off x="1879600" y="327511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3">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pic>
        <p:nvPicPr>
          <p:cNvPr id="5" name="Picture 4" descr="A blue and grey text on a black background&#10;&#10;AI-generated content may be incorrect.">
            <a:extLst>
              <a:ext uri="{FF2B5EF4-FFF2-40B4-BE49-F238E27FC236}">
                <a16:creationId xmlns:a16="http://schemas.microsoft.com/office/drawing/2014/main" id="{E138EEC4-B237-0210-353A-7833F36CE0DB}"/>
              </a:ext>
            </a:extLst>
          </p:cNvPr>
          <p:cNvPicPr>
            <a:picLocks noChangeAspect="1"/>
          </p:cNvPicPr>
          <p:nvPr userDrawn="1"/>
        </p:nvPicPr>
        <p:blipFill>
          <a:blip r:embed="rId14"/>
          <a:srcRect l="5454" t="16383" r="73842" b="32609"/>
          <a:stretch/>
        </p:blipFill>
        <p:spPr>
          <a:xfrm>
            <a:off x="299379" y="2161445"/>
            <a:ext cx="737859" cy="694841"/>
          </a:xfrm>
          <a:prstGeom prst="rect">
            <a:avLst/>
          </a:prstGeom>
        </p:spPr>
      </p:pic>
    </p:spTree>
    <p:extLst>
      <p:ext uri="{BB962C8B-B14F-4D97-AF65-F5344CB8AC3E}">
        <p14:creationId xmlns:p14="http://schemas.microsoft.com/office/powerpoint/2010/main" val="2898569807"/>
      </p:ext>
    </p:extLst>
  </p:cSld>
  <p:clrMapOvr>
    <a:masterClrMapping/>
  </p:clrMapOvr>
  <p:transition spd="med"/>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5000">
                <a:schemeClr val="accent3"/>
              </a:gs>
              <a:gs pos="61000">
                <a:schemeClr val="accent1"/>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a:extLst>
              <a:ext uri="{FF2B5EF4-FFF2-40B4-BE49-F238E27FC236}">
                <a16:creationId xmlns:a16="http://schemas.microsoft.com/office/drawing/2014/main" id="{D29B9B0F-FFF5-D866-C546-752A35FCC1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4027584602"/>
      </p:ext>
    </p:extLst>
  </p:cSld>
  <p:clrMapOvr>
    <a:masterClrMapping/>
  </p:clrMapOvr>
  <p:transition spd="med"/>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BA600-D7C3-05EB-63E6-B682A7AB61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033671-BC47-CBE8-C02D-52CD87051A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BED9CA-B32A-734A-87D6-C81AF3BE4349}"/>
              </a:ext>
            </a:extLst>
          </p:cNvPr>
          <p:cNvSpPr>
            <a:spLocks noGrp="1"/>
          </p:cNvSpPr>
          <p:nvPr>
            <p:ph type="dt" sz="half" idx="10"/>
          </p:nvPr>
        </p:nvSpPr>
        <p:spPr/>
        <p:txBody>
          <a:bodyPr/>
          <a:lstStyle/>
          <a:p>
            <a:fld id="{565C015E-7D9B-432F-A26E-2DBE0B54B7F2}" type="datetime1">
              <a:rPr lang="en-US" smtClean="0"/>
              <a:t>10/1/2025</a:t>
            </a:fld>
            <a:endParaRPr lang="en-US"/>
          </a:p>
        </p:txBody>
      </p:sp>
      <p:sp>
        <p:nvSpPr>
          <p:cNvPr id="5" name="Footer Placeholder 4">
            <a:extLst>
              <a:ext uri="{FF2B5EF4-FFF2-40B4-BE49-F238E27FC236}">
                <a16:creationId xmlns:a16="http://schemas.microsoft.com/office/drawing/2014/main" id="{F4120278-D85D-F338-36DE-CF3B3B15D44F}"/>
              </a:ext>
            </a:extLst>
          </p:cNvPr>
          <p:cNvSpPr>
            <a:spLocks noGrp="1"/>
          </p:cNvSpPr>
          <p:nvPr>
            <p:ph type="ftr" sz="quarter" idx="11"/>
          </p:nvPr>
        </p:nvSpPr>
        <p:spPr/>
        <p:txBody>
          <a:bodyPr/>
          <a:lstStyle/>
          <a:p>
            <a:r>
              <a:rPr lang="en-US"/>
              <a:t>Rockwell AF 2025</a:t>
            </a:r>
          </a:p>
        </p:txBody>
      </p:sp>
      <p:sp>
        <p:nvSpPr>
          <p:cNvPr id="6" name="Slide Number Placeholder 5">
            <a:extLst>
              <a:ext uri="{FF2B5EF4-FFF2-40B4-BE49-F238E27FC236}">
                <a16:creationId xmlns:a16="http://schemas.microsoft.com/office/drawing/2014/main" id="{F06DFF7E-4F11-3571-01B4-3BD5C1CC6176}"/>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237007266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5833-9E6E-FFE9-DFFE-F3AEEADBCF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11DC11-C6ED-8292-DCE3-7BEE1F5334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03B40A-4704-1B98-9401-62251492C2CB}"/>
              </a:ext>
            </a:extLst>
          </p:cNvPr>
          <p:cNvSpPr>
            <a:spLocks noGrp="1"/>
          </p:cNvSpPr>
          <p:nvPr>
            <p:ph type="dt" sz="half" idx="10"/>
          </p:nvPr>
        </p:nvSpPr>
        <p:spPr/>
        <p:txBody>
          <a:bodyPr/>
          <a:lstStyle/>
          <a:p>
            <a:fld id="{D78B7C61-CE99-40A1-985D-3A1F4F046FD4}" type="datetime1">
              <a:rPr lang="en-US" smtClean="0"/>
              <a:t>10/1/2025</a:t>
            </a:fld>
            <a:endParaRPr lang="en-US"/>
          </a:p>
        </p:txBody>
      </p:sp>
      <p:sp>
        <p:nvSpPr>
          <p:cNvPr id="5" name="Footer Placeholder 4">
            <a:extLst>
              <a:ext uri="{FF2B5EF4-FFF2-40B4-BE49-F238E27FC236}">
                <a16:creationId xmlns:a16="http://schemas.microsoft.com/office/drawing/2014/main" id="{FC811EAE-0163-03EC-9C82-73CF581174A1}"/>
              </a:ext>
            </a:extLst>
          </p:cNvPr>
          <p:cNvSpPr>
            <a:spLocks noGrp="1"/>
          </p:cNvSpPr>
          <p:nvPr>
            <p:ph type="ftr" sz="quarter" idx="11"/>
          </p:nvPr>
        </p:nvSpPr>
        <p:spPr/>
        <p:txBody>
          <a:bodyPr/>
          <a:lstStyle/>
          <a:p>
            <a:r>
              <a:rPr lang="en-US"/>
              <a:t>Rockwell AF 2025</a:t>
            </a:r>
          </a:p>
        </p:txBody>
      </p:sp>
      <p:sp>
        <p:nvSpPr>
          <p:cNvPr id="6" name="Slide Number Placeholder 5">
            <a:extLst>
              <a:ext uri="{FF2B5EF4-FFF2-40B4-BE49-F238E27FC236}">
                <a16:creationId xmlns:a16="http://schemas.microsoft.com/office/drawing/2014/main" id="{661A6A39-CC99-E613-2B79-CCE4BFB3375E}"/>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360856018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2F0B2-A308-8432-3224-D44621F305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BBF3B4-1595-F46B-7027-73E17C5456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077D84-4E33-0A75-21E3-EEC1EB3AC2CB}"/>
              </a:ext>
            </a:extLst>
          </p:cNvPr>
          <p:cNvSpPr>
            <a:spLocks noGrp="1"/>
          </p:cNvSpPr>
          <p:nvPr>
            <p:ph type="dt" sz="half" idx="10"/>
          </p:nvPr>
        </p:nvSpPr>
        <p:spPr/>
        <p:txBody>
          <a:bodyPr/>
          <a:lstStyle/>
          <a:p>
            <a:fld id="{4F10F8A7-67F0-47DA-85AC-755D75FC2D5A}" type="datetime1">
              <a:rPr lang="en-US" smtClean="0"/>
              <a:t>10/1/2025</a:t>
            </a:fld>
            <a:endParaRPr lang="en-US"/>
          </a:p>
        </p:txBody>
      </p:sp>
      <p:sp>
        <p:nvSpPr>
          <p:cNvPr id="5" name="Footer Placeholder 4">
            <a:extLst>
              <a:ext uri="{FF2B5EF4-FFF2-40B4-BE49-F238E27FC236}">
                <a16:creationId xmlns:a16="http://schemas.microsoft.com/office/drawing/2014/main" id="{16CF5C62-242F-FFC3-0E80-8B9B70A614B2}"/>
              </a:ext>
            </a:extLst>
          </p:cNvPr>
          <p:cNvSpPr>
            <a:spLocks noGrp="1"/>
          </p:cNvSpPr>
          <p:nvPr>
            <p:ph type="ftr" sz="quarter" idx="11"/>
          </p:nvPr>
        </p:nvSpPr>
        <p:spPr/>
        <p:txBody>
          <a:bodyPr/>
          <a:lstStyle/>
          <a:p>
            <a:r>
              <a:rPr lang="en-US"/>
              <a:t>Rockwell AF 2025</a:t>
            </a:r>
          </a:p>
        </p:txBody>
      </p:sp>
      <p:sp>
        <p:nvSpPr>
          <p:cNvPr id="6" name="Slide Number Placeholder 5">
            <a:extLst>
              <a:ext uri="{FF2B5EF4-FFF2-40B4-BE49-F238E27FC236}">
                <a16:creationId xmlns:a16="http://schemas.microsoft.com/office/drawing/2014/main" id="{14257F48-2314-C27B-92A7-F8CA654E4163}"/>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10504892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2D92A-6FE3-5014-CEDB-AE1830B4CC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E5D2CC-23F6-5737-967D-F8ED52FA07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F05131-FE49-3498-3ED0-3AE02CE3E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20808D-0B5E-2776-775A-D5E77BA01E24}"/>
              </a:ext>
            </a:extLst>
          </p:cNvPr>
          <p:cNvSpPr>
            <a:spLocks noGrp="1"/>
          </p:cNvSpPr>
          <p:nvPr>
            <p:ph type="dt" sz="half" idx="10"/>
          </p:nvPr>
        </p:nvSpPr>
        <p:spPr/>
        <p:txBody>
          <a:bodyPr/>
          <a:lstStyle/>
          <a:p>
            <a:fld id="{A75A04B4-F2AC-4F10-AC9B-C563725DEC68}" type="datetime1">
              <a:rPr lang="en-US" smtClean="0"/>
              <a:t>10/1/2025</a:t>
            </a:fld>
            <a:endParaRPr lang="en-US"/>
          </a:p>
        </p:txBody>
      </p:sp>
      <p:sp>
        <p:nvSpPr>
          <p:cNvPr id="6" name="Footer Placeholder 5">
            <a:extLst>
              <a:ext uri="{FF2B5EF4-FFF2-40B4-BE49-F238E27FC236}">
                <a16:creationId xmlns:a16="http://schemas.microsoft.com/office/drawing/2014/main" id="{F2B6C2D6-A564-516C-EB88-6194F307E0AF}"/>
              </a:ext>
            </a:extLst>
          </p:cNvPr>
          <p:cNvSpPr>
            <a:spLocks noGrp="1"/>
          </p:cNvSpPr>
          <p:nvPr>
            <p:ph type="ftr" sz="quarter" idx="11"/>
          </p:nvPr>
        </p:nvSpPr>
        <p:spPr/>
        <p:txBody>
          <a:bodyPr/>
          <a:lstStyle/>
          <a:p>
            <a:r>
              <a:rPr lang="en-US"/>
              <a:t>Rockwell AF 2025</a:t>
            </a:r>
          </a:p>
        </p:txBody>
      </p:sp>
      <p:sp>
        <p:nvSpPr>
          <p:cNvPr id="7" name="Slide Number Placeholder 6">
            <a:extLst>
              <a:ext uri="{FF2B5EF4-FFF2-40B4-BE49-F238E27FC236}">
                <a16:creationId xmlns:a16="http://schemas.microsoft.com/office/drawing/2014/main" id="{6EF45F17-5949-FE55-935A-69117AF8131D}"/>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2639884042"/>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C4FB4-7284-A860-5E90-382059A49F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5D4D54-1CCD-30D1-95D9-E5BC8A4231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A62C02-CACF-04A3-8EEE-FBA8BFF2F5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F3D873-D8C3-9DD2-9608-4F3093B019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2A8C45-FD60-CCC0-E0C2-6B05F4D35A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3D66E5-21D0-21C4-B835-FEDCFF1DFBEB}"/>
              </a:ext>
            </a:extLst>
          </p:cNvPr>
          <p:cNvSpPr>
            <a:spLocks noGrp="1"/>
          </p:cNvSpPr>
          <p:nvPr>
            <p:ph type="dt" sz="half" idx="10"/>
          </p:nvPr>
        </p:nvSpPr>
        <p:spPr/>
        <p:txBody>
          <a:bodyPr/>
          <a:lstStyle/>
          <a:p>
            <a:fld id="{664AA0F3-5452-4F14-9FB0-727CE9CBFA24}" type="datetime1">
              <a:rPr lang="en-US" smtClean="0"/>
              <a:t>10/1/2025</a:t>
            </a:fld>
            <a:endParaRPr lang="en-US"/>
          </a:p>
        </p:txBody>
      </p:sp>
      <p:sp>
        <p:nvSpPr>
          <p:cNvPr id="8" name="Footer Placeholder 7">
            <a:extLst>
              <a:ext uri="{FF2B5EF4-FFF2-40B4-BE49-F238E27FC236}">
                <a16:creationId xmlns:a16="http://schemas.microsoft.com/office/drawing/2014/main" id="{F87DE429-1104-F7FE-F45A-67854E118654}"/>
              </a:ext>
            </a:extLst>
          </p:cNvPr>
          <p:cNvSpPr>
            <a:spLocks noGrp="1"/>
          </p:cNvSpPr>
          <p:nvPr>
            <p:ph type="ftr" sz="quarter" idx="11"/>
          </p:nvPr>
        </p:nvSpPr>
        <p:spPr/>
        <p:txBody>
          <a:bodyPr/>
          <a:lstStyle/>
          <a:p>
            <a:r>
              <a:rPr lang="en-US"/>
              <a:t>Rockwell AF 2025</a:t>
            </a:r>
          </a:p>
        </p:txBody>
      </p:sp>
      <p:sp>
        <p:nvSpPr>
          <p:cNvPr id="9" name="Slide Number Placeholder 8">
            <a:extLst>
              <a:ext uri="{FF2B5EF4-FFF2-40B4-BE49-F238E27FC236}">
                <a16:creationId xmlns:a16="http://schemas.microsoft.com/office/drawing/2014/main" id="{1353DE5F-B20C-3326-9534-8D6B6FE296A9}"/>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424288587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BFF4-5033-ECFE-B4EB-1783C919A1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40BF19-CF19-3300-9205-4686FF924E99}"/>
              </a:ext>
            </a:extLst>
          </p:cNvPr>
          <p:cNvSpPr>
            <a:spLocks noGrp="1"/>
          </p:cNvSpPr>
          <p:nvPr>
            <p:ph type="dt" sz="half" idx="10"/>
          </p:nvPr>
        </p:nvSpPr>
        <p:spPr/>
        <p:txBody>
          <a:bodyPr/>
          <a:lstStyle/>
          <a:p>
            <a:fld id="{5CD41860-6BC3-4994-B408-11D09F62A897}" type="datetime1">
              <a:rPr lang="en-US" smtClean="0"/>
              <a:t>10/1/2025</a:t>
            </a:fld>
            <a:endParaRPr lang="en-US"/>
          </a:p>
        </p:txBody>
      </p:sp>
      <p:sp>
        <p:nvSpPr>
          <p:cNvPr id="4" name="Footer Placeholder 3">
            <a:extLst>
              <a:ext uri="{FF2B5EF4-FFF2-40B4-BE49-F238E27FC236}">
                <a16:creationId xmlns:a16="http://schemas.microsoft.com/office/drawing/2014/main" id="{DA9118FC-93B9-4A87-2E5E-6389C367D7BB}"/>
              </a:ext>
            </a:extLst>
          </p:cNvPr>
          <p:cNvSpPr>
            <a:spLocks noGrp="1"/>
          </p:cNvSpPr>
          <p:nvPr>
            <p:ph type="ftr" sz="quarter" idx="11"/>
          </p:nvPr>
        </p:nvSpPr>
        <p:spPr/>
        <p:txBody>
          <a:bodyPr/>
          <a:lstStyle/>
          <a:p>
            <a:r>
              <a:rPr lang="en-US"/>
              <a:t>Rockwell AF 2025</a:t>
            </a:r>
          </a:p>
        </p:txBody>
      </p:sp>
      <p:sp>
        <p:nvSpPr>
          <p:cNvPr id="5" name="Slide Number Placeholder 4">
            <a:extLst>
              <a:ext uri="{FF2B5EF4-FFF2-40B4-BE49-F238E27FC236}">
                <a16:creationId xmlns:a16="http://schemas.microsoft.com/office/drawing/2014/main" id="{89523961-AC72-5FB6-00D0-35C94D3650CC}"/>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410021227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4183D2-15E2-E7F0-7DAD-3BA624BB7E57}"/>
              </a:ext>
            </a:extLst>
          </p:cNvPr>
          <p:cNvSpPr>
            <a:spLocks noGrp="1"/>
          </p:cNvSpPr>
          <p:nvPr>
            <p:ph type="dt" sz="half" idx="10"/>
          </p:nvPr>
        </p:nvSpPr>
        <p:spPr/>
        <p:txBody>
          <a:bodyPr/>
          <a:lstStyle/>
          <a:p>
            <a:fld id="{5180D3F6-813E-438D-9BF6-81044A7C8E3F}" type="datetime1">
              <a:rPr lang="en-US" smtClean="0"/>
              <a:t>10/1/2025</a:t>
            </a:fld>
            <a:endParaRPr lang="en-US"/>
          </a:p>
        </p:txBody>
      </p:sp>
      <p:sp>
        <p:nvSpPr>
          <p:cNvPr id="3" name="Footer Placeholder 2">
            <a:extLst>
              <a:ext uri="{FF2B5EF4-FFF2-40B4-BE49-F238E27FC236}">
                <a16:creationId xmlns:a16="http://schemas.microsoft.com/office/drawing/2014/main" id="{4D4C9CF9-396D-EE08-976D-3DCC95CDE4DE}"/>
              </a:ext>
            </a:extLst>
          </p:cNvPr>
          <p:cNvSpPr>
            <a:spLocks noGrp="1"/>
          </p:cNvSpPr>
          <p:nvPr>
            <p:ph type="ftr" sz="quarter" idx="11"/>
          </p:nvPr>
        </p:nvSpPr>
        <p:spPr/>
        <p:txBody>
          <a:bodyPr/>
          <a:lstStyle/>
          <a:p>
            <a:r>
              <a:rPr lang="en-US"/>
              <a:t>Rockwell AF 2025</a:t>
            </a:r>
          </a:p>
        </p:txBody>
      </p:sp>
      <p:sp>
        <p:nvSpPr>
          <p:cNvPr id="4" name="Slide Number Placeholder 3">
            <a:extLst>
              <a:ext uri="{FF2B5EF4-FFF2-40B4-BE49-F238E27FC236}">
                <a16:creationId xmlns:a16="http://schemas.microsoft.com/office/drawing/2014/main" id="{EBD9EDB6-BCB7-94BF-ABAF-E028ED9D4820}"/>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258200725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4316-6668-F595-32E5-B7BD7998C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C34438-9941-52FC-D998-022E4A21E2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C2C0D-C498-0D8D-32CC-F2C2139389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794753-8EDA-60AA-0C04-5E7983C5510F}"/>
              </a:ext>
            </a:extLst>
          </p:cNvPr>
          <p:cNvSpPr>
            <a:spLocks noGrp="1"/>
          </p:cNvSpPr>
          <p:nvPr>
            <p:ph type="dt" sz="half" idx="10"/>
          </p:nvPr>
        </p:nvSpPr>
        <p:spPr/>
        <p:txBody>
          <a:bodyPr/>
          <a:lstStyle/>
          <a:p>
            <a:fld id="{0CBD5FA7-C4DC-45E3-90C5-F63E93C08FEC}" type="datetime1">
              <a:rPr lang="en-US" smtClean="0"/>
              <a:t>10/1/2025</a:t>
            </a:fld>
            <a:endParaRPr lang="en-US"/>
          </a:p>
        </p:txBody>
      </p:sp>
      <p:sp>
        <p:nvSpPr>
          <p:cNvPr id="6" name="Footer Placeholder 5">
            <a:extLst>
              <a:ext uri="{FF2B5EF4-FFF2-40B4-BE49-F238E27FC236}">
                <a16:creationId xmlns:a16="http://schemas.microsoft.com/office/drawing/2014/main" id="{B200F12A-1AFE-47F6-8444-95559ED45550}"/>
              </a:ext>
            </a:extLst>
          </p:cNvPr>
          <p:cNvSpPr>
            <a:spLocks noGrp="1"/>
          </p:cNvSpPr>
          <p:nvPr>
            <p:ph type="ftr" sz="quarter" idx="11"/>
          </p:nvPr>
        </p:nvSpPr>
        <p:spPr/>
        <p:txBody>
          <a:bodyPr/>
          <a:lstStyle/>
          <a:p>
            <a:r>
              <a:rPr lang="en-US"/>
              <a:t>Rockwell AF 2025</a:t>
            </a:r>
          </a:p>
        </p:txBody>
      </p:sp>
      <p:sp>
        <p:nvSpPr>
          <p:cNvPr id="7" name="Slide Number Placeholder 6">
            <a:extLst>
              <a:ext uri="{FF2B5EF4-FFF2-40B4-BE49-F238E27FC236}">
                <a16:creationId xmlns:a16="http://schemas.microsoft.com/office/drawing/2014/main" id="{04F0B37E-D817-A4D6-C042-5EAD6DB4E057}"/>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319564645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34DE2-DA7B-1D3D-58D2-22A82782D1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B99A94-0D27-0D30-8594-2CA2CFFA95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FD6E6C-FD09-C287-2A51-159BB9B797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4753DA-8E80-5E29-F26F-F095D80D5654}"/>
              </a:ext>
            </a:extLst>
          </p:cNvPr>
          <p:cNvSpPr>
            <a:spLocks noGrp="1"/>
          </p:cNvSpPr>
          <p:nvPr>
            <p:ph type="dt" sz="half" idx="10"/>
          </p:nvPr>
        </p:nvSpPr>
        <p:spPr/>
        <p:txBody>
          <a:bodyPr/>
          <a:lstStyle/>
          <a:p>
            <a:fld id="{C4B17864-6CF3-4EA0-AA0C-E04E8288CAC0}" type="datetime1">
              <a:rPr lang="en-US" smtClean="0"/>
              <a:t>10/1/2025</a:t>
            </a:fld>
            <a:endParaRPr lang="en-US"/>
          </a:p>
        </p:txBody>
      </p:sp>
      <p:sp>
        <p:nvSpPr>
          <p:cNvPr id="6" name="Footer Placeholder 5">
            <a:extLst>
              <a:ext uri="{FF2B5EF4-FFF2-40B4-BE49-F238E27FC236}">
                <a16:creationId xmlns:a16="http://schemas.microsoft.com/office/drawing/2014/main" id="{94C05736-B7D7-85FA-2378-CD8FCD3DBFEA}"/>
              </a:ext>
            </a:extLst>
          </p:cNvPr>
          <p:cNvSpPr>
            <a:spLocks noGrp="1"/>
          </p:cNvSpPr>
          <p:nvPr>
            <p:ph type="ftr" sz="quarter" idx="11"/>
          </p:nvPr>
        </p:nvSpPr>
        <p:spPr/>
        <p:txBody>
          <a:bodyPr/>
          <a:lstStyle/>
          <a:p>
            <a:r>
              <a:rPr lang="en-US"/>
              <a:t>Rockwell AF 2025</a:t>
            </a:r>
          </a:p>
        </p:txBody>
      </p:sp>
      <p:sp>
        <p:nvSpPr>
          <p:cNvPr id="7" name="Slide Number Placeholder 6">
            <a:extLst>
              <a:ext uri="{FF2B5EF4-FFF2-40B4-BE49-F238E27FC236}">
                <a16:creationId xmlns:a16="http://schemas.microsoft.com/office/drawing/2014/main" id="{F1154277-7051-4A55-DFFE-18C990EAE569}"/>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323719682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767BF-27FF-11EB-9CAC-F8F870834F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A412DE-B4B2-A195-9FC7-9895BA0BF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3066E3-EF96-55B0-DEB0-210803FAF5D9}"/>
              </a:ext>
            </a:extLst>
          </p:cNvPr>
          <p:cNvSpPr>
            <a:spLocks noGrp="1"/>
          </p:cNvSpPr>
          <p:nvPr>
            <p:ph type="dt" sz="half" idx="10"/>
          </p:nvPr>
        </p:nvSpPr>
        <p:spPr/>
        <p:txBody>
          <a:bodyPr/>
          <a:lstStyle/>
          <a:p>
            <a:fld id="{E6ACC115-2023-4855-BED9-610B1D88C26A}" type="datetime1">
              <a:rPr lang="en-US" smtClean="0"/>
              <a:t>10/1/2025</a:t>
            </a:fld>
            <a:endParaRPr lang="en-US"/>
          </a:p>
        </p:txBody>
      </p:sp>
      <p:sp>
        <p:nvSpPr>
          <p:cNvPr id="5" name="Footer Placeholder 4">
            <a:extLst>
              <a:ext uri="{FF2B5EF4-FFF2-40B4-BE49-F238E27FC236}">
                <a16:creationId xmlns:a16="http://schemas.microsoft.com/office/drawing/2014/main" id="{71884EC0-5A1D-A276-4FA5-47F3CC666EF2}"/>
              </a:ext>
            </a:extLst>
          </p:cNvPr>
          <p:cNvSpPr>
            <a:spLocks noGrp="1"/>
          </p:cNvSpPr>
          <p:nvPr>
            <p:ph type="ftr" sz="quarter" idx="11"/>
          </p:nvPr>
        </p:nvSpPr>
        <p:spPr/>
        <p:txBody>
          <a:bodyPr/>
          <a:lstStyle/>
          <a:p>
            <a:r>
              <a:rPr lang="en-US"/>
              <a:t>Rockwell AF 2025</a:t>
            </a:r>
          </a:p>
        </p:txBody>
      </p:sp>
      <p:sp>
        <p:nvSpPr>
          <p:cNvPr id="6" name="Slide Number Placeholder 5">
            <a:extLst>
              <a:ext uri="{FF2B5EF4-FFF2-40B4-BE49-F238E27FC236}">
                <a16:creationId xmlns:a16="http://schemas.microsoft.com/office/drawing/2014/main" id="{98D0510C-DF10-9EAA-C3FC-CC2A27ADC97D}"/>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101028775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258107-09CB-0AAE-AD0B-8471A56142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E23308-76CC-ED46-437C-61CC657A41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C0C048-0B96-5671-8200-E08B587A73A1}"/>
              </a:ext>
            </a:extLst>
          </p:cNvPr>
          <p:cNvSpPr>
            <a:spLocks noGrp="1"/>
          </p:cNvSpPr>
          <p:nvPr>
            <p:ph type="dt" sz="half" idx="10"/>
          </p:nvPr>
        </p:nvSpPr>
        <p:spPr/>
        <p:txBody>
          <a:bodyPr/>
          <a:lstStyle/>
          <a:p>
            <a:fld id="{CAEA161A-794E-489E-82AB-71210A00B556}" type="datetime1">
              <a:rPr lang="en-US" smtClean="0"/>
              <a:t>10/1/2025</a:t>
            </a:fld>
            <a:endParaRPr lang="en-US"/>
          </a:p>
        </p:txBody>
      </p:sp>
      <p:sp>
        <p:nvSpPr>
          <p:cNvPr id="5" name="Footer Placeholder 4">
            <a:extLst>
              <a:ext uri="{FF2B5EF4-FFF2-40B4-BE49-F238E27FC236}">
                <a16:creationId xmlns:a16="http://schemas.microsoft.com/office/drawing/2014/main" id="{7E4DC636-1453-950E-E6C2-54111020DC86}"/>
              </a:ext>
            </a:extLst>
          </p:cNvPr>
          <p:cNvSpPr>
            <a:spLocks noGrp="1"/>
          </p:cNvSpPr>
          <p:nvPr>
            <p:ph type="ftr" sz="quarter" idx="11"/>
          </p:nvPr>
        </p:nvSpPr>
        <p:spPr/>
        <p:txBody>
          <a:bodyPr/>
          <a:lstStyle/>
          <a:p>
            <a:r>
              <a:rPr lang="en-US"/>
              <a:t>Rockwell AF 2025</a:t>
            </a:r>
          </a:p>
        </p:txBody>
      </p:sp>
      <p:sp>
        <p:nvSpPr>
          <p:cNvPr id="6" name="Slide Number Placeholder 5">
            <a:extLst>
              <a:ext uri="{FF2B5EF4-FFF2-40B4-BE49-F238E27FC236}">
                <a16:creationId xmlns:a16="http://schemas.microsoft.com/office/drawing/2014/main" id="{C04082A9-FE45-2606-A0B3-BC0612B4384C}"/>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11946487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1_1 Column B">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7BFB259-A340-4B40-8A4A-D9A8DACEED02}"/>
              </a:ext>
            </a:extLst>
          </p:cNvPr>
          <p:cNvSpPr>
            <a:spLocks noGrp="1"/>
          </p:cNvSpPr>
          <p:nvPr>
            <p:ph type="title" hasCustomPrompt="1"/>
          </p:nvPr>
        </p:nvSpPr>
        <p:spPr>
          <a:xfrm>
            <a:off x="381744" y="329761"/>
            <a:ext cx="11428510" cy="515526"/>
          </a:xfrm>
          <a:prstGeom prst="rect">
            <a:avLst/>
          </a:prstGeom>
        </p:spPr>
        <p:txBody>
          <a:bodyPr anchor="t">
            <a:spAutoFit/>
          </a:bodyPr>
          <a:lstStyle>
            <a:lvl1pPr algn="ctr">
              <a:lnSpc>
                <a:spcPts val="3300"/>
              </a:lnSpc>
              <a:defRPr>
                <a:latin typeface="+mn-lt"/>
              </a:defRPr>
            </a:lvl1pPr>
          </a:lstStyle>
          <a:p>
            <a:r>
              <a:rPr lang="en-US"/>
              <a:t>Click to edit title</a:t>
            </a:r>
          </a:p>
        </p:txBody>
      </p:sp>
      <p:sp>
        <p:nvSpPr>
          <p:cNvPr id="5" name="Text Placeholder 6">
            <a:extLst>
              <a:ext uri="{FF2B5EF4-FFF2-40B4-BE49-F238E27FC236}">
                <a16:creationId xmlns:a16="http://schemas.microsoft.com/office/drawing/2014/main" id="{2E709B66-A11F-9247-907E-E294680DA0AC}"/>
              </a:ext>
            </a:extLst>
          </p:cNvPr>
          <p:cNvSpPr>
            <a:spLocks noGrp="1"/>
          </p:cNvSpPr>
          <p:nvPr>
            <p:ph type="body" sz="quarter" idx="10" hasCustomPrompt="1"/>
          </p:nvPr>
        </p:nvSpPr>
        <p:spPr>
          <a:xfrm>
            <a:off x="381744" y="904554"/>
            <a:ext cx="11428510" cy="348813"/>
          </a:xfrm>
          <a:prstGeom prst="rect">
            <a:avLst/>
          </a:prstGeom>
        </p:spPr>
        <p:txBody>
          <a:bodyPr anchor="t">
            <a:spAutoFit/>
          </a:bodyPr>
          <a:lstStyle>
            <a:lvl1pPr marL="0" indent="0" algn="ctr">
              <a:lnSpc>
                <a:spcPts val="2000"/>
              </a:lnSpc>
              <a:buNone/>
              <a:defRPr sz="1800" b="0" i="0">
                <a:solidFill>
                  <a:schemeClr val="bg2"/>
                </a:solidFill>
                <a:latin typeface="+mn-lt"/>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4028009132"/>
      </p:ext>
    </p:extLst>
  </p:cSld>
  <p:clrMapOvr>
    <a:masterClrMapping/>
  </p:clrMapOvr>
  <p:transition spd="med"/>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000D-22EC-F8D1-BE0E-AA4C6A3651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D3856A-E8F6-D3DB-88E9-41156676C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B7F9BF-F3E9-D70B-BD9C-0E3A4C7C31EE}"/>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144D9DD5-E1AC-DE3D-8D4F-B17D12E79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3781F-72FA-9F42-0255-0A0CC50A2919}"/>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354380444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43B0-4943-DE32-3A79-E4C1CF07D1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4C167B-5E3B-0056-0BD3-88F94A411D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B98A7-D4EA-6808-AADF-5EDDAEA8D352}"/>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62FA51E4-D524-946E-4B54-34A5CBD3F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55ACE-E9E6-3E08-6AA5-183B0057E06D}"/>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80832476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623B-DB3C-F77C-D2EE-9FC26C53E1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BF047B-FC61-9D76-6A32-9E7355FEDD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E7CCAE-65CC-D78C-6BBD-2789567B9830}"/>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32E9A199-7C2C-C08F-B25F-9D7403449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17892-813F-4707-C650-268874155B96}"/>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60243760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7C67-E4C2-7623-1ADA-340905D451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D48331-7110-1383-20A0-2F11A4622A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DD22D7-80C3-1621-739E-EB7E43BC7B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90D5A6-EC3E-328E-893B-89FAC045A086}"/>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6" name="Footer Placeholder 5">
            <a:extLst>
              <a:ext uri="{FF2B5EF4-FFF2-40B4-BE49-F238E27FC236}">
                <a16:creationId xmlns:a16="http://schemas.microsoft.com/office/drawing/2014/main" id="{6BF25C92-C10E-ABD7-850A-A481C4000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12A9C2-646B-E862-7744-CA1B7774CB4F}"/>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329625889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85622-CC53-3C0E-F546-7C86F6632E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523A5F-647E-FE2B-F06E-44972F38EF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BDA349-454D-81BF-BBBC-ED2AFCB417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D0EED2-890C-AD70-429A-B3AFD3BFA8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A8A5A0-9356-03E0-D563-5376C967AF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FFC8E5-755A-4679-E9B5-5FEFAA51780A}"/>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8" name="Footer Placeholder 7">
            <a:extLst>
              <a:ext uri="{FF2B5EF4-FFF2-40B4-BE49-F238E27FC236}">
                <a16:creationId xmlns:a16="http://schemas.microsoft.com/office/drawing/2014/main" id="{0F122564-DA17-4297-0C4F-F527D09919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FE3CD1-0A0D-D6ED-AD3D-8859AD29E0AD}"/>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42802942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E8DE-CB4E-9C93-A6B9-655FFC0BDB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46D51D-6685-0247-5FE9-F432714E5834}"/>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4" name="Footer Placeholder 3">
            <a:extLst>
              <a:ext uri="{FF2B5EF4-FFF2-40B4-BE49-F238E27FC236}">
                <a16:creationId xmlns:a16="http://schemas.microsoft.com/office/drawing/2014/main" id="{68508D90-4EC5-AFC4-6A72-908D8FE953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B3E4D2-8BC0-752B-3652-88D137125EA6}"/>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35992446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2725DE-44AA-C3A2-B94A-8CEB27D3FDA8}"/>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3" name="Footer Placeholder 2">
            <a:extLst>
              <a:ext uri="{FF2B5EF4-FFF2-40B4-BE49-F238E27FC236}">
                <a16:creationId xmlns:a16="http://schemas.microsoft.com/office/drawing/2014/main" id="{A5CDB0A8-C9FB-300F-9B1D-E9DFFAF3F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E51CDC-CAB6-74FE-9F9B-18F75C6974FC}"/>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238628058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28C05-0A9F-50FE-EB33-43D852C12D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87F3C2-2DB8-FD74-2684-5FD940D1BB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11965B-8053-6AAD-DAF1-BB35A5BEE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03A187-1ED4-3C65-AA99-57CD8E38F79D}"/>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6" name="Footer Placeholder 5">
            <a:extLst>
              <a:ext uri="{FF2B5EF4-FFF2-40B4-BE49-F238E27FC236}">
                <a16:creationId xmlns:a16="http://schemas.microsoft.com/office/drawing/2014/main" id="{77325F25-0CC0-9752-6990-709B8FDBE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3542A-D4A2-05C7-9638-14469E4289C1}"/>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20940431"/>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C527-B80C-169D-1D9F-749DDA10E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0C4D06-2582-8CDD-C9E6-2B0E8E54E7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ACBA1F-B1A6-608E-ECAF-F16519517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7A77-F069-5E8C-A6F6-D2984CFCA9F7}"/>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6" name="Footer Placeholder 5">
            <a:extLst>
              <a:ext uri="{FF2B5EF4-FFF2-40B4-BE49-F238E27FC236}">
                <a16:creationId xmlns:a16="http://schemas.microsoft.com/office/drawing/2014/main" id="{4D910C1C-A7BF-A6A2-AA6C-B48D7C2F82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565A6E-EBE9-AE88-E5F7-68652D0E991C}"/>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59494567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19822-D6F6-D079-B238-04359EEC9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2110A5-9564-D3FB-CC31-F4B85D0EED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E08D6-D065-9168-950E-1B3689D91CD7}"/>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F865D45A-D4E0-9C72-6C0B-B1ACF9FAB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230F1-7ED4-F3D0-F795-71090A7F033F}"/>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255069387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AB71B-9145-2A81-FBD5-B40EB89D94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B52F71-7F22-4165-BD42-B3528C0D11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AFFBC-7D31-15E3-5A1A-27353A9094E8}"/>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F741920F-9564-2242-C677-5C1518757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E631D4-AF56-C403-EC13-271F897E0A0F}"/>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11149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Title + Bullet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4" name="Picture 3" descr="A blue and grey text on a black background&#10;&#10;AI-generated content may be incorrect.">
            <a:extLst>
              <a:ext uri="{FF2B5EF4-FFF2-40B4-BE49-F238E27FC236}">
                <a16:creationId xmlns:a16="http://schemas.microsoft.com/office/drawing/2014/main" id="{7610D898-E076-64F6-1495-7A5ECE9464D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746411727"/>
      </p:ext>
    </p:extLst>
  </p:cSld>
  <p:clrMapOvr>
    <a:masterClrMapping/>
  </p:clrMapOvr>
  <p:transition spd="med"/>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000D-22EC-F8D1-BE0E-AA4C6A3651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D3856A-E8F6-D3DB-88E9-41156676C2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B7F9BF-F3E9-D70B-BD9C-0E3A4C7C31EE}"/>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144D9DD5-E1AC-DE3D-8D4F-B17D12E79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3781F-72FA-9F42-0255-0A0CC50A2919}"/>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58004495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43B0-4943-DE32-3A79-E4C1CF07D1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4C167B-5E3B-0056-0BD3-88F94A411D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B98A7-D4EA-6808-AADF-5EDDAEA8D352}"/>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62FA51E4-D524-946E-4B54-34A5CBD3F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55ACE-E9E6-3E08-6AA5-183B0057E06D}"/>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426173364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623B-DB3C-F77C-D2EE-9FC26C53E1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BF047B-FC61-9D76-6A32-9E7355FEDD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E7CCAE-65CC-D78C-6BBD-2789567B9830}"/>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32E9A199-7C2C-C08F-B25F-9D74034498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17892-813F-4707-C650-268874155B96}"/>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313391926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7C67-E4C2-7623-1ADA-340905D451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D48331-7110-1383-20A0-2F11A4622A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DD22D7-80C3-1621-739E-EB7E43BC7B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90D5A6-EC3E-328E-893B-89FAC045A086}"/>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6" name="Footer Placeholder 5">
            <a:extLst>
              <a:ext uri="{FF2B5EF4-FFF2-40B4-BE49-F238E27FC236}">
                <a16:creationId xmlns:a16="http://schemas.microsoft.com/office/drawing/2014/main" id="{6BF25C92-C10E-ABD7-850A-A481C40002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12A9C2-646B-E862-7744-CA1B7774CB4F}"/>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68738059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85622-CC53-3C0E-F546-7C86F6632E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523A5F-647E-FE2B-F06E-44972F38EF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BDA349-454D-81BF-BBBC-ED2AFCB417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D0EED2-890C-AD70-429A-B3AFD3BFA8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A8A5A0-9356-03E0-D563-5376C967AF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FFC8E5-755A-4679-E9B5-5FEFAA51780A}"/>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8" name="Footer Placeholder 7">
            <a:extLst>
              <a:ext uri="{FF2B5EF4-FFF2-40B4-BE49-F238E27FC236}">
                <a16:creationId xmlns:a16="http://schemas.microsoft.com/office/drawing/2014/main" id="{0F122564-DA17-4297-0C4F-F527D09919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FE3CD1-0A0D-D6ED-AD3D-8859AD29E0AD}"/>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45042267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1E8DE-CB4E-9C93-A6B9-655FFC0BDB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46D51D-6685-0247-5FE9-F432714E5834}"/>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4" name="Footer Placeholder 3">
            <a:extLst>
              <a:ext uri="{FF2B5EF4-FFF2-40B4-BE49-F238E27FC236}">
                <a16:creationId xmlns:a16="http://schemas.microsoft.com/office/drawing/2014/main" id="{68508D90-4EC5-AFC4-6A72-908D8FE953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B3E4D2-8BC0-752B-3652-88D137125EA6}"/>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59717270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2725DE-44AA-C3A2-B94A-8CEB27D3FDA8}"/>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3" name="Footer Placeholder 2">
            <a:extLst>
              <a:ext uri="{FF2B5EF4-FFF2-40B4-BE49-F238E27FC236}">
                <a16:creationId xmlns:a16="http://schemas.microsoft.com/office/drawing/2014/main" id="{A5CDB0A8-C9FB-300F-9B1D-E9DFFAF3F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E51CDC-CAB6-74FE-9F9B-18F75C6974FC}"/>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39771488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28C05-0A9F-50FE-EB33-43D852C12D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87F3C2-2DB8-FD74-2684-5FD940D1BB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11965B-8053-6AAD-DAF1-BB35A5BEE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03A187-1ED4-3C65-AA99-57CD8E38F79D}"/>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6" name="Footer Placeholder 5">
            <a:extLst>
              <a:ext uri="{FF2B5EF4-FFF2-40B4-BE49-F238E27FC236}">
                <a16:creationId xmlns:a16="http://schemas.microsoft.com/office/drawing/2014/main" id="{77325F25-0CC0-9752-6990-709B8FDBE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3542A-D4A2-05C7-9638-14469E4289C1}"/>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66431128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0C527-B80C-169D-1D9F-749DDA10E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0C4D06-2582-8CDD-C9E6-2B0E8E54E7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ACBA1F-B1A6-608E-ECAF-F16519517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7A77-F069-5E8C-A6F6-D2984CFCA9F7}"/>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6" name="Footer Placeholder 5">
            <a:extLst>
              <a:ext uri="{FF2B5EF4-FFF2-40B4-BE49-F238E27FC236}">
                <a16:creationId xmlns:a16="http://schemas.microsoft.com/office/drawing/2014/main" id="{4D910C1C-A7BF-A6A2-AA6C-B48D7C2F82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565A6E-EBE9-AE88-E5F7-68652D0E991C}"/>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287545584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19822-D6F6-D079-B238-04359EEC9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2110A5-9564-D3FB-CC31-F4B85D0EED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E08D6-D065-9168-950E-1B3689D91CD7}"/>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F865D45A-D4E0-9C72-6C0B-B1ACF9FAB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230F1-7ED4-F3D0-F795-71090A7F033F}"/>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46968259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AB71B-9145-2A81-FBD5-B40EB89D94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B52F71-7F22-4165-BD42-B3528C0D11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AFFBC-7D31-15E3-5A1A-27353A9094E8}"/>
              </a:ext>
            </a:extLst>
          </p:cNvPr>
          <p:cNvSpPr>
            <a:spLocks noGrp="1"/>
          </p:cNvSpPr>
          <p:nvPr>
            <p:ph type="dt" sz="half" idx="10"/>
          </p:nvPr>
        </p:nvSpPr>
        <p:spPr/>
        <p:txBody>
          <a:body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F741920F-9564-2242-C677-5C1518757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E631D4-AF56-C403-EC13-271F897E0A0F}"/>
              </a:ext>
            </a:extLst>
          </p:cNvPr>
          <p:cNvSpPr>
            <a:spLocks noGrp="1"/>
          </p:cNvSpPr>
          <p:nvPr>
            <p:ph type="sldNum" sz="quarter" idx="12"/>
          </p:nvPr>
        </p:nvSpPr>
        <p:spPr/>
        <p:txBody>
          <a:bodyPr/>
          <a:lstStyle/>
          <a:p>
            <a:fld id="{C5E7E092-4C5F-482B-AAAD-619EC092DF8A}" type="slidenum">
              <a:rPr lang="en-US" smtClean="0"/>
              <a:t>‹Nº›</a:t>
            </a:fld>
            <a:endParaRPr lang="en-US"/>
          </a:p>
        </p:txBody>
      </p:sp>
    </p:spTree>
    <p:extLst>
      <p:ext uri="{BB962C8B-B14F-4D97-AF65-F5344CB8AC3E}">
        <p14:creationId xmlns:p14="http://schemas.microsoft.com/office/powerpoint/2010/main" val="145671975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itle + Bullet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4" name="Picture 3" descr="A blue and grey text on a black background&#10;&#10;AI-generated content may be incorrect.">
            <a:extLst>
              <a:ext uri="{FF2B5EF4-FFF2-40B4-BE49-F238E27FC236}">
                <a16:creationId xmlns:a16="http://schemas.microsoft.com/office/drawing/2014/main" id="{7610D898-E076-64F6-1495-7A5ECE9464D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861141550"/>
      </p:ext>
    </p:extLst>
  </p:cSld>
  <p:clrMapOvr>
    <a:masterClrMapping/>
  </p:clrMapOvr>
  <p:transition spd="med"/>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0BED9CA-B32A-734A-87D6-C81AF3BE4349}"/>
              </a:ext>
            </a:extLst>
          </p:cNvPr>
          <p:cNvSpPr>
            <a:spLocks noGrp="1"/>
          </p:cNvSpPr>
          <p:nvPr>
            <p:ph type="dt" sz="half" idx="10"/>
          </p:nvPr>
        </p:nvSpPr>
        <p:spPr/>
        <p:txBody>
          <a:bodyPr/>
          <a:lstStyle/>
          <a:p>
            <a:fld id="{565C015E-7D9B-432F-A26E-2DBE0B54B7F2}" type="datetime1">
              <a:rPr lang="en-US" smtClean="0"/>
              <a:t>10/1/2025</a:t>
            </a:fld>
            <a:endParaRPr lang="en-US"/>
          </a:p>
        </p:txBody>
      </p:sp>
      <p:sp>
        <p:nvSpPr>
          <p:cNvPr id="5" name="Footer Placeholder 4">
            <a:extLst>
              <a:ext uri="{FF2B5EF4-FFF2-40B4-BE49-F238E27FC236}">
                <a16:creationId xmlns:a16="http://schemas.microsoft.com/office/drawing/2014/main" id="{F4120278-D85D-F338-36DE-CF3B3B15D44F}"/>
              </a:ext>
            </a:extLst>
          </p:cNvPr>
          <p:cNvSpPr>
            <a:spLocks noGrp="1"/>
          </p:cNvSpPr>
          <p:nvPr>
            <p:ph type="ftr" sz="quarter" idx="11"/>
          </p:nvPr>
        </p:nvSpPr>
        <p:spPr/>
        <p:txBody>
          <a:bodyPr/>
          <a:lstStyle/>
          <a:p>
            <a:r>
              <a:rPr lang="en-US"/>
              <a:t>Rockwell AF 2025</a:t>
            </a:r>
          </a:p>
        </p:txBody>
      </p:sp>
      <p:sp>
        <p:nvSpPr>
          <p:cNvPr id="6" name="Slide Number Placeholder 5">
            <a:extLst>
              <a:ext uri="{FF2B5EF4-FFF2-40B4-BE49-F238E27FC236}">
                <a16:creationId xmlns:a16="http://schemas.microsoft.com/office/drawing/2014/main" id="{F06DFF7E-4F11-3571-01B4-3BD5C1CC6176}"/>
              </a:ext>
            </a:extLst>
          </p:cNvPr>
          <p:cNvSpPr>
            <a:spLocks noGrp="1"/>
          </p:cNvSpPr>
          <p:nvPr>
            <p:ph type="sldNum" sz="quarter" idx="12"/>
          </p:nvPr>
        </p:nvSpPr>
        <p:spPr/>
        <p:txBody>
          <a:bodyPr/>
          <a:lstStyle/>
          <a:p>
            <a:fld id="{0064D691-7E68-4C8C-92BD-6B92E65E1242}" type="slidenum">
              <a:rPr lang="en-US" smtClean="0"/>
              <a:t>‹Nº›</a:t>
            </a:fld>
            <a:endParaRPr lang="en-US"/>
          </a:p>
        </p:txBody>
      </p:sp>
    </p:spTree>
    <p:extLst>
      <p:ext uri="{BB962C8B-B14F-4D97-AF65-F5344CB8AC3E}">
        <p14:creationId xmlns:p14="http://schemas.microsoft.com/office/powerpoint/2010/main" val="419041117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8" name="Picture 17" descr="A blue and grey text on a black background&#10;&#10;AI-generated content may be incorrect.">
            <a:extLst>
              <a:ext uri="{FF2B5EF4-FFF2-40B4-BE49-F238E27FC236}">
                <a16:creationId xmlns:a16="http://schemas.microsoft.com/office/drawing/2014/main" id="{83813A8B-B134-B73F-BA37-566CF121675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grpSp>
        <p:nvGrpSpPr>
          <p:cNvPr id="12" name="Group 11">
            <a:extLst>
              <a:ext uri="{FF2B5EF4-FFF2-40B4-BE49-F238E27FC236}">
                <a16:creationId xmlns:a16="http://schemas.microsoft.com/office/drawing/2014/main" id="{79CC8E45-557C-2570-B96A-54927082176F}"/>
              </a:ext>
            </a:extLst>
          </p:cNvPr>
          <p:cNvGrpSpPr/>
          <p:nvPr userDrawn="1"/>
        </p:nvGrpSpPr>
        <p:grpSpPr>
          <a:xfrm>
            <a:off x="447265" y="1603356"/>
            <a:ext cx="11341925" cy="4111644"/>
            <a:chOff x="930361" y="1603356"/>
            <a:chExt cx="11481319"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930361" y="1603356"/>
              <a:ext cx="2257806" cy="4111644"/>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3236240"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542117"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847996"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10153874"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3" name="Text Placeholder 2">
            <a:extLst>
              <a:ext uri="{FF2B5EF4-FFF2-40B4-BE49-F238E27FC236}">
                <a16:creationId xmlns:a16="http://schemas.microsoft.com/office/drawing/2014/main" id="{8C3EBD0E-14C8-3FC0-AA11-523D4D21D6A2}"/>
              </a:ext>
            </a:extLst>
          </p:cNvPr>
          <p:cNvSpPr>
            <a:spLocks noGrp="1"/>
          </p:cNvSpPr>
          <p:nvPr>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grpSp>
        <p:nvGrpSpPr>
          <p:cNvPr id="31" name="Group 30">
            <a:extLst>
              <a:ext uri="{FF2B5EF4-FFF2-40B4-BE49-F238E27FC236}">
                <a16:creationId xmlns:a16="http://schemas.microsoft.com/office/drawing/2014/main" id="{25F3528B-8DDE-F756-A084-7FCF6F277F8C}"/>
              </a:ext>
            </a:extLst>
          </p:cNvPr>
          <p:cNvGrpSpPr/>
          <p:nvPr userDrawn="1"/>
        </p:nvGrpSpPr>
        <p:grpSpPr>
          <a:xfrm>
            <a:off x="1044205" y="1573954"/>
            <a:ext cx="9094305" cy="841255"/>
            <a:chOff x="1044205" y="2007704"/>
            <a:chExt cx="9094305" cy="407505"/>
          </a:xfrm>
        </p:grpSpPr>
        <p:cxnSp>
          <p:nvCxnSpPr>
            <p:cNvPr id="26" name="Straight Connector 25">
              <a:extLst>
                <a:ext uri="{FF2B5EF4-FFF2-40B4-BE49-F238E27FC236}">
                  <a16:creationId xmlns:a16="http://schemas.microsoft.com/office/drawing/2014/main" id="{E894AC74-2876-C413-E27F-05BC09E57C20}"/>
                </a:ext>
              </a:extLst>
            </p:cNvPr>
            <p:cNvCxnSpPr/>
            <p:nvPr userDrawn="1"/>
          </p:nvCxnSpPr>
          <p:spPr bwMode="auto">
            <a:xfrm>
              <a:off x="1044205"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0F9B4F2C-6131-A0F9-2247-688A9347CC7F}"/>
                </a:ext>
              </a:extLst>
            </p:cNvPr>
            <p:cNvCxnSpPr/>
            <p:nvPr userDrawn="1"/>
          </p:nvCxnSpPr>
          <p:spPr bwMode="auto">
            <a:xfrm>
              <a:off x="3409718"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2146CFD0-08AD-E76C-C52E-E231727CB71A}"/>
                </a:ext>
              </a:extLst>
            </p:cNvPr>
            <p:cNvCxnSpPr/>
            <p:nvPr userDrawn="1"/>
          </p:nvCxnSpPr>
          <p:spPr bwMode="auto">
            <a:xfrm>
              <a:off x="5665901"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1764D819-AF14-5D58-7EC2-553D8572A57D}"/>
                </a:ext>
              </a:extLst>
            </p:cNvPr>
            <p:cNvCxnSpPr/>
            <p:nvPr userDrawn="1"/>
          </p:nvCxnSpPr>
          <p:spPr bwMode="auto">
            <a:xfrm>
              <a:off x="7961840"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65B8583C-E107-873B-A596-96328920D04B}"/>
                </a:ext>
              </a:extLst>
            </p:cNvPr>
            <p:cNvCxnSpPr/>
            <p:nvPr userDrawn="1"/>
          </p:nvCxnSpPr>
          <p:spPr bwMode="auto">
            <a:xfrm>
              <a:off x="10138510" y="2007704"/>
              <a:ext cx="0" cy="407505"/>
            </a:xfrm>
            <a:prstGeom prst="line">
              <a:avLst/>
            </a:prstGeom>
            <a:noFill/>
            <a:ln w="19050" cap="flat" cmpd="sng" algn="ctr">
              <a:solidFill>
                <a:schemeClr val="bg1"/>
              </a:solidFill>
              <a:prstDash val="solid"/>
              <a:round/>
              <a:headEnd type="none" w="med" len="med"/>
              <a:tailEnd type="none" w="med" len="med"/>
            </a:ln>
            <a:effectLst/>
          </p:spPr>
        </p:cxnSp>
      </p:grpSp>
      <p:sp>
        <p:nvSpPr>
          <p:cNvPr id="9" name="Title 1">
            <a:extLst>
              <a:ext uri="{FF2B5EF4-FFF2-40B4-BE49-F238E27FC236}">
                <a16:creationId xmlns:a16="http://schemas.microsoft.com/office/drawing/2014/main" id="{5EE6C912-905A-73F5-BAA7-B16865C1B6F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123105065"/>
      </p:ext>
    </p:extLst>
  </p:cSld>
  <p:clrMapOvr>
    <a:masterClrMapping/>
  </p:clrMapOvr>
  <p:transition spd="med"/>
  <p:extLst>
    <p:ext uri="{DCECCB84-F9BA-43D5-87BE-67443E8EF086}">
      <p15:sldGuideLst xmlns:p15="http://schemas.microsoft.com/office/powerpoint/2012/main">
        <p15:guide id="1" pos="64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Agenda Outlines">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88D321-BEB4-EB87-E7D9-3FCF32CDBA39}"/>
              </a:ext>
            </a:extLst>
          </p:cNvPr>
          <p:cNvGrpSpPr/>
          <p:nvPr userDrawn="1"/>
        </p:nvGrpSpPr>
        <p:grpSpPr>
          <a:xfrm>
            <a:off x="447265" y="1603356"/>
            <a:ext cx="11341921" cy="4111644"/>
            <a:chOff x="447266" y="1603356"/>
            <a:chExt cx="11242948"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6"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10266"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4973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36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499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cxnSp>
        <p:nvCxnSpPr>
          <p:cNvPr id="19" name="Straight Connector 18">
            <a:extLst>
              <a:ext uri="{FF2B5EF4-FFF2-40B4-BE49-F238E27FC236}">
                <a16:creationId xmlns:a16="http://schemas.microsoft.com/office/drawing/2014/main" id="{A3B1F656-C622-0556-00B3-F1E0E0FD1B6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19F1E74D-D433-EF81-34B5-CB111B149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9" name="Picture 8" descr="A blue and grey text on a black background&#10;&#10;AI-generated content may be incorrect.">
            <a:extLst>
              <a:ext uri="{FF2B5EF4-FFF2-40B4-BE49-F238E27FC236}">
                <a16:creationId xmlns:a16="http://schemas.microsoft.com/office/drawing/2014/main" id="{CEFD8300-47A2-3CD3-07DA-2AFBF254CAD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010364443"/>
      </p:ext>
    </p:extLst>
  </p:cSld>
  <p:clrMapOvr>
    <a:masterClrMapping/>
  </p:clrMapOvr>
  <p:transition spd="med"/>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Agenda Color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01E2DD4-33EC-EAEC-F78C-B5FC9D498837}"/>
              </a:ext>
            </a:extLst>
          </p:cNvPr>
          <p:cNvGrpSpPr/>
          <p:nvPr userDrawn="1"/>
        </p:nvGrpSpPr>
        <p:grpSpPr>
          <a:xfrm>
            <a:off x="447265" y="1603356"/>
            <a:ext cx="11341925" cy="4111644"/>
            <a:chOff x="447265" y="1603356"/>
            <a:chExt cx="11341925" cy="4111644"/>
          </a:xfrm>
          <a:gradFill>
            <a:gsLst>
              <a:gs pos="14000">
                <a:schemeClr val="accent4"/>
              </a:gs>
              <a:gs pos="84000">
                <a:schemeClr val="accent2"/>
              </a:gs>
            </a:gsLst>
            <a:lin ang="2700000" scaled="1"/>
          </a:gradFill>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5"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25148"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003030"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80913"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558796"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cxnSp>
        <p:nvCxnSpPr>
          <p:cNvPr id="18" name="Straight Connector 17">
            <a:extLst>
              <a:ext uri="{FF2B5EF4-FFF2-40B4-BE49-F238E27FC236}">
                <a16:creationId xmlns:a16="http://schemas.microsoft.com/office/drawing/2014/main" id="{CE2E81E1-9C05-40B8-809D-F0BFD9956B5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C29C7DC5-D5FC-37A4-1BB4-431660839FF1}"/>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9" name="Picture 8" descr="A blue and grey text on a black background&#10;&#10;AI-generated content may be incorrect.">
            <a:extLst>
              <a:ext uri="{FF2B5EF4-FFF2-40B4-BE49-F238E27FC236}">
                <a16:creationId xmlns:a16="http://schemas.microsoft.com/office/drawing/2014/main" id="{3D6C3DE3-54C3-0768-7A40-C1607C5CA2F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00693360"/>
      </p:ext>
    </p:extLst>
  </p:cSld>
  <p:clrMapOvr>
    <a:masterClrMapping/>
  </p:clrMapOvr>
  <p:transition spd="med"/>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Agenda lis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295241"/>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360266"/>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25291"/>
            <a:ext cx="10744985"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490316"/>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55341"/>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cxnSp>
        <p:nvCxnSpPr>
          <p:cNvPr id="12" name="Straight Connector 11">
            <a:extLst>
              <a:ext uri="{FF2B5EF4-FFF2-40B4-BE49-F238E27FC236}">
                <a16:creationId xmlns:a16="http://schemas.microsoft.com/office/drawing/2014/main" id="{340F3CD0-B2A9-3E1D-C106-08B30BF7F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61F1521B-E99A-BE90-5FA5-B16038BBC8C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BEAE8CF2-9F07-E53E-272B-D4D45B7B5AD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007188"/>
      </p:ext>
    </p:extLst>
  </p:cSld>
  <p:clrMapOvr>
    <a:masterClrMapping/>
  </p:clrMapOvr>
  <p:transition spd="med"/>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Agena list 2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sp>
        <p:nvSpPr>
          <p:cNvPr id="9" name="Rectangle 8">
            <a:extLst>
              <a:ext uri="{FF2B5EF4-FFF2-40B4-BE49-F238E27FC236}">
                <a16:creationId xmlns:a16="http://schemas.microsoft.com/office/drawing/2014/main" id="{ACF37157-9D5C-371C-3D39-451B6BFA9F27}"/>
              </a:ext>
            </a:extLst>
          </p:cNvPr>
          <p:cNvSpPr/>
          <p:nvPr userDrawn="1"/>
        </p:nvSpPr>
        <p:spPr bwMode="auto">
          <a:xfrm rot="16200000">
            <a:off x="6225334" y="5334835"/>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F5C2CEDC-B41E-1663-31E6-659568EEA82D}"/>
              </a:ext>
            </a:extLst>
          </p:cNvPr>
          <p:cNvSpPr/>
          <p:nvPr userDrawn="1"/>
        </p:nvSpPr>
        <p:spPr bwMode="auto">
          <a:xfrm rot="16200000">
            <a:off x="6225334" y="4280775"/>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1F523286-AFA0-6B94-69D3-14752C94404B}"/>
              </a:ext>
            </a:extLst>
          </p:cNvPr>
          <p:cNvSpPr/>
          <p:nvPr userDrawn="1"/>
        </p:nvSpPr>
        <p:spPr bwMode="auto">
          <a:xfrm rot="16200000">
            <a:off x="6225334" y="3226716"/>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8" name="Rectangle 17">
            <a:extLst>
              <a:ext uri="{FF2B5EF4-FFF2-40B4-BE49-F238E27FC236}">
                <a16:creationId xmlns:a16="http://schemas.microsoft.com/office/drawing/2014/main" id="{CE2875A6-EBC7-7D37-F847-4C4757434ECE}"/>
              </a:ext>
            </a:extLst>
          </p:cNvPr>
          <p:cNvSpPr/>
          <p:nvPr userDrawn="1"/>
        </p:nvSpPr>
        <p:spPr bwMode="auto">
          <a:xfrm rot="16200000">
            <a:off x="6225334" y="2172657"/>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9" name="Rectangle 18">
            <a:extLst>
              <a:ext uri="{FF2B5EF4-FFF2-40B4-BE49-F238E27FC236}">
                <a16:creationId xmlns:a16="http://schemas.microsoft.com/office/drawing/2014/main" id="{1229E952-D06D-9D1C-8E97-1CA7371E3E19}"/>
              </a:ext>
            </a:extLst>
          </p:cNvPr>
          <p:cNvSpPr/>
          <p:nvPr userDrawn="1"/>
        </p:nvSpPr>
        <p:spPr bwMode="auto">
          <a:xfrm rot="16200000">
            <a:off x="6225334" y="1118598"/>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Text Placeholder 2">
            <a:extLst>
              <a:ext uri="{FF2B5EF4-FFF2-40B4-BE49-F238E27FC236}">
                <a16:creationId xmlns:a16="http://schemas.microsoft.com/office/drawing/2014/main" id="{76486324-29EA-9423-926C-5B99C75D5F48}"/>
              </a:ext>
            </a:extLst>
          </p:cNvPr>
          <p:cNvSpPr>
            <a:spLocks noGrp="1"/>
          </p:cNvSpPr>
          <p:nvPr>
            <p:ph type="body" sz="quarter" idx="26"/>
          </p:nvPr>
        </p:nvSpPr>
        <p:spPr>
          <a:xfrm>
            <a:off x="71910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6" name="Text Placeholder 2">
            <a:extLst>
              <a:ext uri="{FF2B5EF4-FFF2-40B4-BE49-F238E27FC236}">
                <a16:creationId xmlns:a16="http://schemas.microsoft.com/office/drawing/2014/main" id="{EE685F01-2B90-EB05-A6ED-67226C8A91C5}"/>
              </a:ext>
            </a:extLst>
          </p:cNvPr>
          <p:cNvSpPr>
            <a:spLocks noGrp="1"/>
          </p:cNvSpPr>
          <p:nvPr>
            <p:ph type="body" sz="quarter" idx="27"/>
          </p:nvPr>
        </p:nvSpPr>
        <p:spPr>
          <a:xfrm>
            <a:off x="71910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7" name="Text Placeholder 2">
            <a:extLst>
              <a:ext uri="{FF2B5EF4-FFF2-40B4-BE49-F238E27FC236}">
                <a16:creationId xmlns:a16="http://schemas.microsoft.com/office/drawing/2014/main" id="{878886AD-05C9-F1AA-1C4B-C3BFF80C528A}"/>
              </a:ext>
            </a:extLst>
          </p:cNvPr>
          <p:cNvSpPr>
            <a:spLocks noGrp="1"/>
          </p:cNvSpPr>
          <p:nvPr>
            <p:ph type="body" sz="quarter" idx="28"/>
          </p:nvPr>
        </p:nvSpPr>
        <p:spPr>
          <a:xfrm>
            <a:off x="71910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8" name="Text Placeholder 2">
            <a:extLst>
              <a:ext uri="{FF2B5EF4-FFF2-40B4-BE49-F238E27FC236}">
                <a16:creationId xmlns:a16="http://schemas.microsoft.com/office/drawing/2014/main" id="{8AA9D7C6-FB85-1340-655B-11595CBC7ACA}"/>
              </a:ext>
            </a:extLst>
          </p:cNvPr>
          <p:cNvSpPr>
            <a:spLocks noGrp="1"/>
          </p:cNvSpPr>
          <p:nvPr>
            <p:ph type="body" sz="quarter" idx="29"/>
          </p:nvPr>
        </p:nvSpPr>
        <p:spPr>
          <a:xfrm>
            <a:off x="71910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6407E569-9548-FBE4-8E25-877847ECFEB8}"/>
              </a:ext>
            </a:extLst>
          </p:cNvPr>
          <p:cNvSpPr>
            <a:spLocks noGrp="1"/>
          </p:cNvSpPr>
          <p:nvPr>
            <p:ph type="body" sz="quarter" idx="30"/>
          </p:nvPr>
        </p:nvSpPr>
        <p:spPr>
          <a:xfrm>
            <a:off x="71910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30" name="Content Placeholder 19">
            <a:extLst>
              <a:ext uri="{FF2B5EF4-FFF2-40B4-BE49-F238E27FC236}">
                <a16:creationId xmlns:a16="http://schemas.microsoft.com/office/drawing/2014/main" id="{F90BE522-E4EC-63B8-390D-E576F3F5012A}"/>
              </a:ext>
            </a:extLst>
          </p:cNvPr>
          <p:cNvSpPr>
            <a:spLocks noGrp="1"/>
          </p:cNvSpPr>
          <p:nvPr>
            <p:ph sz="quarter" idx="31" hasCustomPrompt="1"/>
          </p:nvPr>
        </p:nvSpPr>
        <p:spPr>
          <a:xfrm>
            <a:off x="5625681"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06</a:t>
            </a:r>
          </a:p>
        </p:txBody>
      </p:sp>
      <p:sp>
        <p:nvSpPr>
          <p:cNvPr id="31" name="Content Placeholder 19">
            <a:extLst>
              <a:ext uri="{FF2B5EF4-FFF2-40B4-BE49-F238E27FC236}">
                <a16:creationId xmlns:a16="http://schemas.microsoft.com/office/drawing/2014/main" id="{5B43E6E4-C5BA-2A2C-4AD1-FCCC5E3C43D4}"/>
              </a:ext>
            </a:extLst>
          </p:cNvPr>
          <p:cNvSpPr>
            <a:spLocks noGrp="1"/>
          </p:cNvSpPr>
          <p:nvPr>
            <p:ph sz="quarter" idx="32" hasCustomPrompt="1"/>
          </p:nvPr>
        </p:nvSpPr>
        <p:spPr>
          <a:xfrm>
            <a:off x="5625681"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07</a:t>
            </a:r>
          </a:p>
        </p:txBody>
      </p:sp>
      <p:sp>
        <p:nvSpPr>
          <p:cNvPr id="32" name="Content Placeholder 19">
            <a:extLst>
              <a:ext uri="{FF2B5EF4-FFF2-40B4-BE49-F238E27FC236}">
                <a16:creationId xmlns:a16="http://schemas.microsoft.com/office/drawing/2014/main" id="{66ADF6C3-4885-0A37-45BD-3CF44EF58EE8}"/>
              </a:ext>
            </a:extLst>
          </p:cNvPr>
          <p:cNvSpPr>
            <a:spLocks noGrp="1"/>
          </p:cNvSpPr>
          <p:nvPr>
            <p:ph sz="quarter" idx="33" hasCustomPrompt="1"/>
          </p:nvPr>
        </p:nvSpPr>
        <p:spPr>
          <a:xfrm>
            <a:off x="562568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08</a:t>
            </a:r>
          </a:p>
        </p:txBody>
      </p:sp>
      <p:sp>
        <p:nvSpPr>
          <p:cNvPr id="33" name="Content Placeholder 19">
            <a:extLst>
              <a:ext uri="{FF2B5EF4-FFF2-40B4-BE49-F238E27FC236}">
                <a16:creationId xmlns:a16="http://schemas.microsoft.com/office/drawing/2014/main" id="{41705D1B-3717-240B-C1A7-D529BAC4CED9}"/>
              </a:ext>
            </a:extLst>
          </p:cNvPr>
          <p:cNvSpPr>
            <a:spLocks noGrp="1"/>
          </p:cNvSpPr>
          <p:nvPr>
            <p:ph sz="quarter" idx="34" hasCustomPrompt="1"/>
          </p:nvPr>
        </p:nvSpPr>
        <p:spPr>
          <a:xfrm>
            <a:off x="5636779"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09</a:t>
            </a:r>
          </a:p>
        </p:txBody>
      </p:sp>
      <p:sp>
        <p:nvSpPr>
          <p:cNvPr id="34" name="Content Placeholder 19">
            <a:extLst>
              <a:ext uri="{FF2B5EF4-FFF2-40B4-BE49-F238E27FC236}">
                <a16:creationId xmlns:a16="http://schemas.microsoft.com/office/drawing/2014/main" id="{45F0BE7C-AD1D-CBE1-BB9F-8F09808E0847}"/>
              </a:ext>
            </a:extLst>
          </p:cNvPr>
          <p:cNvSpPr>
            <a:spLocks noGrp="1"/>
          </p:cNvSpPr>
          <p:nvPr>
            <p:ph sz="quarter" idx="35" hasCustomPrompt="1"/>
          </p:nvPr>
        </p:nvSpPr>
        <p:spPr>
          <a:xfrm>
            <a:off x="5647873"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10</a:t>
            </a:r>
          </a:p>
        </p:txBody>
      </p:sp>
      <p:cxnSp>
        <p:nvCxnSpPr>
          <p:cNvPr id="38" name="Straight Connector 37">
            <a:extLst>
              <a:ext uri="{FF2B5EF4-FFF2-40B4-BE49-F238E27FC236}">
                <a16:creationId xmlns:a16="http://schemas.microsoft.com/office/drawing/2014/main" id="{8033E04A-D198-2F16-1A6F-0473A626E3C5}"/>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B697B694-A1BD-6AD6-E340-B0102E28903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1301FF4B-F120-AFCF-C622-3DC8CC2E148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250133272"/>
      </p:ext>
    </p:extLst>
  </p:cSld>
  <p:clrMapOvr>
    <a:masterClrMapping/>
  </p:clrMapOvr>
  <p:transition spd="med"/>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Agenda 3 items stagger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2433930" y="557020"/>
            <a:ext cx="75481" cy="4078102"/>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341773" y="2112186"/>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4001902" y="3236465"/>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7600998" y="4301490"/>
            <a:ext cx="4188193"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9" name="Rectangle 8">
            <a:extLst>
              <a:ext uri="{FF2B5EF4-FFF2-40B4-BE49-F238E27FC236}">
                <a16:creationId xmlns:a16="http://schemas.microsoft.com/office/drawing/2014/main" id="{31923C44-E737-F802-E2EA-3E1693727967}"/>
              </a:ext>
            </a:extLst>
          </p:cNvPr>
          <p:cNvSpPr/>
          <p:nvPr userDrawn="1"/>
        </p:nvSpPr>
        <p:spPr bwMode="auto">
          <a:xfrm rot="16200000">
            <a:off x="6130760" y="1659601"/>
            <a:ext cx="75476" cy="4078102"/>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DB5AF96E-7D94-1599-0E8B-F65B79291503}"/>
              </a:ext>
            </a:extLst>
          </p:cNvPr>
          <p:cNvSpPr/>
          <p:nvPr userDrawn="1"/>
        </p:nvSpPr>
        <p:spPr bwMode="auto">
          <a:xfrm rot="16200000">
            <a:off x="9712403" y="2728885"/>
            <a:ext cx="75480" cy="4078101"/>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cxnSp>
        <p:nvCxnSpPr>
          <p:cNvPr id="26" name="Straight Connector 25">
            <a:extLst>
              <a:ext uri="{FF2B5EF4-FFF2-40B4-BE49-F238E27FC236}">
                <a16:creationId xmlns:a16="http://schemas.microsoft.com/office/drawing/2014/main" id="{62EFAC38-F6D5-6623-79B6-B4B7F031BC9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6B7AD00-9149-AA43-6BB5-9CC22F6F20B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5" name="Picture 4" descr="A blue and grey text on a black background&#10;&#10;AI-generated content may be incorrect.">
            <a:extLst>
              <a:ext uri="{FF2B5EF4-FFF2-40B4-BE49-F238E27FC236}">
                <a16:creationId xmlns:a16="http://schemas.microsoft.com/office/drawing/2014/main" id="{4454C77E-C413-4769-E2A5-4F061E65A02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57507811"/>
      </p:ext>
    </p:extLst>
  </p:cSld>
  <p:clrMapOvr>
    <a:masterClrMapping/>
  </p:clrMapOvr>
  <p:transition spd="med"/>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Headshot Full Photo">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2B6771DB-E18B-9612-A2AD-43B2BA0933B8}"/>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9" name="Picture Placeholder 8">
            <a:extLst>
              <a:ext uri="{FF2B5EF4-FFF2-40B4-BE49-F238E27FC236}">
                <a16:creationId xmlns:a16="http://schemas.microsoft.com/office/drawing/2014/main" id="{ADB0F5C8-B370-53E5-C819-03C32860557B}"/>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4400" b="0" i="0">
                <a:solidFill>
                  <a:schemeClr val="bg1"/>
                </a:solidFill>
                <a:latin typeface="Barlow Light" pitchFamily="2" charset="77"/>
              </a:defRPr>
            </a:lvl1pPr>
          </a:lstStyle>
          <a:p>
            <a:endParaRPr lang="en-US"/>
          </a:p>
        </p:txBody>
      </p:sp>
      <p:sp>
        <p:nvSpPr>
          <p:cNvPr id="2" name="Text Placeholder 2">
            <a:extLst>
              <a:ext uri="{FF2B5EF4-FFF2-40B4-BE49-F238E27FC236}">
                <a16:creationId xmlns:a16="http://schemas.microsoft.com/office/drawing/2014/main" id="{6250C76E-D614-52D3-D0A0-9B6FDC42C4F0}"/>
              </a:ext>
            </a:extLst>
          </p:cNvPr>
          <p:cNvSpPr>
            <a:spLocks noGrp="1"/>
          </p:cNvSpPr>
          <p:nvPr>
            <p:ph type="body" sz="quarter" idx="16"/>
          </p:nvPr>
        </p:nvSpPr>
        <p:spPr>
          <a:xfrm>
            <a:off x="6349736" y="2828022"/>
            <a:ext cx="4770548" cy="923330"/>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6000" b="1"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3" name="Text Placeholder 2">
            <a:extLst>
              <a:ext uri="{FF2B5EF4-FFF2-40B4-BE49-F238E27FC236}">
                <a16:creationId xmlns:a16="http://schemas.microsoft.com/office/drawing/2014/main" id="{9ACAA5A8-4156-6C72-089D-C06E0C333EF0}"/>
              </a:ext>
            </a:extLst>
          </p:cNvPr>
          <p:cNvSpPr>
            <a:spLocks noGrp="1"/>
          </p:cNvSpPr>
          <p:nvPr>
            <p:ph type="body" sz="quarter" idx="17"/>
          </p:nvPr>
        </p:nvSpPr>
        <p:spPr>
          <a:xfrm>
            <a:off x="6349736" y="3802719"/>
            <a:ext cx="4915164" cy="5355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3200" b="0"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2400">
                <a:solidFill>
                  <a:schemeClr val="bg1"/>
                </a:solidFill>
                <a:effectLst>
                  <a:outerShdw blurRad="260481" sx="102000" sy="102000" algn="ctr" rotWithShape="0">
                    <a:prstClr val="black">
                      <a:alpha val="86110"/>
                    </a:prstClr>
                  </a:outerShdw>
                </a:effectLst>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pic>
        <p:nvPicPr>
          <p:cNvPr id="6" name="Picture 5" descr="A blue and grey text on a black background&#10;&#10;AI-generated content may be incorrect.">
            <a:extLst>
              <a:ext uri="{FF2B5EF4-FFF2-40B4-BE49-F238E27FC236}">
                <a16:creationId xmlns:a16="http://schemas.microsoft.com/office/drawing/2014/main" id="{5B2BBCCF-9C34-181A-D6FE-104C9B40E5A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1320954552"/>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Headshot 1 pers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4747043" y="-860007"/>
            <a:ext cx="2679700" cy="8273214"/>
          </a:xfrm>
          <a:prstGeom prst="rect">
            <a:avLst/>
          </a:prstGeom>
          <a:gradFill flip="none" rotWithShape="1">
            <a:gsLst>
              <a:gs pos="0">
                <a:schemeClr val="accent3"/>
              </a:gs>
              <a:gs pos="78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Picture Placeholder 19">
            <a:extLst>
              <a:ext uri="{FF2B5EF4-FFF2-40B4-BE49-F238E27FC236}">
                <a16:creationId xmlns:a16="http://schemas.microsoft.com/office/drawing/2014/main" id="{0DEEA39D-5AF7-C3CD-448C-18CFE8E259BE}"/>
              </a:ext>
            </a:extLst>
          </p:cNvPr>
          <p:cNvSpPr>
            <a:spLocks noGrp="1"/>
          </p:cNvSpPr>
          <p:nvPr>
            <p:ph type="pic" sz="quarter" idx="10"/>
          </p:nvPr>
        </p:nvSpPr>
        <p:spPr>
          <a:xfrm>
            <a:off x="2270572" y="1936748"/>
            <a:ext cx="3212778" cy="2679700"/>
          </a:xfrm>
          <a:prstGeom prst="rect">
            <a:avLst/>
          </a:prstGeom>
          <a:solidFill>
            <a:schemeClr val="tx2"/>
          </a:solidFill>
          <a:ln w="19050">
            <a:solidFill>
              <a:schemeClr val="bg1"/>
            </a:solid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5803636" y="3046627"/>
            <a:ext cx="4117792"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5803636" y="3654542"/>
            <a:ext cx="4117792"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Freeform 6">
            <a:extLst>
              <a:ext uri="{FF2B5EF4-FFF2-40B4-BE49-F238E27FC236}">
                <a16:creationId xmlns:a16="http://schemas.microsoft.com/office/drawing/2014/main" id="{7B0DBA7B-D46A-C001-0C0E-428CBBA6AF2D}"/>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8" name="Picture 7" descr="A blue and grey text on a black background&#10;&#10;AI-generated content may be incorrect.">
            <a:extLst>
              <a:ext uri="{FF2B5EF4-FFF2-40B4-BE49-F238E27FC236}">
                <a16:creationId xmlns:a16="http://schemas.microsoft.com/office/drawing/2014/main" id="{7529319F-1EAF-4E9F-DA67-F0A917494760}"/>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4258081949"/>
      </p:ext>
    </p:extLst>
  </p:cSld>
  <p:clrMapOvr>
    <a:masterClrMapping/>
  </p:clrMapOvr>
  <p:transition spd="med"/>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Headshot 2 peop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3727868" y="-1727651"/>
            <a:ext cx="2432050" cy="8273214"/>
          </a:xfrm>
          <a:prstGeom prst="rect">
            <a:avLst/>
          </a:prstGeom>
          <a:gradFill flip="none" rotWithShape="1">
            <a:gsLst>
              <a:gs pos="23000">
                <a:schemeClr val="accent3"/>
              </a:gs>
              <a:gs pos="91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4660636" y="2171076"/>
            <a:ext cx="3861064"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4660636" y="2692046"/>
            <a:ext cx="3861064"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Rectangle 6">
            <a:extLst>
              <a:ext uri="{FF2B5EF4-FFF2-40B4-BE49-F238E27FC236}">
                <a16:creationId xmlns:a16="http://schemas.microsoft.com/office/drawing/2014/main" id="{BF6C097D-BD2D-BA4B-0334-DE56A7030151}"/>
              </a:ext>
            </a:extLst>
          </p:cNvPr>
          <p:cNvSpPr/>
          <p:nvPr userDrawn="1"/>
        </p:nvSpPr>
        <p:spPr>
          <a:xfrm rot="16200000" flipH="1">
            <a:off x="6267868" y="704397"/>
            <a:ext cx="2432050" cy="8273214"/>
          </a:xfrm>
          <a:prstGeom prst="rect">
            <a:avLst/>
          </a:prstGeom>
          <a:gradFill flip="none" rotWithShape="1">
            <a:gsLst>
              <a:gs pos="23000">
                <a:schemeClr val="accent3"/>
              </a:gs>
              <a:gs pos="91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8" name="Picture Placeholder 19">
            <a:extLst>
              <a:ext uri="{FF2B5EF4-FFF2-40B4-BE49-F238E27FC236}">
                <a16:creationId xmlns:a16="http://schemas.microsoft.com/office/drawing/2014/main" id="{DC68A78C-AC66-6B5D-92AE-A7C9F0B655CE}"/>
              </a:ext>
            </a:extLst>
          </p:cNvPr>
          <p:cNvSpPr>
            <a:spLocks noGrp="1"/>
          </p:cNvSpPr>
          <p:nvPr>
            <p:ph type="pic" sz="quarter" idx="18"/>
          </p:nvPr>
        </p:nvSpPr>
        <p:spPr>
          <a:xfrm>
            <a:off x="8105650" y="3624977"/>
            <a:ext cx="3212778" cy="2432050"/>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9" name="Text Placeholder 2">
            <a:extLst>
              <a:ext uri="{FF2B5EF4-FFF2-40B4-BE49-F238E27FC236}">
                <a16:creationId xmlns:a16="http://schemas.microsoft.com/office/drawing/2014/main" id="{5686A4CB-2930-2DB1-3FE3-49F664BB3DA4}"/>
              </a:ext>
            </a:extLst>
          </p:cNvPr>
          <p:cNvSpPr>
            <a:spLocks noGrp="1"/>
          </p:cNvSpPr>
          <p:nvPr>
            <p:ph type="body" sz="quarter" idx="19"/>
          </p:nvPr>
        </p:nvSpPr>
        <p:spPr>
          <a:xfrm>
            <a:off x="3797036" y="4617612"/>
            <a:ext cx="4117792" cy="563231"/>
          </a:xfrm>
          <a:prstGeom prst="rect">
            <a:avLst/>
          </a:prstGeom>
        </p:spPr>
        <p:txBody>
          <a:bodyPr wrap="square" anchor="b">
            <a:spAutoFit/>
          </a:bodyPr>
          <a:lstStyle>
            <a:lvl1pPr marL="9525" indent="0" algn="r">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DF1EBAE6-C58D-47D8-7308-203F4510B344}"/>
              </a:ext>
            </a:extLst>
          </p:cNvPr>
          <p:cNvSpPr>
            <a:spLocks noGrp="1"/>
          </p:cNvSpPr>
          <p:nvPr>
            <p:ph type="body" sz="quarter" idx="20"/>
          </p:nvPr>
        </p:nvSpPr>
        <p:spPr>
          <a:xfrm>
            <a:off x="3797036" y="5124094"/>
            <a:ext cx="4117792" cy="590931"/>
          </a:xfrm>
          <a:prstGeom prst="rect">
            <a:avLst/>
          </a:prstGeom>
        </p:spPr>
        <p:txBody>
          <a:bodyPr wrap="square" anchor="t">
            <a:spAutoFit/>
          </a:bodyPr>
          <a:lstStyle>
            <a:lvl1pPr marL="9525" indent="0" algn="r">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r">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12" name="Straight Connector 11">
            <a:extLst>
              <a:ext uri="{FF2B5EF4-FFF2-40B4-BE49-F238E27FC236}">
                <a16:creationId xmlns:a16="http://schemas.microsoft.com/office/drawing/2014/main" id="{0FA1A5DC-0E75-3669-950A-942732CFE935}"/>
              </a:ext>
            </a:extLst>
          </p:cNvPr>
          <p:cNvCxnSpPr>
            <a:cxnSpLocks/>
          </p:cNvCxnSpPr>
          <p:nvPr userDrawn="1"/>
        </p:nvCxnSpPr>
        <p:spPr bwMode="auto">
          <a:xfrm>
            <a:off x="808463" y="3612995"/>
            <a:ext cx="10816683" cy="0"/>
          </a:xfrm>
          <a:prstGeom prst="line">
            <a:avLst/>
          </a:prstGeom>
          <a:noFill/>
          <a:ln w="25400" cap="flat" cmpd="sng" algn="ctr">
            <a:solidFill>
              <a:schemeClr val="bg1"/>
            </a:solidFill>
            <a:prstDash val="solid"/>
            <a:round/>
            <a:headEnd type="none" w="med" len="med"/>
            <a:tailEnd type="none" w="med" len="med"/>
          </a:ln>
          <a:effectLst/>
        </p:spPr>
      </p:cxnSp>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396CE53F-4A5B-F2F5-1240-C54A38F11134}"/>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
        <p:nvSpPr>
          <p:cNvPr id="2" name="Picture Placeholder 19">
            <a:extLst>
              <a:ext uri="{FF2B5EF4-FFF2-40B4-BE49-F238E27FC236}">
                <a16:creationId xmlns:a16="http://schemas.microsoft.com/office/drawing/2014/main" id="{FDAADDDA-7DBA-6146-F29D-3572E74CCE10}"/>
              </a:ext>
            </a:extLst>
          </p:cNvPr>
          <p:cNvSpPr>
            <a:spLocks noGrp="1"/>
          </p:cNvSpPr>
          <p:nvPr>
            <p:ph type="pic" sz="quarter" idx="10"/>
          </p:nvPr>
        </p:nvSpPr>
        <p:spPr>
          <a:xfrm>
            <a:off x="1127572" y="1192549"/>
            <a:ext cx="3212778" cy="2408458"/>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Tree>
    <p:extLst>
      <p:ext uri="{BB962C8B-B14F-4D97-AF65-F5344CB8AC3E}">
        <p14:creationId xmlns:p14="http://schemas.microsoft.com/office/powerpoint/2010/main" val="1335824092"/>
      </p:ext>
    </p:extLst>
  </p:cSld>
  <p:clrMapOvr>
    <a:masterClrMapping/>
  </p:clrMapOvr>
  <p:transition spd="med"/>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585386" y="1880758"/>
            <a:ext cx="11021228" cy="4067979"/>
            <a:chOff x="930361" y="1603356"/>
            <a:chExt cx="9175441"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6" name="Rectangle 15">
              <a:extLst>
                <a:ext uri="{FF2B5EF4-FFF2-40B4-BE49-F238E27FC236}">
                  <a16:creationId xmlns:a16="http://schemas.microsoft.com/office/drawing/2014/main" id="{7378489D-082F-1AF0-4167-1C22AA6A9D0F}"/>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585387" y="2048290"/>
            <a:ext cx="2712000"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3360141" y="2048290"/>
            <a:ext cx="2706987"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6124871" y="2048290"/>
            <a:ext cx="2712000"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7" name="Picture Placeholder 19">
            <a:extLst>
              <a:ext uri="{FF2B5EF4-FFF2-40B4-BE49-F238E27FC236}">
                <a16:creationId xmlns:a16="http://schemas.microsoft.com/office/drawing/2014/main" id="{9A62EF0B-E5E7-F1E2-38A8-33EF3E3BF2D4}"/>
              </a:ext>
            </a:extLst>
          </p:cNvPr>
          <p:cNvSpPr>
            <a:spLocks noGrp="1"/>
          </p:cNvSpPr>
          <p:nvPr>
            <p:ph type="pic" sz="quarter" idx="13"/>
          </p:nvPr>
        </p:nvSpPr>
        <p:spPr>
          <a:xfrm>
            <a:off x="8894612" y="2048290"/>
            <a:ext cx="2706983"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718627" y="4203171"/>
            <a:ext cx="2417044"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718627" y="4927209"/>
            <a:ext cx="2417044"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3495928" y="4203171"/>
            <a:ext cx="2483243"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3495928" y="4927209"/>
            <a:ext cx="2483243"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6258470" y="4203171"/>
            <a:ext cx="243270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6258470" y="4927209"/>
            <a:ext cx="2432702"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6" name="Text Placeholder 2">
            <a:extLst>
              <a:ext uri="{FF2B5EF4-FFF2-40B4-BE49-F238E27FC236}">
                <a16:creationId xmlns:a16="http://schemas.microsoft.com/office/drawing/2014/main" id="{2C588E8A-B63F-3CE6-7294-F909C328E845}"/>
              </a:ext>
            </a:extLst>
          </p:cNvPr>
          <p:cNvSpPr>
            <a:spLocks noGrp="1"/>
          </p:cNvSpPr>
          <p:nvPr>
            <p:ph type="body" sz="quarter" idx="22" hasCustomPrompt="1"/>
          </p:nvPr>
        </p:nvSpPr>
        <p:spPr>
          <a:xfrm>
            <a:off x="9032377" y="4203171"/>
            <a:ext cx="2436177"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7" name="Text Placeholder 2">
            <a:extLst>
              <a:ext uri="{FF2B5EF4-FFF2-40B4-BE49-F238E27FC236}">
                <a16:creationId xmlns:a16="http://schemas.microsoft.com/office/drawing/2014/main" id="{C2DC1D7D-4B04-54E3-6FD6-CA4DA03F5956}"/>
              </a:ext>
            </a:extLst>
          </p:cNvPr>
          <p:cNvSpPr>
            <a:spLocks noGrp="1"/>
          </p:cNvSpPr>
          <p:nvPr>
            <p:ph type="body" sz="quarter" idx="23" hasCustomPrompt="1"/>
          </p:nvPr>
        </p:nvSpPr>
        <p:spPr>
          <a:xfrm>
            <a:off x="9032377" y="4927209"/>
            <a:ext cx="2436177"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pic>
        <p:nvPicPr>
          <p:cNvPr id="4" name="Picture 3" descr="A blue and grey text on a black background&#10;&#10;AI-generated content may be incorrect.">
            <a:extLst>
              <a:ext uri="{FF2B5EF4-FFF2-40B4-BE49-F238E27FC236}">
                <a16:creationId xmlns:a16="http://schemas.microsoft.com/office/drawing/2014/main" id="{FCDCFA72-9209-5B84-5760-3BF990A16577}"/>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3295445514"/>
      </p:ext>
    </p:extLst>
  </p:cSld>
  <p:clrMapOvr>
    <a:masterClrMapping/>
  </p:clrMapOvr>
  <p:transition spd="med"/>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447265" y="1880758"/>
            <a:ext cx="11341925" cy="4067979"/>
            <a:chOff x="930361" y="1603356"/>
            <a:chExt cx="11481319"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6" name="Rectangle 15">
              <a:extLst>
                <a:ext uri="{FF2B5EF4-FFF2-40B4-BE49-F238E27FC236}">
                  <a16:creationId xmlns:a16="http://schemas.microsoft.com/office/drawing/2014/main" id="{7378489D-082F-1AF0-4167-1C22AA6A9D0F}"/>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C50F8700-2DF8-5A46-BA32-E0C9245E6FAB}"/>
                </a:ext>
              </a:extLst>
            </p:cNvPr>
            <p:cNvSpPr/>
            <p:nvPr userDrawn="1"/>
          </p:nvSpPr>
          <p:spPr bwMode="auto">
            <a:xfrm>
              <a:off x="10153874"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447265"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2728128" y="2032524"/>
            <a:ext cx="2223099"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5002986"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7" name="Picture Placeholder 19">
            <a:extLst>
              <a:ext uri="{FF2B5EF4-FFF2-40B4-BE49-F238E27FC236}">
                <a16:creationId xmlns:a16="http://schemas.microsoft.com/office/drawing/2014/main" id="{9A62EF0B-E5E7-F1E2-38A8-33EF3E3BF2D4}"/>
              </a:ext>
            </a:extLst>
          </p:cNvPr>
          <p:cNvSpPr>
            <a:spLocks noGrp="1"/>
          </p:cNvSpPr>
          <p:nvPr>
            <p:ph type="pic" sz="quarter" idx="13"/>
          </p:nvPr>
        </p:nvSpPr>
        <p:spPr>
          <a:xfrm>
            <a:off x="7280824" y="2032524"/>
            <a:ext cx="2230395"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8" name="Picture Placeholder 19">
            <a:extLst>
              <a:ext uri="{FF2B5EF4-FFF2-40B4-BE49-F238E27FC236}">
                <a16:creationId xmlns:a16="http://schemas.microsoft.com/office/drawing/2014/main" id="{3CC2ECB0-4750-22D2-77C8-6349CF3AE775}"/>
              </a:ext>
            </a:extLst>
          </p:cNvPr>
          <p:cNvSpPr>
            <a:spLocks noGrp="1"/>
          </p:cNvSpPr>
          <p:nvPr>
            <p:ph type="pic" sz="quarter" idx="14"/>
          </p:nvPr>
        </p:nvSpPr>
        <p:spPr>
          <a:xfrm>
            <a:off x="9558619"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581795"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581795"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2863441"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2863441"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5136378"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5136378"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6" name="Text Placeholder 2">
            <a:extLst>
              <a:ext uri="{FF2B5EF4-FFF2-40B4-BE49-F238E27FC236}">
                <a16:creationId xmlns:a16="http://schemas.microsoft.com/office/drawing/2014/main" id="{2C588E8A-B63F-3CE6-7294-F909C328E845}"/>
              </a:ext>
            </a:extLst>
          </p:cNvPr>
          <p:cNvSpPr>
            <a:spLocks noGrp="1"/>
          </p:cNvSpPr>
          <p:nvPr>
            <p:ph type="body" sz="quarter" idx="22" hasCustomPrompt="1"/>
          </p:nvPr>
        </p:nvSpPr>
        <p:spPr>
          <a:xfrm>
            <a:off x="7417123"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7" name="Text Placeholder 2">
            <a:extLst>
              <a:ext uri="{FF2B5EF4-FFF2-40B4-BE49-F238E27FC236}">
                <a16:creationId xmlns:a16="http://schemas.microsoft.com/office/drawing/2014/main" id="{C2DC1D7D-4B04-54E3-6FD6-CA4DA03F5956}"/>
              </a:ext>
            </a:extLst>
          </p:cNvPr>
          <p:cNvSpPr>
            <a:spLocks noGrp="1"/>
          </p:cNvSpPr>
          <p:nvPr>
            <p:ph type="body" sz="quarter" idx="23" hasCustomPrompt="1"/>
          </p:nvPr>
        </p:nvSpPr>
        <p:spPr>
          <a:xfrm>
            <a:off x="7417123"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8" name="Text Placeholder 2">
            <a:extLst>
              <a:ext uri="{FF2B5EF4-FFF2-40B4-BE49-F238E27FC236}">
                <a16:creationId xmlns:a16="http://schemas.microsoft.com/office/drawing/2014/main" id="{655D63C3-9C5E-EEAF-B9E8-1E9ADDA1BBC7}"/>
              </a:ext>
            </a:extLst>
          </p:cNvPr>
          <p:cNvSpPr>
            <a:spLocks noGrp="1"/>
          </p:cNvSpPr>
          <p:nvPr>
            <p:ph type="body" sz="quarter" idx="24" hasCustomPrompt="1"/>
          </p:nvPr>
        </p:nvSpPr>
        <p:spPr>
          <a:xfrm>
            <a:off x="9687358"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9" name="Text Placeholder 2">
            <a:extLst>
              <a:ext uri="{FF2B5EF4-FFF2-40B4-BE49-F238E27FC236}">
                <a16:creationId xmlns:a16="http://schemas.microsoft.com/office/drawing/2014/main" id="{688A8A20-430F-78DF-BC60-B99B8966EAB4}"/>
              </a:ext>
            </a:extLst>
          </p:cNvPr>
          <p:cNvSpPr>
            <a:spLocks noGrp="1"/>
          </p:cNvSpPr>
          <p:nvPr>
            <p:ph type="body" sz="quarter" idx="25" hasCustomPrompt="1"/>
          </p:nvPr>
        </p:nvSpPr>
        <p:spPr>
          <a:xfrm>
            <a:off x="9687358"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pic>
        <p:nvPicPr>
          <p:cNvPr id="5" name="Picture 4" descr="A blue and grey text on a black background&#10;&#10;AI-generated content may be incorrect.">
            <a:extLst>
              <a:ext uri="{FF2B5EF4-FFF2-40B4-BE49-F238E27FC236}">
                <a16:creationId xmlns:a16="http://schemas.microsoft.com/office/drawing/2014/main" id="{4D3FC9FA-87D8-3827-ED44-D793D4710DA7}"/>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935528194"/>
      </p:ext>
    </p:extLst>
  </p:cSld>
  <p:clrMapOvr>
    <a:masterClrMapping/>
  </p:clrMapOvr>
  <p:transition spd="med"/>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3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656825" y="1880758"/>
            <a:ext cx="10883107" cy="4067979"/>
            <a:chOff x="930361" y="1603356"/>
            <a:chExt cx="6869562"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656827" y="2048290"/>
            <a:ext cx="3576928"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4309912" y="2048290"/>
            <a:ext cx="3576930"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7963002" y="2048290"/>
            <a:ext cx="3576930"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790066" y="4717318"/>
            <a:ext cx="3281873"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790066" y="5441356"/>
            <a:ext cx="3281873"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4516952" y="4717318"/>
            <a:ext cx="3212588"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4516952" y="5441356"/>
            <a:ext cx="3212588"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8144423" y="4717318"/>
            <a:ext cx="3228430"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8144423" y="5441356"/>
            <a:ext cx="3228430"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pic>
        <p:nvPicPr>
          <p:cNvPr id="5" name="Picture 4" descr="A blue and grey text on a black background&#10;&#10;AI-generated content may be incorrect.">
            <a:extLst>
              <a:ext uri="{FF2B5EF4-FFF2-40B4-BE49-F238E27FC236}">
                <a16:creationId xmlns:a16="http://schemas.microsoft.com/office/drawing/2014/main" id="{AFF14D7E-C338-910B-3323-6D1AEC460979}"/>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2538804109"/>
      </p:ext>
    </p:extLst>
  </p:cSld>
  <p:clrMapOvr>
    <a:masterClrMapping/>
  </p:clrMapOvr>
  <p:transition spd="med"/>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714898459"/>
      </p:ext>
    </p:extLst>
  </p:cSld>
  <p:clrMapOvr>
    <a:masterClrMapping/>
  </p:clrMapOvr>
  <p:transition spd="med"/>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E0A53E-EB9B-44E2-ECB7-06EA0FB945D8}"/>
              </a:ext>
            </a:extLst>
          </p:cNvPr>
          <p:cNvSpPr/>
          <p:nvPr userDrawn="1"/>
        </p:nvSpPr>
        <p:spPr>
          <a:xfrm>
            <a:off x="0" y="0"/>
            <a:ext cx="12192000" cy="1797269"/>
          </a:xfrm>
          <a:prstGeom prst="rect">
            <a:avLst/>
          </a:prstGeom>
          <a:solidFill>
            <a:schemeClr val="bg1"/>
          </a:solidFill>
          <a:ln w="31750" cap="flat">
            <a:noFill/>
            <a:prstDash val="solid"/>
            <a:miter/>
          </a:ln>
          <a:effectLst>
            <a:outerShdw blurRad="127000" dist="50800" dir="2700000" algn="tl" rotWithShape="0">
              <a:prstClr val="black">
                <a:alpha val="29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pitchFamily="2" charset="77"/>
              <a:ea typeface="+mn-ea"/>
              <a:cs typeface="+mn-cs"/>
            </a:endParaRPr>
          </a:p>
        </p:txBody>
      </p:sp>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1826190"/>
      </p:ext>
    </p:extLst>
  </p:cSld>
  <p:clrMapOvr>
    <a:masterClrMapping/>
  </p:clrMapOvr>
  <p:transition spd="med"/>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25547008"/>
      </p:ext>
    </p:extLst>
  </p:cSld>
  <p:clrMapOvr>
    <a:masterClrMapping/>
  </p:clrMapOvr>
  <p:transition spd="med"/>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2" name="Picture 1" descr="A blue and grey text on a black background&#10;&#10;AI-generated content may be incorrect.">
            <a:extLst>
              <a:ext uri="{FF2B5EF4-FFF2-40B4-BE49-F238E27FC236}">
                <a16:creationId xmlns:a16="http://schemas.microsoft.com/office/drawing/2014/main" id="{03F8E8B8-3053-B761-AF1E-EED280812FE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66372206"/>
      </p:ext>
    </p:extLst>
  </p:cSld>
  <p:clrMapOvr>
    <a:masterClrMapping/>
  </p:clrMapOvr>
  <p:transition spd="med"/>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90248-3C50-09BB-D472-FD0413AC95C8}"/>
              </a:ext>
            </a:extLst>
          </p:cNvPr>
          <p:cNvSpPr/>
          <p:nvPr userDrawn="1"/>
        </p:nvSpPr>
        <p:spPr>
          <a:xfrm>
            <a:off x="11625943" y="6527646"/>
            <a:ext cx="566057" cy="229414"/>
          </a:xfrm>
          <a:prstGeom prst="rect">
            <a:avLst/>
          </a:prstGeom>
          <a:gradFill>
            <a:gsLst>
              <a:gs pos="0">
                <a:schemeClr val="accent4"/>
              </a:gs>
              <a:gs pos="100000">
                <a:schemeClr val="accent2"/>
              </a:gs>
            </a:gsLst>
            <a:lin ang="2700000" scaled="0"/>
          </a:gradFill>
          <a:effectLst/>
        </p:spPr>
        <p:txBody>
          <a:bodyPr wrap="square" anchor="ctr">
            <a:noAutofit/>
          </a:bodyPr>
          <a:lstStyle/>
          <a:p>
            <a:pPr marL="383031" lvl="0" indent="-383031" algn="l" fontAlgn="base">
              <a:lnSpc>
                <a:spcPct val="100000"/>
              </a:lnSpc>
              <a:spcBef>
                <a:spcPts val="0"/>
              </a:spcBef>
              <a:spcAft>
                <a:spcPts val="800"/>
              </a:spcAft>
              <a:buClr>
                <a:srgbClr val="BB2332"/>
              </a:buClr>
              <a:buFontTx/>
              <a:buNone/>
            </a:pPr>
            <a:r>
              <a:rPr lang="en-US" sz="1100" b="0" i="0">
                <a:solidFill>
                  <a:schemeClr val="bg1"/>
                </a:solidFill>
                <a:latin typeface="Barlow Light" pitchFamily="2" charset="77"/>
              </a:rPr>
              <a:t>#</a:t>
            </a:r>
          </a:p>
        </p:txBody>
      </p:sp>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A729109F-581D-E41D-B4D0-AD7E7E23A88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104461759"/>
      </p:ext>
    </p:extLst>
  </p:cSld>
  <p:clrMapOvr>
    <a:masterClrMapping/>
  </p:clrMapOvr>
  <p:transition spd="med"/>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itle + Bullet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4" name="Picture 3" descr="A blue and grey text on a black background&#10;&#10;AI-generated content may be incorrect.">
            <a:extLst>
              <a:ext uri="{FF2B5EF4-FFF2-40B4-BE49-F238E27FC236}">
                <a16:creationId xmlns:a16="http://schemas.microsoft.com/office/drawing/2014/main" id="{7610D898-E076-64F6-1495-7A5ECE9464D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85129762"/>
      </p:ext>
    </p:extLst>
  </p:cSld>
  <p:clrMapOvr>
    <a:masterClrMapping/>
  </p:clrMapOvr>
  <p:transition spd="med"/>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4F6AC76B-2869-98E3-7299-3F862A29595E}"/>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71825975"/>
      </p:ext>
    </p:extLst>
  </p:cSld>
  <p:clrMapOvr>
    <a:masterClrMapping/>
  </p:clrMapOvr>
  <p:transition spd="med"/>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070460447"/>
      </p:ext>
    </p:extLst>
  </p:cSld>
  <p:clrMapOvr>
    <a:masterClrMapping/>
  </p:clrMapOvr>
  <p:transition spd="med"/>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2_Two Line Title + Bullets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5F617-A310-F48D-6B35-8D48BC965BC6}"/>
              </a:ext>
            </a:extLst>
          </p:cNvPr>
          <p:cNvSpPr/>
          <p:nvPr userDrawn="1"/>
        </p:nvSpPr>
        <p:spPr>
          <a:xfrm>
            <a:off x="0" y="0"/>
            <a:ext cx="12192000" cy="1797269"/>
          </a:xfrm>
          <a:prstGeom prst="rect">
            <a:avLst/>
          </a:prstGeom>
          <a:solidFill>
            <a:schemeClr val="bg1"/>
          </a:solidFill>
          <a:ln w="31750" cap="flat">
            <a:noFill/>
            <a:prstDash val="solid"/>
            <a:miter/>
          </a:ln>
          <a:effectLst>
            <a:outerShdw blurRad="127000" dist="50800" dir="2700000" algn="tl" rotWithShape="0">
              <a:prstClr val="black">
                <a:alpha val="29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pitchFamily="2" charset="77"/>
              <a:ea typeface="+mn-ea"/>
              <a:cs typeface="+mn-cs"/>
            </a:endParaRPr>
          </a:p>
        </p:txBody>
      </p:sp>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
        <p:nvSpPr>
          <p:cNvPr id="3" name="Text Placeholder 6">
            <a:extLst>
              <a:ext uri="{FF2B5EF4-FFF2-40B4-BE49-F238E27FC236}">
                <a16:creationId xmlns:a16="http://schemas.microsoft.com/office/drawing/2014/main" id="{66DF1F48-9702-F8FB-CDD6-9FE82341A5AF}"/>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2256089318"/>
      </p:ext>
    </p:extLst>
  </p:cSld>
  <p:clrMapOvr>
    <a:masterClrMapping/>
  </p:clrMapOvr>
  <p:transition spd="med"/>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wo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899" y="2500439"/>
            <a:ext cx="4954501"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6513603" y="2500439"/>
            <a:ext cx="5106897"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9DC5E415-09BB-2A36-2B27-2795E44886F8}"/>
              </a:ext>
            </a:extLst>
          </p:cNvPr>
          <p:cNvSpPr>
            <a:spLocks noGrp="1"/>
          </p:cNvSpPr>
          <p:nvPr>
            <p:ph type="body" sz="quarter" idx="18"/>
          </p:nvPr>
        </p:nvSpPr>
        <p:spPr>
          <a:xfrm>
            <a:off x="723899" y="2030539"/>
            <a:ext cx="4954501"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E9E85716-54C9-AEEF-8D42-0F442EE7C86D}"/>
              </a:ext>
            </a:extLst>
          </p:cNvPr>
          <p:cNvSpPr>
            <a:spLocks noGrp="1"/>
          </p:cNvSpPr>
          <p:nvPr>
            <p:ph type="body" sz="quarter" idx="19"/>
          </p:nvPr>
        </p:nvSpPr>
        <p:spPr>
          <a:xfrm>
            <a:off x="6513603" y="2030539"/>
            <a:ext cx="5106897"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cxnSp>
        <p:nvCxnSpPr>
          <p:cNvPr id="11" name="Straight Connector 10">
            <a:extLst>
              <a:ext uri="{FF2B5EF4-FFF2-40B4-BE49-F238E27FC236}">
                <a16:creationId xmlns:a16="http://schemas.microsoft.com/office/drawing/2014/main" id="{DAAB6617-586B-351A-F206-AEC07C2A37B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24AF1EB-0D34-A7F6-CAB1-1EFBE3C128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E557E2D3-B73E-9A55-7DDC-59D13362BC24}"/>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EBE4EC8B-39A0-5B0B-1F2A-2868DAB099C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26274562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hree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7962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43434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6454257A-988F-11BD-9BED-16CECA09F918}"/>
              </a:ext>
            </a:extLst>
          </p:cNvPr>
          <p:cNvSpPr>
            <a:spLocks noGrp="1"/>
          </p:cNvSpPr>
          <p:nvPr>
            <p:ph type="body" sz="quarter" idx="19"/>
          </p:nvPr>
        </p:nvSpPr>
        <p:spPr>
          <a:xfrm>
            <a:off x="723900" y="2035310"/>
            <a:ext cx="3619498"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66C8F56F-30DC-4B58-F50E-EB97D263E422}"/>
              </a:ext>
            </a:extLst>
          </p:cNvPr>
          <p:cNvSpPr>
            <a:spLocks noGrp="1"/>
          </p:cNvSpPr>
          <p:nvPr>
            <p:ph type="body" sz="quarter" idx="20"/>
          </p:nvPr>
        </p:nvSpPr>
        <p:spPr>
          <a:xfrm>
            <a:off x="4381501" y="2035310"/>
            <a:ext cx="35814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1" name="Text Placeholder 2">
            <a:extLst>
              <a:ext uri="{FF2B5EF4-FFF2-40B4-BE49-F238E27FC236}">
                <a16:creationId xmlns:a16="http://schemas.microsoft.com/office/drawing/2014/main" id="{06A49F06-C1F6-841B-05E0-4800B08CF4AF}"/>
              </a:ext>
            </a:extLst>
          </p:cNvPr>
          <p:cNvSpPr>
            <a:spLocks noGrp="1"/>
          </p:cNvSpPr>
          <p:nvPr>
            <p:ph type="body" sz="quarter" idx="21"/>
          </p:nvPr>
        </p:nvSpPr>
        <p:spPr>
          <a:xfrm>
            <a:off x="8001000" y="2035310"/>
            <a:ext cx="36194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cxnSp>
        <p:nvCxnSpPr>
          <p:cNvPr id="13" name="Straight Connector 12">
            <a:extLst>
              <a:ext uri="{FF2B5EF4-FFF2-40B4-BE49-F238E27FC236}">
                <a16:creationId xmlns:a16="http://schemas.microsoft.com/office/drawing/2014/main" id="{C8474A0D-237D-0680-2B25-1FA17B34D9E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B3A5E78E-EAAF-15A2-3D8D-077A9BBE54F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55B6A2-D9DA-BBAC-906B-1FFC12FCB83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44FA2940-3B5C-4842-D0BE-5763C9EEEF3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384802477"/>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Four columns black headin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8A701299-E15C-F8A6-BF69-2A12D2D88C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2" name="Text Placeholder 2">
            <a:extLst>
              <a:ext uri="{FF2B5EF4-FFF2-40B4-BE49-F238E27FC236}">
                <a16:creationId xmlns:a16="http://schemas.microsoft.com/office/drawing/2014/main" id="{8FECFC75-80A2-6281-9F37-4DBBEED35AC7}"/>
              </a:ext>
            </a:extLst>
          </p:cNvPr>
          <p:cNvSpPr>
            <a:spLocks noGrp="1"/>
          </p:cNvSpPr>
          <p:nvPr>
            <p:ph type="body" sz="quarter" idx="22"/>
          </p:nvPr>
        </p:nvSpPr>
        <p:spPr>
          <a:xfrm>
            <a:off x="51054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1897DB20-863F-53F7-D9ED-98BDD9C49422}"/>
              </a:ext>
            </a:extLst>
          </p:cNvPr>
          <p:cNvSpPr>
            <a:spLocks noGrp="1"/>
          </p:cNvSpPr>
          <p:nvPr>
            <p:ph type="body" sz="quarter" idx="23"/>
          </p:nvPr>
        </p:nvSpPr>
        <p:spPr>
          <a:xfrm>
            <a:off x="897636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6" name="Text Placeholder 2">
            <a:extLst>
              <a:ext uri="{FF2B5EF4-FFF2-40B4-BE49-F238E27FC236}">
                <a16:creationId xmlns:a16="http://schemas.microsoft.com/office/drawing/2014/main" id="{27AC55C0-95A4-3555-CCA3-1B9077A12297}"/>
              </a:ext>
            </a:extLst>
          </p:cNvPr>
          <p:cNvSpPr>
            <a:spLocks noGrp="1"/>
          </p:cNvSpPr>
          <p:nvPr>
            <p:ph type="body" sz="quarter" idx="24"/>
          </p:nvPr>
        </p:nvSpPr>
        <p:spPr>
          <a:xfrm>
            <a:off x="3342132"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4F2DBFAF-3714-B65E-41F3-4D12BAF7A6F4}"/>
              </a:ext>
            </a:extLst>
          </p:cNvPr>
          <p:cNvSpPr>
            <a:spLocks noGrp="1"/>
          </p:cNvSpPr>
          <p:nvPr>
            <p:ph type="body" sz="quarter" idx="25"/>
          </p:nvPr>
        </p:nvSpPr>
        <p:spPr>
          <a:xfrm>
            <a:off x="6173724"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29AB863D-C1EB-DB6A-F67B-7E428FE8306E}"/>
              </a:ext>
            </a:extLst>
          </p:cNvPr>
          <p:cNvSpPr>
            <a:spLocks noGrp="1"/>
          </p:cNvSpPr>
          <p:nvPr>
            <p:ph type="body" sz="quarter" idx="26"/>
          </p:nvPr>
        </p:nvSpPr>
        <p:spPr>
          <a:xfrm>
            <a:off x="510540" y="2042930"/>
            <a:ext cx="27431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35D5D651-936C-414A-69C8-0D6DA740FFCD}"/>
              </a:ext>
            </a:extLst>
          </p:cNvPr>
          <p:cNvSpPr>
            <a:spLocks noGrp="1"/>
          </p:cNvSpPr>
          <p:nvPr>
            <p:ph type="body" sz="quarter" idx="27"/>
          </p:nvPr>
        </p:nvSpPr>
        <p:spPr>
          <a:xfrm>
            <a:off x="3342132" y="2042930"/>
            <a:ext cx="275081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0" name="Text Placeholder 2">
            <a:extLst>
              <a:ext uri="{FF2B5EF4-FFF2-40B4-BE49-F238E27FC236}">
                <a16:creationId xmlns:a16="http://schemas.microsoft.com/office/drawing/2014/main" id="{AD108612-B614-0530-2FB2-8967975D23FD}"/>
              </a:ext>
            </a:extLst>
          </p:cNvPr>
          <p:cNvSpPr>
            <a:spLocks noGrp="1"/>
          </p:cNvSpPr>
          <p:nvPr>
            <p:ph type="body" sz="quarter" idx="28"/>
          </p:nvPr>
        </p:nvSpPr>
        <p:spPr>
          <a:xfrm>
            <a:off x="6173724"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1" name="Text Placeholder 2">
            <a:extLst>
              <a:ext uri="{FF2B5EF4-FFF2-40B4-BE49-F238E27FC236}">
                <a16:creationId xmlns:a16="http://schemas.microsoft.com/office/drawing/2014/main" id="{ED5F2C16-C788-0FA6-08F9-1AFE2219A7BD}"/>
              </a:ext>
            </a:extLst>
          </p:cNvPr>
          <p:cNvSpPr>
            <a:spLocks noGrp="1"/>
          </p:cNvSpPr>
          <p:nvPr>
            <p:ph type="body" sz="quarter" idx="29"/>
          </p:nvPr>
        </p:nvSpPr>
        <p:spPr>
          <a:xfrm>
            <a:off x="8976360"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 name="Title 1">
            <a:extLst>
              <a:ext uri="{FF2B5EF4-FFF2-40B4-BE49-F238E27FC236}">
                <a16:creationId xmlns:a16="http://schemas.microsoft.com/office/drawing/2014/main" id="{1EDA1FEC-0275-0C08-20D5-975DB9F2A68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FE4A2E6A-F4F7-8BD1-1197-10E8234EE71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376A14D6-AE6C-0168-36BB-48880B59086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512708754"/>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Half and half - text and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6513602" y="1371600"/>
            <a:ext cx="5106897"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cxnSp>
        <p:nvCxnSpPr>
          <p:cNvPr id="6" name="Straight Connector 5">
            <a:extLst>
              <a:ext uri="{FF2B5EF4-FFF2-40B4-BE49-F238E27FC236}">
                <a16:creationId xmlns:a16="http://schemas.microsoft.com/office/drawing/2014/main" id="{8243EE58-DA37-A5C6-B77B-EBD8A8B9ED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3D6CCF-4594-DC5E-EF3D-B9865C9BDE4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77D88CEB-6D86-876B-553E-A12F18094096}"/>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0" name="Text Placeholder 2">
            <a:extLst>
              <a:ext uri="{FF2B5EF4-FFF2-40B4-BE49-F238E27FC236}">
                <a16:creationId xmlns:a16="http://schemas.microsoft.com/office/drawing/2014/main" id="{3AD746EA-F253-9309-E658-C01AD378A11D}"/>
              </a:ext>
            </a:extLst>
          </p:cNvPr>
          <p:cNvSpPr>
            <a:spLocks noGrp="1"/>
          </p:cNvSpPr>
          <p:nvPr>
            <p:ph type="body" sz="quarter" idx="22"/>
          </p:nvPr>
        </p:nvSpPr>
        <p:spPr>
          <a:xfrm>
            <a:off x="1044205" y="2711931"/>
            <a:ext cx="4634194"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AFA3F884-06DB-D939-634B-2C95170AE45C}"/>
              </a:ext>
            </a:extLst>
          </p:cNvPr>
          <p:cNvSpPr>
            <a:spLocks noGrp="1"/>
          </p:cNvSpPr>
          <p:nvPr>
            <p:ph type="body" sz="quarter" idx="26"/>
          </p:nvPr>
        </p:nvSpPr>
        <p:spPr>
          <a:xfrm>
            <a:off x="1044205" y="2042930"/>
            <a:ext cx="4621355"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3" name="Picture 2" descr="A blue and grey text on a black background&#10;&#10;AI-generated content may be incorrect.">
            <a:extLst>
              <a:ext uri="{FF2B5EF4-FFF2-40B4-BE49-F238E27FC236}">
                <a16:creationId xmlns:a16="http://schemas.microsoft.com/office/drawing/2014/main" id="{2272375B-3318-BFA3-1CF2-BCAFB064FCC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22725771"/>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Half and half photo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930361" y="1371600"/>
            <a:ext cx="4748038"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cxnSp>
        <p:nvCxnSpPr>
          <p:cNvPr id="11" name="Straight Connector 10">
            <a:extLst>
              <a:ext uri="{FF2B5EF4-FFF2-40B4-BE49-F238E27FC236}">
                <a16:creationId xmlns:a16="http://schemas.microsoft.com/office/drawing/2014/main" id="{45CF24BF-6C34-CBED-7E23-E7216D5F2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84C55A1-DB54-1B07-6E8B-AE1E726968A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8C8A6623-AB9C-95B1-47EC-9A69E4A4E8B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4" name="Text Placeholder 2">
            <a:extLst>
              <a:ext uri="{FF2B5EF4-FFF2-40B4-BE49-F238E27FC236}">
                <a16:creationId xmlns:a16="http://schemas.microsoft.com/office/drawing/2014/main" id="{15133D54-A173-073C-0272-11B74D062C13}"/>
              </a:ext>
            </a:extLst>
          </p:cNvPr>
          <p:cNvSpPr>
            <a:spLocks noGrp="1"/>
          </p:cNvSpPr>
          <p:nvPr>
            <p:ph type="body" sz="quarter" idx="22"/>
          </p:nvPr>
        </p:nvSpPr>
        <p:spPr>
          <a:xfrm>
            <a:off x="6513603" y="2711931"/>
            <a:ext cx="47480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108B6FD4-169E-CBBE-D64C-A2376F48F0C6}"/>
              </a:ext>
            </a:extLst>
          </p:cNvPr>
          <p:cNvSpPr>
            <a:spLocks noGrp="1"/>
          </p:cNvSpPr>
          <p:nvPr>
            <p:ph type="body" sz="quarter" idx="26"/>
          </p:nvPr>
        </p:nvSpPr>
        <p:spPr>
          <a:xfrm>
            <a:off x="6513603" y="2042930"/>
            <a:ext cx="4734882"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8" name="Picture 7" descr="A blue and grey text on a black background&#10;&#10;AI-generated content may be incorrect.">
            <a:extLst>
              <a:ext uri="{FF2B5EF4-FFF2-40B4-BE49-F238E27FC236}">
                <a16:creationId xmlns:a16="http://schemas.microsoft.com/office/drawing/2014/main" id="{FC242A92-D488-0F4C-9000-B9656D76286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58407963"/>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Half and half with callout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B4700F3-A4E1-D1DA-53D1-CC466185B364}"/>
              </a:ext>
            </a:extLst>
          </p:cNvPr>
          <p:cNvSpPr/>
          <p:nvPr userDrawn="1"/>
        </p:nvSpPr>
        <p:spPr>
          <a:xfrm>
            <a:off x="193289" y="1313665"/>
            <a:ext cx="5716858" cy="4204419"/>
          </a:xfrm>
          <a:prstGeom prst="roundRect">
            <a:avLst>
              <a:gd name="adj" fmla="val 1956"/>
            </a:avLst>
          </a:prstGeom>
          <a:gradFill flip="none" rotWithShape="1">
            <a:gsLst>
              <a:gs pos="100000">
                <a:schemeClr val="bg1"/>
              </a:gs>
              <a:gs pos="0">
                <a:schemeClr val="bg1">
                  <a:lumMod val="85000"/>
                </a:schemeClr>
              </a:gs>
            </a:gsLst>
            <a:lin ang="7200000" scaled="0"/>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6257992" y="1313665"/>
            <a:ext cx="5716857" cy="4204419"/>
          </a:xfrm>
          <a:prstGeom prst="roundRect">
            <a:avLst>
              <a:gd name="adj" fmla="val 1758"/>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6276109" y="1317163"/>
            <a:ext cx="5698738" cy="3964842"/>
          </a:xfrm>
          <a:prstGeom prst="roundRect">
            <a:avLst>
              <a:gd name="adj" fmla="val 1934"/>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191193" y="1344707"/>
            <a:ext cx="5673192" cy="3926540"/>
          </a:xfrm>
          <a:prstGeom prst="roundRect">
            <a:avLst>
              <a:gd name="adj" fmla="val 2132"/>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91E95DBA-4C25-2402-58EF-E5244AE58E02}"/>
              </a:ext>
            </a:extLst>
          </p:cNvPr>
          <p:cNvCxnSpPr>
            <a:cxnSpLocks/>
          </p:cNvCxnSpPr>
          <p:nvPr userDrawn="1"/>
        </p:nvCxnSpPr>
        <p:spPr bwMode="auto">
          <a:xfrm flipV="1">
            <a:off x="6062356" y="1799063"/>
            <a:ext cx="0" cy="3189249"/>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26" name="Round Same Side Corner Rectangle 25">
            <a:extLst>
              <a:ext uri="{FF2B5EF4-FFF2-40B4-BE49-F238E27FC236}">
                <a16:creationId xmlns:a16="http://schemas.microsoft.com/office/drawing/2014/main" id="{E9CA11EF-87BE-E3EA-5B0A-A1FFE766CC8B}"/>
              </a:ext>
            </a:extLst>
          </p:cNvPr>
          <p:cNvSpPr/>
          <p:nvPr userDrawn="1"/>
        </p:nvSpPr>
        <p:spPr>
          <a:xfrm>
            <a:off x="4528" y="5402831"/>
            <a:ext cx="6029155" cy="1012838"/>
          </a:xfrm>
          <a:prstGeom prst="round2SameRect">
            <a:avLst>
              <a:gd name="adj1" fmla="val 6575"/>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7" name="Round Same Side Corner Rectangle 26">
            <a:extLst>
              <a:ext uri="{FF2B5EF4-FFF2-40B4-BE49-F238E27FC236}">
                <a16:creationId xmlns:a16="http://schemas.microsoft.com/office/drawing/2014/main" id="{B589F7AB-621C-87B2-9ADD-92DF4E3F9EF1}"/>
              </a:ext>
            </a:extLst>
          </p:cNvPr>
          <p:cNvSpPr/>
          <p:nvPr userDrawn="1"/>
        </p:nvSpPr>
        <p:spPr>
          <a:xfrm>
            <a:off x="6062357" y="5402831"/>
            <a:ext cx="6126736" cy="1012838"/>
          </a:xfrm>
          <a:prstGeom prst="round2SameRect">
            <a:avLst>
              <a:gd name="adj1" fmla="val 6575"/>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8" name="Text Placeholder 2">
            <a:extLst>
              <a:ext uri="{FF2B5EF4-FFF2-40B4-BE49-F238E27FC236}">
                <a16:creationId xmlns:a16="http://schemas.microsoft.com/office/drawing/2014/main" id="{9CE4D86C-373B-2888-4CCE-4DF0D0DC3227}"/>
              </a:ext>
            </a:extLst>
          </p:cNvPr>
          <p:cNvSpPr>
            <a:spLocks noGrp="1"/>
          </p:cNvSpPr>
          <p:nvPr>
            <p:ph type="body" sz="quarter" idx="17"/>
          </p:nvPr>
        </p:nvSpPr>
        <p:spPr>
          <a:xfrm>
            <a:off x="19395" y="5637137"/>
            <a:ext cx="6042959"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5BF8DE91-82EF-8EA1-FFD7-9B5CA1D1FB69}"/>
              </a:ext>
            </a:extLst>
          </p:cNvPr>
          <p:cNvSpPr>
            <a:spLocks noGrp="1"/>
          </p:cNvSpPr>
          <p:nvPr>
            <p:ph type="body" sz="quarter" idx="20"/>
          </p:nvPr>
        </p:nvSpPr>
        <p:spPr>
          <a:xfrm>
            <a:off x="6077221" y="5637137"/>
            <a:ext cx="6095384"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cxnSp>
        <p:nvCxnSpPr>
          <p:cNvPr id="31" name="Straight Connector 30">
            <a:extLst>
              <a:ext uri="{FF2B5EF4-FFF2-40B4-BE49-F238E27FC236}">
                <a16:creationId xmlns:a16="http://schemas.microsoft.com/office/drawing/2014/main" id="{065A0F29-89EB-8721-DD4C-57CB3BBB6D5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307E5F-0DB4-5FB6-6279-C975951AA15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C217C7FE-F525-CB10-18B0-BFA0A00A908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69309A32-494E-DF9A-37DE-330A532C62F1}"/>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75968849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hirds with heading in first column">
    <p:spTree>
      <p:nvGrpSpPr>
        <p:cNvPr id="1" name=""/>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425244" y="1600280"/>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3683127" y="1313665"/>
            <a:ext cx="4147462" cy="5095439"/>
          </a:xfrm>
          <a:prstGeom prst="roundRect">
            <a:avLst>
              <a:gd name="adj" fmla="val 17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7930931" y="1313665"/>
            <a:ext cx="4147462" cy="5095439"/>
          </a:xfrm>
          <a:prstGeom prst="roundRect">
            <a:avLst>
              <a:gd name="adj" fmla="val 21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7930931" y="1330874"/>
            <a:ext cx="4147462" cy="5097850"/>
          </a:xfrm>
          <a:prstGeom prst="roundRect">
            <a:avLst>
              <a:gd name="adj" fmla="val 3294"/>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3683127" y="1330874"/>
            <a:ext cx="4147462" cy="5097850"/>
          </a:xfrm>
          <a:prstGeom prst="roundRect">
            <a:avLst>
              <a:gd name="adj" fmla="val 1999"/>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51A822-6BE1-5CCC-7918-943F4489290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25F4EED-837C-2004-8920-0F0C5DD6146B}"/>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9CDCD0CB-CF2C-EE11-99B4-EDEF4033FE3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645122272"/>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hirds with callout in third column">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CD93D4E-DF15-0D6C-65C7-11720BEF840D}"/>
              </a:ext>
            </a:extLst>
          </p:cNvPr>
          <p:cNvSpPr/>
          <p:nvPr userDrawn="1"/>
        </p:nvSpPr>
        <p:spPr>
          <a:xfrm>
            <a:off x="138543" y="1313665"/>
            <a:ext cx="3886200" cy="5029200"/>
          </a:xfrm>
          <a:prstGeom prst="roundRect">
            <a:avLst>
              <a:gd name="adj" fmla="val 2270"/>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4123113" y="1313665"/>
            <a:ext cx="3928455" cy="5029200"/>
          </a:xfrm>
          <a:prstGeom prst="roundRect">
            <a:avLst>
              <a:gd name="adj" fmla="val 205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8121535" y="1313665"/>
            <a:ext cx="3956858" cy="5029200"/>
          </a:xfrm>
          <a:prstGeom prst="roundRect">
            <a:avLst>
              <a:gd name="adj" fmla="val 2465"/>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lvl="0"/>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8121535" y="1317163"/>
            <a:ext cx="3923611" cy="5025702"/>
          </a:xfrm>
          <a:prstGeom prst="roundRect">
            <a:avLst>
              <a:gd name="adj" fmla="val 1712"/>
            </a:avLst>
          </a:prstGeom>
        </p:spPr>
        <p:txBody>
          <a:bodyPr/>
          <a:lstStyle>
            <a:lvl1pPr marL="230188" indent="-230188">
              <a:buClr>
                <a:schemeClr val="bg1"/>
              </a:buClr>
              <a:buSzPct val="100000"/>
              <a:buFont typeface="Arial" panose="020B0604020202020204" pitchFamily="34" charset="0"/>
              <a:buChar char="•"/>
              <a:tabLst/>
              <a:defRPr b="0" i="0">
                <a:solidFill>
                  <a:schemeClr val="bg1"/>
                </a:solidFill>
                <a:latin typeface="Barlow Light" pitchFamily="2" charset="77"/>
              </a:defRPr>
            </a:lvl1pPr>
            <a:lvl2pPr marL="914400" indent="-230188">
              <a:buClr>
                <a:schemeClr val="bg1"/>
              </a:buClr>
              <a:buSzPct val="100000"/>
              <a:buFont typeface="Arial" panose="020B0604020202020204" pitchFamily="34" charset="0"/>
              <a:buChar char="•"/>
              <a:tabLst/>
              <a:defRPr b="0" i="0">
                <a:solidFill>
                  <a:schemeClr val="bg1"/>
                </a:solidFill>
                <a:latin typeface="Barlow Light" pitchFamily="2" charset="77"/>
              </a:defRPr>
            </a:lvl2pPr>
            <a:lvl3pPr marL="1549400" indent="-173038">
              <a:buClr>
                <a:schemeClr val="bg1"/>
              </a:buClr>
              <a:buSzPct val="100000"/>
              <a:buFont typeface="Arial" panose="020B0604020202020204" pitchFamily="34" charset="0"/>
              <a:buChar char="•"/>
              <a:tabLst/>
              <a:defRPr b="0" i="0">
                <a:solidFill>
                  <a:schemeClr val="bg1"/>
                </a:solidFill>
                <a:latin typeface="Barlow Light" pitchFamily="2" charset="77"/>
              </a:defRPr>
            </a:lvl3pPr>
            <a:lvl4pPr marL="1999839" indent="-171450">
              <a:buClr>
                <a:schemeClr val="bg1"/>
              </a:buClr>
              <a:buSzPct val="100000"/>
              <a:buFont typeface="Arial" panose="020B0604020202020204" pitchFamily="34" charset="0"/>
              <a:buChar char="•"/>
              <a:defRPr b="0" i="0">
                <a:solidFill>
                  <a:schemeClr val="bg1"/>
                </a:solidFill>
                <a:latin typeface="Barlow Light" pitchFamily="2" charset="77"/>
              </a:defRPr>
            </a:lvl4pPr>
            <a:lvl5pPr marL="2609301" indent="-171450">
              <a:buClr>
                <a:schemeClr val="bg1"/>
              </a:buClr>
              <a:buSzPct val="100000"/>
              <a:buFont typeface="Arial" panose="020B0604020202020204" pitchFamily="34" charset="0"/>
              <a:buChar char="•"/>
              <a:defRPr b="0" i="0">
                <a:solidFill>
                  <a:schemeClr val="bg1"/>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4141720" y="1317163"/>
            <a:ext cx="3869305" cy="5025702"/>
          </a:xfrm>
          <a:prstGeom prst="roundRect">
            <a:avLst>
              <a:gd name="adj" fmla="val 189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Content Placeholder 15">
            <a:extLst>
              <a:ext uri="{FF2B5EF4-FFF2-40B4-BE49-F238E27FC236}">
                <a16:creationId xmlns:a16="http://schemas.microsoft.com/office/drawing/2014/main" id="{98C28C3B-89D5-A18C-5447-2252E88CA89D}"/>
              </a:ext>
            </a:extLst>
          </p:cNvPr>
          <p:cNvSpPr>
            <a:spLocks noGrp="1"/>
          </p:cNvSpPr>
          <p:nvPr>
            <p:ph sz="quarter" idx="20"/>
          </p:nvPr>
        </p:nvSpPr>
        <p:spPr>
          <a:xfrm>
            <a:off x="146854" y="1313665"/>
            <a:ext cx="3886197" cy="5029200"/>
          </a:xfrm>
          <a:prstGeom prst="roundRect">
            <a:avLst>
              <a:gd name="adj" fmla="val 233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D3E4D535-E4BE-4580-B63E-D5A57C79FB4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D957858A-4CF1-761B-9928-D921C0EB10E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753296A7-7386-F77C-094A-02AA13A85C6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322630787"/>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One third two thirds">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AD2419B6-DE95-71EC-5FF6-C711FB1FD429}"/>
              </a:ext>
            </a:extLst>
          </p:cNvPr>
          <p:cNvSpPr/>
          <p:nvPr userDrawn="1"/>
        </p:nvSpPr>
        <p:spPr>
          <a:xfrm>
            <a:off x="3683126" y="1313665"/>
            <a:ext cx="8395267" cy="5095439"/>
          </a:xfrm>
          <a:prstGeom prst="roundRect">
            <a:avLst>
              <a:gd name="adj" fmla="val 1709"/>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549935" y="1967039"/>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Content Placeholder 15">
            <a:extLst>
              <a:ext uri="{FF2B5EF4-FFF2-40B4-BE49-F238E27FC236}">
                <a16:creationId xmlns:a16="http://schemas.microsoft.com/office/drawing/2014/main" id="{949C434A-C1BF-75CC-B6DF-60B132D22719}"/>
              </a:ext>
            </a:extLst>
          </p:cNvPr>
          <p:cNvSpPr>
            <a:spLocks noGrp="1"/>
          </p:cNvSpPr>
          <p:nvPr>
            <p:ph sz="quarter" idx="19"/>
          </p:nvPr>
        </p:nvSpPr>
        <p:spPr>
          <a:xfrm>
            <a:off x="3683127" y="1317163"/>
            <a:ext cx="8395266" cy="5097850"/>
          </a:xfrm>
          <a:prstGeom prst="roundRect">
            <a:avLst>
              <a:gd name="adj" fmla="val 160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070DEDDF-64BD-AE6A-F2D9-5C52B2BF329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CFBC13D2-2CA0-DF81-74BC-5A3C3301744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9D68FF37-554C-2D43-13AE-894EF18CAD7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F4131141-6D1B-C57B-3D7D-9D5B0543960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8924034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One third two thirds in 3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3314634"/>
            <a:ext cx="4126508" cy="424732"/>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2400">
                <a:solidFill>
                  <a:schemeClr val="bg2"/>
                </a:solidFill>
                <a:latin typeface="+mn-lt"/>
              </a:defRPr>
            </a:lvl2pPr>
            <a:lvl3pPr marL="342900" indent="0">
              <a:buClr>
                <a:schemeClr val="bg2"/>
              </a:buClr>
              <a:buSzPct val="100000"/>
              <a:buFont typeface="Arial" panose="020B0604020202020204" pitchFamily="34" charset="0"/>
              <a:buNone/>
              <a:tabLst/>
              <a:defRPr sz="2400">
                <a:solidFill>
                  <a:schemeClr val="bg2"/>
                </a:solidFill>
                <a:latin typeface="+mn-lt"/>
              </a:defRPr>
            </a:lvl3pPr>
            <a:lvl4pPr marL="460375" indent="0">
              <a:buClr>
                <a:schemeClr val="bg2"/>
              </a:buClr>
              <a:buFont typeface="Arial" panose="020B0604020202020204" pitchFamily="34" charset="0"/>
              <a:buNone/>
              <a:tabLst/>
              <a:defRPr sz="2400">
                <a:solidFill>
                  <a:schemeClr val="bg2"/>
                </a:solidFill>
                <a:latin typeface="+mn-lt"/>
              </a:defRPr>
            </a:lvl4pPr>
            <a:lvl5pPr marL="576263" indent="0">
              <a:buClr>
                <a:schemeClr val="bg2"/>
              </a:buClr>
              <a:buFont typeface="Arial" panose="020B0604020202020204" pitchFamily="34" charset="0"/>
              <a:buNone/>
              <a:tabLst/>
              <a:defRPr sz="2400">
                <a:solidFill>
                  <a:schemeClr val="bg2"/>
                </a:solidFill>
                <a:latin typeface="+mn-lt"/>
              </a:defRPr>
            </a:lvl5pPr>
          </a:lstStyle>
          <a:p>
            <a:pPr lvl="0"/>
            <a:r>
              <a:rPr lang="en-US"/>
              <a:t>Click to edit</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9715500"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54428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3C4D2D99-C8F9-37EE-9431-20D7620421F2}"/>
              </a:ext>
            </a:extLst>
          </p:cNvPr>
          <p:cNvSpPr>
            <a:spLocks noGrp="1"/>
          </p:cNvSpPr>
          <p:nvPr>
            <p:ph type="body" sz="quarter" idx="19"/>
          </p:nvPr>
        </p:nvSpPr>
        <p:spPr>
          <a:xfrm>
            <a:off x="75764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3" name="Content Placeholder 12">
            <a:extLst>
              <a:ext uri="{FF2B5EF4-FFF2-40B4-BE49-F238E27FC236}">
                <a16:creationId xmlns:a16="http://schemas.microsoft.com/office/drawing/2014/main" id="{1244115C-5775-515B-DBA9-4AAD5AB905D4}"/>
              </a:ext>
            </a:extLst>
          </p:cNvPr>
          <p:cNvSpPr>
            <a:spLocks noGrp="1"/>
          </p:cNvSpPr>
          <p:nvPr>
            <p:ph sz="quarter" idx="20"/>
          </p:nvPr>
        </p:nvSpPr>
        <p:spPr>
          <a:xfrm>
            <a:off x="56387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4" name="Content Placeholder 12">
            <a:extLst>
              <a:ext uri="{FF2B5EF4-FFF2-40B4-BE49-F238E27FC236}">
                <a16:creationId xmlns:a16="http://schemas.microsoft.com/office/drawing/2014/main" id="{F59C7042-83CF-C7F4-0037-F4BA02AAE187}"/>
              </a:ext>
            </a:extLst>
          </p:cNvPr>
          <p:cNvSpPr>
            <a:spLocks noGrp="1"/>
          </p:cNvSpPr>
          <p:nvPr>
            <p:ph sz="quarter" idx="21"/>
          </p:nvPr>
        </p:nvSpPr>
        <p:spPr>
          <a:xfrm>
            <a:off x="77723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5" name="Content Placeholder 12">
            <a:extLst>
              <a:ext uri="{FF2B5EF4-FFF2-40B4-BE49-F238E27FC236}">
                <a16:creationId xmlns:a16="http://schemas.microsoft.com/office/drawing/2014/main" id="{DE9FD95A-B46D-8841-1757-98BF11E2CE26}"/>
              </a:ext>
            </a:extLst>
          </p:cNvPr>
          <p:cNvSpPr>
            <a:spLocks noGrp="1"/>
          </p:cNvSpPr>
          <p:nvPr>
            <p:ph sz="quarter" idx="22"/>
          </p:nvPr>
        </p:nvSpPr>
        <p:spPr>
          <a:xfrm>
            <a:off x="99059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6" name="Text Placeholder 2">
            <a:extLst>
              <a:ext uri="{FF2B5EF4-FFF2-40B4-BE49-F238E27FC236}">
                <a16:creationId xmlns:a16="http://schemas.microsoft.com/office/drawing/2014/main" id="{607618C1-0227-2D1C-25F4-A1E90A02F452}"/>
              </a:ext>
            </a:extLst>
          </p:cNvPr>
          <p:cNvSpPr>
            <a:spLocks noGrp="1"/>
          </p:cNvSpPr>
          <p:nvPr>
            <p:ph type="body" sz="quarter" idx="23"/>
          </p:nvPr>
        </p:nvSpPr>
        <p:spPr>
          <a:xfrm>
            <a:off x="9715500"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7" name="Text Placeholder 2">
            <a:extLst>
              <a:ext uri="{FF2B5EF4-FFF2-40B4-BE49-F238E27FC236}">
                <a16:creationId xmlns:a16="http://schemas.microsoft.com/office/drawing/2014/main" id="{EC41B444-3549-D9C9-A65D-D7C62FB538C8}"/>
              </a:ext>
            </a:extLst>
          </p:cNvPr>
          <p:cNvSpPr>
            <a:spLocks noGrp="1"/>
          </p:cNvSpPr>
          <p:nvPr>
            <p:ph type="body" sz="quarter" idx="24"/>
          </p:nvPr>
        </p:nvSpPr>
        <p:spPr>
          <a:xfrm>
            <a:off x="54428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D127D1CD-BEE1-2795-A437-8F50793D0066}"/>
              </a:ext>
            </a:extLst>
          </p:cNvPr>
          <p:cNvSpPr>
            <a:spLocks noGrp="1"/>
          </p:cNvSpPr>
          <p:nvPr>
            <p:ph type="body" sz="quarter" idx="25"/>
          </p:nvPr>
        </p:nvSpPr>
        <p:spPr>
          <a:xfrm>
            <a:off x="75764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cxnSp>
        <p:nvCxnSpPr>
          <p:cNvPr id="20" name="Straight Connector 19">
            <a:extLst>
              <a:ext uri="{FF2B5EF4-FFF2-40B4-BE49-F238E27FC236}">
                <a16:creationId xmlns:a16="http://schemas.microsoft.com/office/drawing/2014/main" id="{9FB5C82D-9552-3064-41C9-382DF082A7D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20DF6F28-3FCD-F3AE-8C3C-A910E2287BB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E5B76A15-2972-DBBB-D839-CB0DACD4D27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22998860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868802"/>
            <a:ext cx="10744985" cy="590931"/>
          </a:xfrm>
          <a:prstGeom prst="rect">
            <a:avLst/>
          </a:prstGeom>
        </p:spPr>
        <p:txBody>
          <a:bodyPr wrap="square" anchor="b">
            <a:spAutoFit/>
          </a:bodyPr>
          <a:lstStyle>
            <a:lvl1pPr>
              <a:lnSpc>
                <a:spcPct val="90000"/>
              </a:lnSpc>
              <a:defRPr sz="3600" b="0" i="0">
                <a:latin typeface="Barlow Light" pitchFamily="2" charset="77"/>
              </a:defRPr>
            </a:lvl1pPr>
          </a:lstStyle>
          <a:p>
            <a:r>
              <a:rPr lang="en-US"/>
              <a:t>Click to edit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4886171"/>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Click to edit</a:t>
            </a:r>
          </a:p>
          <a:p>
            <a:pPr lvl="1"/>
            <a:r>
              <a:rPr lang="en-US"/>
              <a:t>Second level</a:t>
            </a:r>
          </a:p>
        </p:txBody>
      </p:sp>
      <p:sp>
        <p:nvSpPr>
          <p:cNvPr id="5" name="Freeform 4">
            <a:extLst>
              <a:ext uri="{FF2B5EF4-FFF2-40B4-BE49-F238E27FC236}">
                <a16:creationId xmlns:a16="http://schemas.microsoft.com/office/drawing/2014/main" id="{8DF6C543-B2AB-C613-70D2-909E99EAAE92}"/>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2" name="Picture 1" descr="A blue and grey text on a black background&#10;&#10;AI-generated content may be incorrect.">
            <a:extLst>
              <a:ext uri="{FF2B5EF4-FFF2-40B4-BE49-F238E27FC236}">
                <a16:creationId xmlns:a16="http://schemas.microsoft.com/office/drawing/2014/main" id="{263DC45C-C622-8FAF-EC7B-612DBAB928FD}"/>
              </a:ext>
            </a:extLst>
          </p:cNvPr>
          <p:cNvPicPr>
            <a:picLocks noChangeAspect="1"/>
          </p:cNvPicPr>
          <p:nvPr userDrawn="1"/>
        </p:nvPicPr>
        <p:blipFill>
          <a:blip r:embed="rId2"/>
          <a:srcRect l="5454" t="16383" r="73842" b="32609"/>
          <a:stretch/>
        </p:blipFill>
        <p:spPr>
          <a:xfrm>
            <a:off x="160918" y="3039838"/>
            <a:ext cx="378092" cy="356049"/>
          </a:xfrm>
          <a:prstGeom prst="rect">
            <a:avLst/>
          </a:prstGeom>
        </p:spPr>
      </p:pic>
    </p:spTree>
    <p:extLst>
      <p:ext uri="{BB962C8B-B14F-4D97-AF65-F5344CB8AC3E}">
        <p14:creationId xmlns:p14="http://schemas.microsoft.com/office/powerpoint/2010/main" val="102615195"/>
      </p:ext>
    </p:extLst>
  </p:cSld>
  <p:clrMapOvr>
    <a:masterClrMapping/>
  </p:clrMapOvr>
  <p:transition spd="med"/>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30350" y="2059221"/>
            <a:ext cx="10316523" cy="2308324"/>
          </a:xfrm>
          <a:prstGeom prst="rect">
            <a:avLst/>
          </a:prstGeom>
        </p:spPr>
        <p:txBody>
          <a:bodyPr wrap="square" anchor="ctr">
            <a:spAutoFit/>
          </a:bodyPr>
          <a:lstStyle>
            <a:lvl1pPr>
              <a:lnSpc>
                <a:spcPct val="95000"/>
              </a:lnSpc>
              <a:defRPr lang="en-US" sz="3600" b="0" i="0" kern="0" dirty="0">
                <a:solidFill>
                  <a:schemeClr val="tx1"/>
                </a:solidFill>
                <a:latin typeface="Barlow Light" pitchFamily="2" charset="77"/>
                <a:ea typeface="+mj-ea"/>
                <a:cs typeface="Arial"/>
              </a:defRPr>
            </a:lvl1pPr>
          </a:lstStyle>
          <a:p>
            <a:pPr defTabSz="914400">
              <a:lnSpc>
                <a:spcPct val="100000"/>
              </a:lnSpc>
            </a:pPr>
            <a:r>
              <a:rPr lang="en-US" sz="3600" b="0" kern="0"/>
              <a:t>Insert a quote to break up your storytelling. </a:t>
            </a:r>
            <a:br>
              <a:rPr lang="en-US" sz="3600" b="0" kern="0"/>
            </a:br>
            <a:r>
              <a:rPr lang="en-US" sz="3600" b="0" kern="0"/>
              <a:t>Make it relevant and give your audience something to think about. Perhaps you use bold and/or color to emphasize words within the quote.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hasCustomPrompt="1"/>
          </p:nvPr>
        </p:nvSpPr>
        <p:spPr>
          <a:xfrm>
            <a:off x="1044204" y="5002585"/>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Name Here</a:t>
            </a:r>
          </a:p>
          <a:p>
            <a:pPr lvl="1"/>
            <a:r>
              <a:rPr lang="en-US"/>
              <a:t>Position here</a:t>
            </a:r>
          </a:p>
        </p:txBody>
      </p:sp>
      <p:sp>
        <p:nvSpPr>
          <p:cNvPr id="11" name="TextBox 10">
            <a:extLst>
              <a:ext uri="{FF2B5EF4-FFF2-40B4-BE49-F238E27FC236}">
                <a16:creationId xmlns:a16="http://schemas.microsoft.com/office/drawing/2014/main" id="{F082C03D-DED3-0EB5-3B5E-854C141FF907}"/>
              </a:ext>
            </a:extLst>
          </p:cNvPr>
          <p:cNvSpPr txBox="1"/>
          <p:nvPr userDrawn="1"/>
        </p:nvSpPr>
        <p:spPr>
          <a:xfrm>
            <a:off x="783741" y="0"/>
            <a:ext cx="1694695" cy="4508927"/>
          </a:xfrm>
          <a:prstGeom prst="rect">
            <a:avLst/>
          </a:prstGeom>
        </p:spPr>
        <p:txBody>
          <a:bodyPr wrap="none" rtlCol="0" anchor="t">
            <a:spAutoFit/>
          </a:bodyPr>
          <a:lstStyle/>
          <a:p>
            <a:pPr algn="l" defTabSz="914400">
              <a:buClr>
                <a:schemeClr val="bg2"/>
              </a:buClr>
              <a:tabLst/>
            </a:pPr>
            <a:r>
              <a:rPr lang="en-US" sz="28700" kern="0">
                <a:gradFill>
                  <a:gsLst>
                    <a:gs pos="84000">
                      <a:schemeClr val="accent2"/>
                    </a:gs>
                    <a:gs pos="14000">
                      <a:schemeClr val="accent4"/>
                    </a:gs>
                  </a:gsLst>
                  <a:lin ang="2700000" scaled="1"/>
                </a:gradFill>
                <a:latin typeface="Georgia" panose="02040502050405020303" pitchFamily="18" charset="0"/>
              </a:rPr>
              <a:t>“</a:t>
            </a:r>
          </a:p>
        </p:txBody>
      </p:sp>
      <p:sp>
        <p:nvSpPr>
          <p:cNvPr id="4" name="Freeform 3">
            <a:extLst>
              <a:ext uri="{FF2B5EF4-FFF2-40B4-BE49-F238E27FC236}">
                <a16:creationId xmlns:a16="http://schemas.microsoft.com/office/drawing/2014/main" id="{2B9D1BF7-9638-CFF3-AA92-FCB25B8D4C01}"/>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7" name="Picture 6" descr="A blue and grey text on a black background&#10;&#10;AI-generated content may be incorrect.">
            <a:extLst>
              <a:ext uri="{FF2B5EF4-FFF2-40B4-BE49-F238E27FC236}">
                <a16:creationId xmlns:a16="http://schemas.microsoft.com/office/drawing/2014/main" id="{F56DA66D-5D1F-9280-4480-0BCA967E9E07}"/>
              </a:ext>
            </a:extLst>
          </p:cNvPr>
          <p:cNvPicPr>
            <a:picLocks noChangeAspect="1"/>
          </p:cNvPicPr>
          <p:nvPr userDrawn="1"/>
        </p:nvPicPr>
        <p:blipFill>
          <a:blip r:embed="rId2"/>
          <a:srcRect l="5454" t="16383" r="73842" b="32609"/>
          <a:stretch/>
        </p:blipFill>
        <p:spPr>
          <a:xfrm>
            <a:off x="160918" y="3039838"/>
            <a:ext cx="378092" cy="356049"/>
          </a:xfrm>
          <a:prstGeom prst="rect">
            <a:avLst/>
          </a:prstGeom>
        </p:spPr>
      </p:pic>
    </p:spTree>
    <p:extLst>
      <p:ext uri="{BB962C8B-B14F-4D97-AF65-F5344CB8AC3E}">
        <p14:creationId xmlns:p14="http://schemas.microsoft.com/office/powerpoint/2010/main" val="2328744036"/>
      </p:ext>
    </p:extLst>
  </p:cSld>
  <p:clrMapOvr>
    <a:masterClrMapping/>
  </p:clrMapOvr>
  <p:transition spd="med"/>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51C05E6B-9D06-9E8C-EF7F-46A72FFC61B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574029824"/>
      </p:ext>
    </p:extLst>
  </p:cSld>
  <p:clrMapOvr>
    <a:masterClrMapping/>
  </p:clrMapOvr>
  <p:transition spd="med"/>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Photo Under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6" name="Picture Placeholder 5">
            <a:extLst>
              <a:ext uri="{FF2B5EF4-FFF2-40B4-BE49-F238E27FC236}">
                <a16:creationId xmlns:a16="http://schemas.microsoft.com/office/drawing/2014/main" id="{9838DF46-330A-2FF0-6346-621CB1DE7E3C}"/>
              </a:ext>
            </a:extLst>
          </p:cNvPr>
          <p:cNvSpPr>
            <a:spLocks noGrp="1"/>
          </p:cNvSpPr>
          <p:nvPr>
            <p:ph type="pic" sz="quarter" idx="11"/>
          </p:nvPr>
        </p:nvSpPr>
        <p:spPr>
          <a:xfrm>
            <a:off x="0" y="1215613"/>
            <a:ext cx="12192000" cy="5220111"/>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lvl1pPr>
              <a:defRPr lang="en-US" sz="3200" b="0" i="0" kern="1200">
                <a:solidFill>
                  <a:schemeClr val="bg1"/>
                </a:solidFill>
                <a:latin typeface="Barlow Light" pitchFamily="2" charset="77"/>
              </a:defRPr>
            </a:lvl1pPr>
          </a:lstStyle>
          <a:p>
            <a:pPr lvl="0" algn="ctr" defTabSz="609494" latinLnBrk="0">
              <a:buFontTx/>
              <a:buNone/>
            </a:pPr>
            <a:endParaRPr lang="en-US"/>
          </a:p>
        </p:txBody>
      </p:sp>
      <p:sp>
        <p:nvSpPr>
          <p:cNvPr id="2" name="Title 1">
            <a:extLst>
              <a:ext uri="{FF2B5EF4-FFF2-40B4-BE49-F238E27FC236}">
                <a16:creationId xmlns:a16="http://schemas.microsoft.com/office/drawing/2014/main" id="{200B9010-7577-FB49-7442-4B7D662DDE7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AB07D9B0-2AF7-1256-EA2A-00139325798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B8131DB2-BBCF-4B6A-271A-99F7A9E6D82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201445200"/>
      </p:ext>
    </p:extLst>
  </p:cSld>
  <p:clrMapOvr>
    <a:masterClrMapping/>
  </p:clrMapOvr>
  <p:transition spd="med"/>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 Left + Photo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0" name="Title 1">
            <a:extLst>
              <a:ext uri="{FF2B5EF4-FFF2-40B4-BE49-F238E27FC236}">
                <a16:creationId xmlns:a16="http://schemas.microsoft.com/office/drawing/2014/main" id="{76717471-469F-AAC6-6DB4-ED0D59958B77}"/>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E50A1D1F-0DBC-F9A5-3461-42011540F6FF}"/>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6" name="Freeform 5">
            <a:extLst>
              <a:ext uri="{FF2B5EF4-FFF2-40B4-BE49-F238E27FC236}">
                <a16:creationId xmlns:a16="http://schemas.microsoft.com/office/drawing/2014/main" id="{AEBC739B-9844-19A9-C22E-EB784805F3BC}"/>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6096000" y="442452"/>
            <a:ext cx="6096000" cy="5985780"/>
          </a:xfrm>
          <a:prstGeom prst="rect">
            <a:avLst/>
          </a:prstGeom>
          <a:solidFill>
            <a:schemeClr val="tx2"/>
          </a:solidFill>
        </p:spPr>
        <p:txBody>
          <a:bodyPr anchor="ctr"/>
          <a:lstStyle>
            <a:lvl1pPr marL="0" indent="0" algn="ctr">
              <a:buNone/>
              <a:defRPr sz="2800" b="0" i="0">
                <a:latin typeface="Barlow Light" pitchFamily="2" charset="77"/>
              </a:defRPr>
            </a:lvl1pPr>
          </a:lstStyle>
          <a:p>
            <a:endParaRPr lang="en-US"/>
          </a:p>
        </p:txBody>
      </p:sp>
      <p:pic>
        <p:nvPicPr>
          <p:cNvPr id="3" name="Picture 2" descr="A blue and grey text on a black background&#10;&#10;AI-generated content may be incorrect.">
            <a:extLst>
              <a:ext uri="{FF2B5EF4-FFF2-40B4-BE49-F238E27FC236}">
                <a16:creationId xmlns:a16="http://schemas.microsoft.com/office/drawing/2014/main" id="{A8165D5B-BC3A-C05B-DFF7-8EC2133BB44B}"/>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2355971496"/>
      </p:ext>
    </p:extLst>
  </p:cSld>
  <p:clrMapOvr>
    <a:masterClrMapping/>
  </p:clrMapOvr>
  <p:transition spd="med"/>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Left + Content Righ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12A4C828-5AA4-95C4-7FA6-BDA4840863E6}"/>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6746255"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655CD4C-08DB-96D2-8272-B09D85972F9D}"/>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7DB93E68-C6B4-0A95-FA8E-F577C675D110}"/>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89F6C1DC-531D-5D89-D4FD-2CAA1B5D53DA}"/>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436369190"/>
      </p:ext>
    </p:extLst>
  </p:cSld>
  <p:clrMapOvr>
    <a:masterClrMapping/>
  </p:clrMapOvr>
  <p:transition spd="med"/>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Photo Left, Titl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6096000" y="429767"/>
            <a:ext cx="6096000" cy="5998463"/>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877CEC8-2A48-8100-B592-EEB85F056010}"/>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5" name="Picture 4" descr="A blue and grey text on a black background&#10;&#10;AI-generated content may be incorrect.">
            <a:extLst>
              <a:ext uri="{FF2B5EF4-FFF2-40B4-BE49-F238E27FC236}">
                <a16:creationId xmlns:a16="http://schemas.microsoft.com/office/drawing/2014/main" id="{9CC2CC1D-F71F-48B7-9DF1-BBDBAAAA307F}"/>
              </a:ext>
            </a:extLst>
          </p:cNvPr>
          <p:cNvPicPr>
            <a:picLocks noChangeAspect="1"/>
          </p:cNvPicPr>
          <p:nvPr userDrawn="1"/>
        </p:nvPicPr>
        <p:blipFill>
          <a:blip r:embed="rId2"/>
          <a:srcRect l="5454" t="16383" r="73842" b="32609"/>
          <a:stretch/>
        </p:blipFill>
        <p:spPr>
          <a:xfrm>
            <a:off x="6252686" y="3085009"/>
            <a:ext cx="378092" cy="356049"/>
          </a:xfrm>
          <a:prstGeom prst="rect">
            <a:avLst/>
          </a:prstGeom>
        </p:spPr>
      </p:pic>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0" y="0"/>
            <a:ext cx="6096000" cy="6858000"/>
          </a:xfrm>
          <a:prstGeom prst="rect">
            <a:avLst/>
          </a:prstGeom>
          <a:solidFill>
            <a:schemeClr val="tx2"/>
          </a:solidFill>
        </p:spPr>
        <p:txBody>
          <a:bodyPr anchor="ctr"/>
          <a:lstStyle>
            <a:lvl1pPr marL="0" indent="0" algn="ctr">
              <a:buNone/>
              <a:defRPr sz="3200" b="0" i="0">
                <a:latin typeface="Barlow Light" pitchFamily="2" charset="77"/>
              </a:defRPr>
            </a:lvl1pPr>
          </a:lstStyle>
          <a:p>
            <a:endParaRPr lang="en-US"/>
          </a:p>
        </p:txBody>
      </p:sp>
      <p:sp>
        <p:nvSpPr>
          <p:cNvPr id="16" name="Title 1">
            <a:extLst>
              <a:ext uri="{FF2B5EF4-FFF2-40B4-BE49-F238E27FC236}">
                <a16:creationId xmlns:a16="http://schemas.microsoft.com/office/drawing/2014/main" id="{C0826150-9CEC-0D74-9359-E7699D8DA119}"/>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67103B27-4980-B6DC-6DB3-57913E52A768}"/>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1504647403"/>
      </p:ext>
    </p:extLst>
  </p:cSld>
  <p:clrMapOvr>
    <a:masterClrMapping/>
  </p:clrMapOvr>
  <p:transition spd="med"/>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Right + Content Lef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609600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B6D739CA-7588-2953-0E37-863258E849ED}"/>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B7C99BA-EF78-A9F6-26D4-0F9777A56E5E}"/>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2AAF3E98-CF8A-3B26-BC41-D3F12B106121}"/>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3826F19B-BBD0-E523-9A28-0E020ECC12B0}"/>
              </a:ext>
            </a:extLst>
          </p:cNvPr>
          <p:cNvPicPr>
            <a:picLocks noChangeAspect="1"/>
          </p:cNvPicPr>
          <p:nvPr userDrawn="1"/>
        </p:nvPicPr>
        <p:blipFill>
          <a:blip r:embed="rId2"/>
          <a:srcRect l="5454" t="16383" r="73842" b="32609"/>
          <a:stretch/>
        </p:blipFill>
        <p:spPr>
          <a:xfrm>
            <a:off x="6252686" y="3085009"/>
            <a:ext cx="378092" cy="356049"/>
          </a:xfrm>
          <a:prstGeom prst="rect">
            <a:avLst/>
          </a:prstGeom>
        </p:spPr>
      </p:pic>
    </p:spTree>
    <p:extLst>
      <p:ext uri="{BB962C8B-B14F-4D97-AF65-F5344CB8AC3E}">
        <p14:creationId xmlns:p14="http://schemas.microsoft.com/office/powerpoint/2010/main" val="3800381938"/>
      </p:ext>
    </p:extLst>
  </p:cSld>
  <p:clrMapOvr>
    <a:masterClrMapping/>
  </p:clrMapOvr>
  <p:transition spd="med"/>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4 circles above columns">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7350765-307E-6080-4116-52557143D46A}"/>
              </a:ext>
            </a:extLst>
          </p:cNvPr>
          <p:cNvSpPr>
            <a:spLocks noGrp="1" noChangeAspect="1"/>
          </p:cNvSpPr>
          <p:nvPr>
            <p:ph type="pic" sz="quarter" idx="26"/>
          </p:nvPr>
        </p:nvSpPr>
        <p:spPr>
          <a:xfrm>
            <a:off x="1044205" y="1915146"/>
            <a:ext cx="1726934" cy="1726579"/>
          </a:xfrm>
          <a:prstGeom prst="ellipse">
            <a:avLst/>
          </a:prstGeom>
          <a:gradFill flip="none" rotWithShape="1">
            <a:gsLst>
              <a:gs pos="5000">
                <a:schemeClr val="accent3"/>
              </a:gs>
              <a:gs pos="92000">
                <a:schemeClr val="accent1"/>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2EFFCA59-1F34-B4C5-C133-2D3E2377DD1F}"/>
              </a:ext>
            </a:extLst>
          </p:cNvPr>
          <p:cNvSpPr>
            <a:spLocks noGrp="1" noChangeAspect="1"/>
          </p:cNvSpPr>
          <p:nvPr>
            <p:ph type="pic" sz="quarter" idx="31"/>
          </p:nvPr>
        </p:nvSpPr>
        <p:spPr>
          <a:xfrm>
            <a:off x="3861905" y="1915146"/>
            <a:ext cx="1726934" cy="1726579"/>
          </a:xfrm>
          <a:prstGeom prst="ellipse">
            <a:avLst/>
          </a:prstGeom>
          <a:gradFill flip="none" rotWithShape="1">
            <a:gsLst>
              <a:gs pos="0">
                <a:schemeClr val="accent5"/>
              </a:gs>
              <a:gs pos="50000">
                <a:schemeClr val="accent3"/>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8" name="Picture Placeholder 9">
            <a:extLst>
              <a:ext uri="{FF2B5EF4-FFF2-40B4-BE49-F238E27FC236}">
                <a16:creationId xmlns:a16="http://schemas.microsoft.com/office/drawing/2014/main" id="{2FF25BEE-5F98-3A9C-B5E6-4FB10308A9E4}"/>
              </a:ext>
            </a:extLst>
          </p:cNvPr>
          <p:cNvSpPr>
            <a:spLocks noGrp="1" noChangeAspect="1"/>
          </p:cNvSpPr>
          <p:nvPr>
            <p:ph type="pic" sz="quarter" idx="32"/>
          </p:nvPr>
        </p:nvSpPr>
        <p:spPr>
          <a:xfrm>
            <a:off x="6679605" y="1915146"/>
            <a:ext cx="1726934" cy="1726579"/>
          </a:xfrm>
          <a:prstGeom prst="ellipse">
            <a:avLst/>
          </a:prstGeom>
          <a:gradFill flip="none" rotWithShape="1">
            <a:gsLst>
              <a:gs pos="0">
                <a:schemeClr val="accent1"/>
              </a:gs>
              <a:gs pos="81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1" name="Picture Placeholder 9">
            <a:extLst>
              <a:ext uri="{FF2B5EF4-FFF2-40B4-BE49-F238E27FC236}">
                <a16:creationId xmlns:a16="http://schemas.microsoft.com/office/drawing/2014/main" id="{33EF50A9-BFC3-81A2-651C-62CAEB5EBC05}"/>
              </a:ext>
            </a:extLst>
          </p:cNvPr>
          <p:cNvSpPr>
            <a:spLocks noGrp="1" noChangeAspect="1"/>
          </p:cNvSpPr>
          <p:nvPr>
            <p:ph type="pic" sz="quarter" idx="33"/>
          </p:nvPr>
        </p:nvSpPr>
        <p:spPr>
          <a:xfrm>
            <a:off x="9497305" y="1915146"/>
            <a:ext cx="1726934" cy="1726579"/>
          </a:xfrm>
          <a:prstGeom prst="ellipse">
            <a:avLst/>
          </a:prstGeom>
          <a:gradFill flip="none" rotWithShape="1">
            <a:gsLst>
              <a:gs pos="0">
                <a:schemeClr val="accent4"/>
              </a:gs>
              <a:gs pos="80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96198"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9290974"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627790"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6459382"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32E2C389-719F-0F47-4E29-B7D3A5ED4002}"/>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A09A83B-48D5-EDC7-8E96-386DAB8FF30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78627762-D3ED-2CE5-79BC-24E50B205D2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40F71702-B937-6849-EF95-43A47E6715F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3441781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5 columns with circle headings">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hasCustomPrompt="1"/>
          </p:nvPr>
        </p:nvSpPr>
        <p:spPr>
          <a:xfrm>
            <a:off x="93171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hasCustomPrompt="1"/>
          </p:nvPr>
        </p:nvSpPr>
        <p:spPr>
          <a:xfrm>
            <a:off x="3161202"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hasCustomPrompt="1"/>
          </p:nvPr>
        </p:nvSpPr>
        <p:spPr>
          <a:xfrm>
            <a:off x="5462613"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hasCustomPrompt="1"/>
          </p:nvPr>
        </p:nvSpPr>
        <p:spPr>
          <a:xfrm>
            <a:off x="7671557"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hasCustomPrompt="1"/>
          </p:nvPr>
        </p:nvSpPr>
        <p:spPr>
          <a:xfrm>
            <a:off x="990105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pic>
        <p:nvPicPr>
          <p:cNvPr id="4" name="Picture 3" descr="A blue and grey text on a black background&#10;&#10;AI-generated content may be incorrect.">
            <a:extLst>
              <a:ext uri="{FF2B5EF4-FFF2-40B4-BE49-F238E27FC236}">
                <a16:creationId xmlns:a16="http://schemas.microsoft.com/office/drawing/2014/main" id="{4E14725A-0381-413D-66AA-505AB3C968E7}"/>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71904028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5 columns with circle headings_PhotoOnly">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p:nvPr>
        </p:nvSpPr>
        <p:spPr>
          <a:xfrm>
            <a:off x="758228" y="1702419"/>
            <a:ext cx="1726940" cy="172658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p:nvPr>
        </p:nvSpPr>
        <p:spPr>
          <a:xfrm>
            <a:off x="2987723" y="1702422"/>
            <a:ext cx="1726934" cy="172657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p:nvPr>
        </p:nvSpPr>
        <p:spPr>
          <a:xfrm>
            <a:off x="5289137" y="1702425"/>
            <a:ext cx="1726928" cy="172657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p:nvPr>
        </p:nvSpPr>
        <p:spPr>
          <a:xfrm>
            <a:off x="7498103" y="1702447"/>
            <a:ext cx="1726884" cy="172652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p:nvPr>
        </p:nvSpPr>
        <p:spPr>
          <a:xfrm>
            <a:off x="9727573" y="1702424"/>
            <a:ext cx="1726930" cy="172657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0268DCDA-4CB5-AB62-4C1A-915A19A26EC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209886800"/>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5 columns with circle headings - color  - Icon or text placeholder">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537E211-E201-8F28-249F-CC4D097193F2}"/>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A221E078-88CC-45BA-0ED0-1B6DC34D51B0}"/>
              </a:ext>
            </a:extLst>
          </p:cNvPr>
          <p:cNvSpPr/>
          <p:nvPr userDrawn="1"/>
        </p:nvSpPr>
        <p:spPr>
          <a:xfrm>
            <a:off x="2987722"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5"/>
              </a:gs>
              <a:gs pos="50000">
                <a:schemeClr val="accent3"/>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4" name="Freeform 33">
            <a:extLst>
              <a:ext uri="{FF2B5EF4-FFF2-40B4-BE49-F238E27FC236}">
                <a16:creationId xmlns:a16="http://schemas.microsoft.com/office/drawing/2014/main" id="{B7443BA5-9646-81DE-BFC8-F86DB2486DC0}"/>
              </a:ext>
            </a:extLst>
          </p:cNvPr>
          <p:cNvSpPr/>
          <p:nvPr userDrawn="1"/>
        </p:nvSpPr>
        <p:spPr>
          <a:xfrm>
            <a:off x="528913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1"/>
              </a:gs>
              <a:gs pos="81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6" name="Freeform 35">
            <a:extLst>
              <a:ext uri="{FF2B5EF4-FFF2-40B4-BE49-F238E27FC236}">
                <a16:creationId xmlns:a16="http://schemas.microsoft.com/office/drawing/2014/main" id="{BEF2D53A-DA17-9D4D-5DCA-B7CEEB3BFE9E}"/>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4"/>
              </a:gs>
              <a:gs pos="80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8" name="Freeform 37">
            <a:extLst>
              <a:ext uri="{FF2B5EF4-FFF2-40B4-BE49-F238E27FC236}">
                <a16:creationId xmlns:a16="http://schemas.microsoft.com/office/drawing/2014/main" id="{2AB613D1-5B75-7E72-1A68-5C963681482D}"/>
              </a:ext>
            </a:extLst>
          </p:cNvPr>
          <p:cNvSpPr/>
          <p:nvPr userDrawn="1"/>
        </p:nvSpPr>
        <p:spPr>
          <a:xfrm>
            <a:off x="9727571" y="1702420"/>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8000">
                <a:schemeClr val="accent4"/>
              </a:gs>
              <a:gs pos="81000">
                <a:schemeClr val="accent6"/>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8" name="Picture Placeholder 9">
            <a:extLst>
              <a:ext uri="{FF2B5EF4-FFF2-40B4-BE49-F238E27FC236}">
                <a16:creationId xmlns:a16="http://schemas.microsoft.com/office/drawing/2014/main" id="{50EFB8FE-1968-DC82-3F14-021E6C481B27}"/>
              </a:ext>
            </a:extLst>
          </p:cNvPr>
          <p:cNvSpPr>
            <a:spLocks noGrp="1" noChangeAspect="1"/>
          </p:cNvSpPr>
          <p:nvPr>
            <p:ph type="pic" sz="quarter" idx="26" hasCustomPrompt="1"/>
          </p:nvPr>
        </p:nvSpPr>
        <p:spPr>
          <a:xfrm>
            <a:off x="93334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 name="Picture Placeholder 9">
            <a:extLst>
              <a:ext uri="{FF2B5EF4-FFF2-40B4-BE49-F238E27FC236}">
                <a16:creationId xmlns:a16="http://schemas.microsoft.com/office/drawing/2014/main" id="{5816E1E1-3EA0-1319-549A-4232A0BC6E5C}"/>
              </a:ext>
            </a:extLst>
          </p:cNvPr>
          <p:cNvSpPr>
            <a:spLocks noGrp="1" noChangeAspect="1"/>
          </p:cNvSpPr>
          <p:nvPr>
            <p:ph type="pic" sz="quarter" idx="31" hasCustomPrompt="1"/>
          </p:nvPr>
        </p:nvSpPr>
        <p:spPr>
          <a:xfrm>
            <a:off x="3162839"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4" name="Picture Placeholder 9">
            <a:extLst>
              <a:ext uri="{FF2B5EF4-FFF2-40B4-BE49-F238E27FC236}">
                <a16:creationId xmlns:a16="http://schemas.microsoft.com/office/drawing/2014/main" id="{27C616F5-A6E6-29C5-9C29-640A923FA896}"/>
              </a:ext>
            </a:extLst>
          </p:cNvPr>
          <p:cNvSpPr>
            <a:spLocks noGrp="1" noChangeAspect="1"/>
          </p:cNvSpPr>
          <p:nvPr>
            <p:ph type="pic" sz="quarter" idx="32" hasCustomPrompt="1"/>
          </p:nvPr>
        </p:nvSpPr>
        <p:spPr>
          <a:xfrm>
            <a:off x="5464250"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5" name="Picture Placeholder 9">
            <a:extLst>
              <a:ext uri="{FF2B5EF4-FFF2-40B4-BE49-F238E27FC236}">
                <a16:creationId xmlns:a16="http://schemas.microsoft.com/office/drawing/2014/main" id="{F2B68F49-EB24-FFE0-F7D7-FA476D8C2D71}"/>
              </a:ext>
            </a:extLst>
          </p:cNvPr>
          <p:cNvSpPr>
            <a:spLocks noGrp="1" noChangeAspect="1"/>
          </p:cNvSpPr>
          <p:nvPr>
            <p:ph type="pic" sz="quarter" idx="33" hasCustomPrompt="1"/>
          </p:nvPr>
        </p:nvSpPr>
        <p:spPr>
          <a:xfrm>
            <a:off x="7673194"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6" name="Picture Placeholder 9">
            <a:extLst>
              <a:ext uri="{FF2B5EF4-FFF2-40B4-BE49-F238E27FC236}">
                <a16:creationId xmlns:a16="http://schemas.microsoft.com/office/drawing/2014/main" id="{BDC6DB69-233D-3820-9DDE-A5CD0BF4E9EA}"/>
              </a:ext>
            </a:extLst>
          </p:cNvPr>
          <p:cNvSpPr>
            <a:spLocks noGrp="1" noChangeAspect="1"/>
          </p:cNvSpPr>
          <p:nvPr>
            <p:ph type="pic" sz="quarter" idx="34" hasCustomPrompt="1"/>
          </p:nvPr>
        </p:nvSpPr>
        <p:spPr>
          <a:xfrm>
            <a:off x="990268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A7C9A88-7775-FE3A-51FD-6D00F1278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1" name="Title 1">
            <a:extLst>
              <a:ext uri="{FF2B5EF4-FFF2-40B4-BE49-F238E27FC236}">
                <a16:creationId xmlns:a16="http://schemas.microsoft.com/office/drawing/2014/main" id="{F9EB36F2-1161-A738-D553-CE1509962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8ADB34DB-87E4-EB79-20EE-DC41DCB77BC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3" name="Picture 12" descr="A blue and grey text on a black background&#10;&#10;AI-generated content may be incorrect.">
            <a:extLst>
              <a:ext uri="{FF2B5EF4-FFF2-40B4-BE49-F238E27FC236}">
                <a16:creationId xmlns:a16="http://schemas.microsoft.com/office/drawing/2014/main" id="{D8245A51-6E04-2BD8-5000-5F4A863E8FF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54553722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Staggered circles 5">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199C1C8-FAD5-E254-1BDD-ED4BFE4BB3ED}"/>
              </a:ext>
            </a:extLst>
          </p:cNvPr>
          <p:cNvSpPr/>
          <p:nvPr userDrawn="1"/>
        </p:nvSpPr>
        <p:spPr>
          <a:xfrm>
            <a:off x="528154"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6" name="Oval 5">
            <a:extLst>
              <a:ext uri="{FF2B5EF4-FFF2-40B4-BE49-F238E27FC236}">
                <a16:creationId xmlns:a16="http://schemas.microsoft.com/office/drawing/2014/main" id="{26A9F880-BB8C-DAE4-5BEF-86ACF721E99B}"/>
              </a:ext>
            </a:extLst>
          </p:cNvPr>
          <p:cNvSpPr/>
          <p:nvPr userDrawn="1"/>
        </p:nvSpPr>
        <p:spPr>
          <a:xfrm>
            <a:off x="2911750" y="1940328"/>
            <a:ext cx="2010768" cy="201076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3" name="Oval 12">
            <a:extLst>
              <a:ext uri="{FF2B5EF4-FFF2-40B4-BE49-F238E27FC236}">
                <a16:creationId xmlns:a16="http://schemas.microsoft.com/office/drawing/2014/main" id="{1A8E4F1D-41CE-77A9-AD6D-64E059AC7F23}"/>
              </a:ext>
            </a:extLst>
          </p:cNvPr>
          <p:cNvSpPr/>
          <p:nvPr userDrawn="1"/>
        </p:nvSpPr>
        <p:spPr>
          <a:xfrm>
            <a:off x="5183266"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4" name="Oval 13">
            <a:extLst>
              <a:ext uri="{FF2B5EF4-FFF2-40B4-BE49-F238E27FC236}">
                <a16:creationId xmlns:a16="http://schemas.microsoft.com/office/drawing/2014/main" id="{8B2345F5-398D-563E-86DC-FAE79213FAD0}"/>
              </a:ext>
            </a:extLst>
          </p:cNvPr>
          <p:cNvSpPr/>
          <p:nvPr userDrawn="1"/>
        </p:nvSpPr>
        <p:spPr>
          <a:xfrm>
            <a:off x="7439862" y="1940328"/>
            <a:ext cx="2010768" cy="201076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5" name="Oval 14">
            <a:extLst>
              <a:ext uri="{FF2B5EF4-FFF2-40B4-BE49-F238E27FC236}">
                <a16:creationId xmlns:a16="http://schemas.microsoft.com/office/drawing/2014/main" id="{C2436AE0-75E2-52CB-AEB6-42AFF5931E90}"/>
              </a:ext>
            </a:extLst>
          </p:cNvPr>
          <p:cNvSpPr/>
          <p:nvPr userDrawn="1"/>
        </p:nvSpPr>
        <p:spPr>
          <a:xfrm>
            <a:off x="9724078"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4" name="Picture Placeholder 9">
            <a:extLst>
              <a:ext uri="{FF2B5EF4-FFF2-40B4-BE49-F238E27FC236}">
                <a16:creationId xmlns:a16="http://schemas.microsoft.com/office/drawing/2014/main" id="{78AFE814-972D-4492-4C2A-F4E60A34F230}"/>
              </a:ext>
            </a:extLst>
          </p:cNvPr>
          <p:cNvSpPr>
            <a:spLocks noGrp="1" noChangeAspect="1"/>
          </p:cNvSpPr>
          <p:nvPr>
            <p:ph type="pic" sz="quarter" idx="36"/>
          </p:nvPr>
        </p:nvSpPr>
        <p:spPr>
          <a:xfrm>
            <a:off x="629998"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7" name="Picture Placeholder 9">
            <a:extLst>
              <a:ext uri="{FF2B5EF4-FFF2-40B4-BE49-F238E27FC236}">
                <a16:creationId xmlns:a16="http://schemas.microsoft.com/office/drawing/2014/main" id="{D14DF276-FE42-13D1-892F-D1AE18A9C2E2}"/>
              </a:ext>
            </a:extLst>
          </p:cNvPr>
          <p:cNvSpPr>
            <a:spLocks noGrp="1" noChangeAspect="1"/>
          </p:cNvSpPr>
          <p:nvPr>
            <p:ph type="pic" sz="quarter" idx="37"/>
          </p:nvPr>
        </p:nvSpPr>
        <p:spPr>
          <a:xfrm>
            <a:off x="5285110"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8" name="Picture Placeholder 9">
            <a:extLst>
              <a:ext uri="{FF2B5EF4-FFF2-40B4-BE49-F238E27FC236}">
                <a16:creationId xmlns:a16="http://schemas.microsoft.com/office/drawing/2014/main" id="{006D0D6B-A447-1E2B-D7D3-61636D7587F0}"/>
              </a:ext>
            </a:extLst>
          </p:cNvPr>
          <p:cNvSpPr>
            <a:spLocks noGrp="1" noChangeAspect="1"/>
          </p:cNvSpPr>
          <p:nvPr>
            <p:ph type="pic" sz="quarter" idx="38"/>
          </p:nvPr>
        </p:nvSpPr>
        <p:spPr>
          <a:xfrm>
            <a:off x="9825922"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160D6051-D536-2EC1-2EFC-67EC02C7EFAA}"/>
              </a:ext>
            </a:extLst>
          </p:cNvPr>
          <p:cNvSpPr>
            <a:spLocks noGrp="1" noChangeAspect="1"/>
          </p:cNvSpPr>
          <p:nvPr>
            <p:ph type="pic" sz="quarter" idx="39"/>
          </p:nvPr>
        </p:nvSpPr>
        <p:spPr>
          <a:xfrm>
            <a:off x="3006669" y="2035434"/>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0" name="Picture Placeholder 9">
            <a:extLst>
              <a:ext uri="{FF2B5EF4-FFF2-40B4-BE49-F238E27FC236}">
                <a16:creationId xmlns:a16="http://schemas.microsoft.com/office/drawing/2014/main" id="{F78BE9F3-D73F-A57A-AA9A-6C385F415419}"/>
              </a:ext>
            </a:extLst>
          </p:cNvPr>
          <p:cNvSpPr>
            <a:spLocks noGrp="1" noChangeAspect="1"/>
          </p:cNvSpPr>
          <p:nvPr>
            <p:ph type="pic" sz="quarter" idx="40"/>
          </p:nvPr>
        </p:nvSpPr>
        <p:spPr>
          <a:xfrm>
            <a:off x="7534781" y="2035434"/>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41" name="Text Placeholder 3">
            <a:extLst>
              <a:ext uri="{FF2B5EF4-FFF2-40B4-BE49-F238E27FC236}">
                <a16:creationId xmlns:a16="http://schemas.microsoft.com/office/drawing/2014/main" id="{9A8C699D-141E-D8D1-C7B1-7FD53C54668E}"/>
              </a:ext>
            </a:extLst>
          </p:cNvPr>
          <p:cNvSpPr>
            <a:spLocks noGrp="1"/>
          </p:cNvSpPr>
          <p:nvPr>
            <p:ph type="body" sz="quarter" idx="18"/>
          </p:nvPr>
        </p:nvSpPr>
        <p:spPr>
          <a:xfrm>
            <a:off x="444629"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5B9414D3-9AEC-DC2D-35A2-52AC4B3659CE}"/>
              </a:ext>
            </a:extLst>
          </p:cNvPr>
          <p:cNvSpPr>
            <a:spLocks noGrp="1"/>
          </p:cNvSpPr>
          <p:nvPr>
            <p:ph type="body" sz="quarter" idx="20"/>
          </p:nvPr>
        </p:nvSpPr>
        <p:spPr>
          <a:xfrm>
            <a:off x="2838678"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9E559149-98D1-920E-F1FC-0EA32292CE00}"/>
              </a:ext>
            </a:extLst>
          </p:cNvPr>
          <p:cNvSpPr>
            <a:spLocks noGrp="1"/>
          </p:cNvSpPr>
          <p:nvPr>
            <p:ph type="body" sz="quarter" idx="26"/>
          </p:nvPr>
        </p:nvSpPr>
        <p:spPr>
          <a:xfrm>
            <a:off x="444629"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76C0D266-C435-B96B-8497-F249C98C0D5A}"/>
              </a:ext>
            </a:extLst>
          </p:cNvPr>
          <p:cNvSpPr>
            <a:spLocks noGrp="1"/>
          </p:cNvSpPr>
          <p:nvPr>
            <p:ph type="body" sz="quarter" idx="27"/>
          </p:nvPr>
        </p:nvSpPr>
        <p:spPr>
          <a:xfrm>
            <a:off x="2838678"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2F11D285-00A1-C7DC-BF3D-1271A1B32FE5}"/>
              </a:ext>
            </a:extLst>
          </p:cNvPr>
          <p:cNvSpPr>
            <a:spLocks noGrp="1"/>
          </p:cNvSpPr>
          <p:nvPr>
            <p:ph type="body" sz="quarter" idx="29"/>
          </p:nvPr>
        </p:nvSpPr>
        <p:spPr>
          <a:xfrm>
            <a:off x="7425123"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A5A87BE8-B687-200F-111D-6AACD0A52080}"/>
              </a:ext>
            </a:extLst>
          </p:cNvPr>
          <p:cNvSpPr>
            <a:spLocks noGrp="1"/>
          </p:cNvSpPr>
          <p:nvPr>
            <p:ph type="body" sz="quarter" idx="31"/>
          </p:nvPr>
        </p:nvSpPr>
        <p:spPr>
          <a:xfrm>
            <a:off x="7425123"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AF2569B9-2415-65B8-CA79-372DEBF2D8E6}"/>
              </a:ext>
            </a:extLst>
          </p:cNvPr>
          <p:cNvSpPr>
            <a:spLocks noGrp="1"/>
          </p:cNvSpPr>
          <p:nvPr>
            <p:ph type="body" sz="quarter" idx="32"/>
          </p:nvPr>
        </p:nvSpPr>
        <p:spPr>
          <a:xfrm>
            <a:off x="51222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0" name="Text Placeholder 3">
            <a:extLst>
              <a:ext uri="{FF2B5EF4-FFF2-40B4-BE49-F238E27FC236}">
                <a16:creationId xmlns:a16="http://schemas.microsoft.com/office/drawing/2014/main" id="{42AFBF6F-2311-8413-B670-AA5729EF0494}"/>
              </a:ext>
            </a:extLst>
          </p:cNvPr>
          <p:cNvSpPr>
            <a:spLocks noGrp="1"/>
          </p:cNvSpPr>
          <p:nvPr>
            <p:ph type="body" sz="quarter" idx="33"/>
          </p:nvPr>
        </p:nvSpPr>
        <p:spPr>
          <a:xfrm>
            <a:off x="51222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1" name="Text Placeholder 3">
            <a:extLst>
              <a:ext uri="{FF2B5EF4-FFF2-40B4-BE49-F238E27FC236}">
                <a16:creationId xmlns:a16="http://schemas.microsoft.com/office/drawing/2014/main" id="{72216FD8-3D7A-A43F-AD46-72EF497F2EEC}"/>
              </a:ext>
            </a:extLst>
          </p:cNvPr>
          <p:cNvSpPr>
            <a:spLocks noGrp="1"/>
          </p:cNvSpPr>
          <p:nvPr>
            <p:ph type="body" sz="quarter" idx="34"/>
          </p:nvPr>
        </p:nvSpPr>
        <p:spPr>
          <a:xfrm>
            <a:off x="96688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2" name="Text Placeholder 3">
            <a:extLst>
              <a:ext uri="{FF2B5EF4-FFF2-40B4-BE49-F238E27FC236}">
                <a16:creationId xmlns:a16="http://schemas.microsoft.com/office/drawing/2014/main" id="{3D14629F-6747-7204-53B5-E8940277AFB7}"/>
              </a:ext>
            </a:extLst>
          </p:cNvPr>
          <p:cNvSpPr>
            <a:spLocks noGrp="1"/>
          </p:cNvSpPr>
          <p:nvPr>
            <p:ph type="body" sz="quarter" idx="35"/>
          </p:nvPr>
        </p:nvSpPr>
        <p:spPr>
          <a:xfrm>
            <a:off x="96688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54" name="Straight Connector 53">
            <a:extLst>
              <a:ext uri="{FF2B5EF4-FFF2-40B4-BE49-F238E27FC236}">
                <a16:creationId xmlns:a16="http://schemas.microsoft.com/office/drawing/2014/main" id="{6068895F-2B52-2C8C-1391-D3EBA420499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320ED2F-CF31-25E1-5065-79F4667B157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EA555885-9B92-9D8D-F59A-F61E8F8E1FC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2" name="Picture 11" descr="A blue and grey text on a black background&#10;&#10;AI-generated content may be incorrect.">
            <a:extLst>
              <a:ext uri="{FF2B5EF4-FFF2-40B4-BE49-F238E27FC236}">
                <a16:creationId xmlns:a16="http://schemas.microsoft.com/office/drawing/2014/main" id="{D3AFC0DD-A9DD-25DE-7CBC-90F0D31E69C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01819017"/>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Section or Chapter">
    <p:spTree>
      <p:nvGrpSpPr>
        <p:cNvPr id="1" name=""/>
        <p:cNvGrpSpPr/>
        <p:nvPr/>
      </p:nvGrpSpPr>
      <p:grpSpPr>
        <a:xfrm>
          <a:off x="0" y="0"/>
          <a:ext cx="0" cy="0"/>
          <a:chOff x="0" y="0"/>
          <a:chExt cx="0" cy="0"/>
        </a:xfrm>
      </p:grpSpPr>
      <p:pic>
        <p:nvPicPr>
          <p:cNvPr id="2" name="Picture 1" descr="A blue and grey text on a black background&#10;&#10;AI-generated content may be incorrect.">
            <a:extLst>
              <a:ext uri="{FF2B5EF4-FFF2-40B4-BE49-F238E27FC236}">
                <a16:creationId xmlns:a16="http://schemas.microsoft.com/office/drawing/2014/main" id="{3DCDB46E-17A1-B733-80ED-2F8FBE5F8D76}"/>
              </a:ext>
            </a:extLst>
          </p:cNvPr>
          <p:cNvPicPr>
            <a:picLocks noChangeAspect="1"/>
          </p:cNvPicPr>
          <p:nvPr userDrawn="1"/>
        </p:nvPicPr>
        <p:blipFill>
          <a:blip r:embed="rId2"/>
          <a:srcRect l="5454" t="16383" r="73842" b="32609"/>
          <a:stretch/>
        </p:blipFill>
        <p:spPr>
          <a:xfrm>
            <a:off x="302723" y="2920460"/>
            <a:ext cx="460930" cy="434058"/>
          </a:xfrm>
          <a:prstGeom prst="rect">
            <a:avLst/>
          </a:prstGeom>
        </p:spPr>
      </p:pic>
      <p:sp>
        <p:nvSpPr>
          <p:cNvPr id="11" name="Title 1">
            <a:extLst>
              <a:ext uri="{FF2B5EF4-FFF2-40B4-BE49-F238E27FC236}">
                <a16:creationId xmlns:a16="http://schemas.microsoft.com/office/drawing/2014/main" id="{1BF3C232-E963-77F9-78C3-7F1C5FB7C15D}"/>
              </a:ext>
            </a:extLst>
          </p:cNvPr>
          <p:cNvSpPr>
            <a:spLocks noGrp="1"/>
          </p:cNvSpPr>
          <p:nvPr>
            <p:ph type="title" hasCustomPrompt="1"/>
          </p:nvPr>
        </p:nvSpPr>
        <p:spPr>
          <a:xfrm>
            <a:off x="1044205" y="2911009"/>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2" name="Text Placeholder 6">
            <a:extLst>
              <a:ext uri="{FF2B5EF4-FFF2-40B4-BE49-F238E27FC236}">
                <a16:creationId xmlns:a16="http://schemas.microsoft.com/office/drawing/2014/main" id="{C8B6D162-71A4-045A-7C5A-0B9488A6810F}"/>
              </a:ext>
            </a:extLst>
          </p:cNvPr>
          <p:cNvSpPr>
            <a:spLocks noGrp="1"/>
          </p:cNvSpPr>
          <p:nvPr>
            <p:ph type="body" sz="quarter" idx="10"/>
          </p:nvPr>
        </p:nvSpPr>
        <p:spPr>
          <a:xfrm>
            <a:off x="1044205" y="3365199"/>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endParaRPr lang="en-US"/>
          </a:p>
        </p:txBody>
      </p:sp>
      <p:cxnSp>
        <p:nvCxnSpPr>
          <p:cNvPr id="6" name="Straight Connector 5">
            <a:extLst>
              <a:ext uri="{FF2B5EF4-FFF2-40B4-BE49-F238E27FC236}">
                <a16:creationId xmlns:a16="http://schemas.microsoft.com/office/drawing/2014/main" id="{629F4463-9DFA-3123-09B7-A6A43ADCC8F1}"/>
              </a:ext>
            </a:extLst>
          </p:cNvPr>
          <p:cNvCxnSpPr>
            <a:cxnSpLocks/>
          </p:cNvCxnSpPr>
          <p:nvPr userDrawn="1"/>
        </p:nvCxnSpPr>
        <p:spPr bwMode="auto">
          <a:xfrm flipV="1">
            <a:off x="930361" y="2955428"/>
            <a:ext cx="0" cy="37258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689725593"/>
      </p:ext>
    </p:extLst>
  </p:cSld>
  <p:clrMapOvr>
    <a:masterClrMapping/>
  </p:clrMapOvr>
  <p:transition spd="med"/>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ection or Chapter Colo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3"/>
            <a:ext cx="12192000" cy="6465859"/>
          </a:xfrm>
          <a:prstGeom prst="rect">
            <a:avLst/>
          </a:prstGeom>
          <a:gradFill>
            <a:gsLst>
              <a:gs pos="84000">
                <a:schemeClr val="accent4"/>
              </a:gs>
              <a:gs pos="1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D8921E-B761-84E8-77E3-51024497A32E}"/>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6" name="Title 1">
            <a:extLst>
              <a:ext uri="{FF2B5EF4-FFF2-40B4-BE49-F238E27FC236}">
                <a16:creationId xmlns:a16="http://schemas.microsoft.com/office/drawing/2014/main" id="{32BBEECE-74BA-D662-E0C1-33EC640B2266}"/>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1"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584EB473-18EB-FC71-2599-7A1168693462}"/>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30F3FE63-4B4A-603A-EEAA-1CC73D4D4FD5}"/>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2250685529"/>
      </p:ext>
    </p:extLst>
  </p:cSld>
  <p:clrMapOvr>
    <a:masterClrMapping/>
  </p:clrMapOvr>
  <p:transition spd="med"/>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Section or chapter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A7D34BF-84F9-1B3D-2C73-B0045173DA26}"/>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solidFill>
            <a:schemeClr val="tx2"/>
          </a:solidFill>
        </p:spPr>
        <p:txBody>
          <a:bodyPr wrap="square" anchor="ctr">
            <a:noAutofit/>
          </a:bodyPr>
          <a:lstStyle>
            <a:lvl1pPr marL="0" indent="0" algn="ctr">
              <a:buNone/>
              <a:defRPr sz="36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7" name="Title 1">
            <a:extLst>
              <a:ext uri="{FF2B5EF4-FFF2-40B4-BE49-F238E27FC236}">
                <a16:creationId xmlns:a16="http://schemas.microsoft.com/office/drawing/2014/main" id="{85B8E07F-B6A5-7829-D66E-7CB7D3FA1589}"/>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53F2DC2-B380-30BA-A53D-B0CF55B9B59C}"/>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D0B7586D-9B52-AE57-6D03-80381DEF1339}"/>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407161993"/>
      </p:ext>
    </p:extLst>
  </p:cSld>
  <p:clrMapOvr>
    <a:masterClrMapping/>
  </p:clrMapOvr>
  <p:transition spd="med"/>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050023"/>
      </p:ext>
    </p:extLst>
  </p:cSld>
  <p:clrMapOvr>
    <a:masterClrMapping/>
  </p:clrMapOvr>
  <p:transition spd="med"/>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Gray under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7ED560-3D0A-01B9-1EFD-EE094B9DEDDC}"/>
              </a:ext>
            </a:extLst>
          </p:cNvPr>
          <p:cNvSpPr/>
          <p:nvPr userDrawn="1"/>
        </p:nvSpPr>
        <p:spPr>
          <a:xfrm>
            <a:off x="0" y="1141262"/>
            <a:ext cx="12192000" cy="5294463"/>
          </a:xfrm>
          <a:prstGeom prst="rect">
            <a:avLst/>
          </a:prstGeom>
          <a:gradFill flip="none" rotWithShape="1">
            <a:gsLst>
              <a:gs pos="0">
                <a:schemeClr val="bg1">
                  <a:lumMod val="95000"/>
                </a:schemeClr>
              </a:gs>
              <a:gs pos="100000">
                <a:schemeClr val="bg1">
                  <a:lumMod val="85000"/>
                </a:schemeClr>
              </a:gs>
            </a:gsLst>
            <a:lin ang="18900000" scaled="1"/>
            <a:tileRect/>
          </a:gradFill>
          <a:ln w="31750" cap="flat">
            <a:noFill/>
            <a:prstDash val="solid"/>
            <a:miter/>
          </a:ln>
          <a:effectLst/>
        </p:spPr>
        <p:txBody>
          <a:bodyPr rtlCol="0" anchor="ctr"/>
          <a:lstStyle/>
          <a:p>
            <a:pPr algn="l"/>
            <a:endParaRPr lang="en-US" b="0" i="0">
              <a:latin typeface="Barlow Light" pitchFamily="2" charset="77"/>
            </a:endParaRPr>
          </a:p>
        </p:txBody>
      </p:sp>
      <p:cxnSp>
        <p:nvCxnSpPr>
          <p:cNvPr id="6" name="Straight Connector 5">
            <a:extLst>
              <a:ext uri="{FF2B5EF4-FFF2-40B4-BE49-F238E27FC236}">
                <a16:creationId xmlns:a16="http://schemas.microsoft.com/office/drawing/2014/main" id="{E7449475-5155-C859-BA21-C53DC1B8C969}"/>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E3333E5-3BA8-EB65-C59E-EF9648286534}"/>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E57A7D-8745-4DE1-180E-8F14B0BC959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AECA302B-A7E2-960A-FBAF-AF799CDA976C}"/>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276404627"/>
      </p:ext>
    </p:extLst>
  </p:cSld>
  <p:clrMapOvr>
    <a:masterClrMapping/>
  </p:clrMapOvr>
  <p:transition spd="med"/>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Framed white background">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625"/>
              <a:gd name="adj2" fmla="val 3239"/>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ED14A3-6414-839A-C352-9C74577CA1DF}"/>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6ACF38A-8697-0C2A-9875-478C379655E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0264A352-44B1-038E-BA72-2A5D67A1029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220401587"/>
      </p:ext>
    </p:extLst>
  </p:cSld>
  <p:clrMapOvr>
    <a:masterClrMapping/>
  </p:clrMapOvr>
  <p:transition spd="med"/>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Framed red-orange backgroun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3209"/>
              <a:gd name="adj2" fmla="val 3071"/>
            </a:avLst>
          </a:prstGeom>
          <a:gradFill>
            <a:gsLst>
              <a:gs pos="14000">
                <a:schemeClr val="accent4"/>
              </a:gs>
              <a:gs pos="84000">
                <a:schemeClr val="accent2"/>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Title 1">
            <a:extLst>
              <a:ext uri="{FF2B5EF4-FFF2-40B4-BE49-F238E27FC236}">
                <a16:creationId xmlns:a16="http://schemas.microsoft.com/office/drawing/2014/main" id="{40ED38B2-5A86-B2CA-DE15-28B89EF2F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847EDAE0-0984-B6FB-F2F6-C80145A7F87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C7BE078E-059C-BB34-5824-6D73E5592A9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393826085"/>
      </p:ext>
    </p:extLst>
  </p:cSld>
  <p:clrMapOvr>
    <a:masterClrMapping/>
  </p:clrMapOvr>
  <p:transition spd="med"/>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_Framed blue gradient backgroun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562"/>
              <a:gd name="adj2" fmla="val 3071"/>
            </a:avLst>
          </a:prstGeom>
          <a:gradFill>
            <a:gsLst>
              <a:gs pos="84000">
                <a:schemeClr val="accent2"/>
              </a:gs>
              <a:gs pos="14000">
                <a:schemeClr val="accent4"/>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Title 1">
            <a:extLst>
              <a:ext uri="{FF2B5EF4-FFF2-40B4-BE49-F238E27FC236}">
                <a16:creationId xmlns:a16="http://schemas.microsoft.com/office/drawing/2014/main" id="{14808C12-B5EF-5444-21F8-3839C8B39D3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CA854D43-58B6-0ACF-AB2F-5039B336B07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20F4F04E-B56D-B547-9AD7-F66045E9242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84275605"/>
      </p:ext>
    </p:extLst>
  </p:cSld>
  <p:clrMapOvr>
    <a:masterClrMapping/>
  </p:clrMapOvr>
  <p:transition spd="med"/>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Framed white background max height">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904295"/>
            <a:ext cx="11818030" cy="5550293"/>
          </a:xfrm>
          <a:prstGeom prst="round2SameRect">
            <a:avLst>
              <a:gd name="adj1" fmla="val 2625"/>
              <a:gd name="adj2" fmla="val 4332"/>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7040021E-6555-2F99-E013-0059EB92054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4" name="Picture 3" descr="A blue and grey text on a black background&#10;&#10;AI-generated content may be incorrect.">
            <a:extLst>
              <a:ext uri="{FF2B5EF4-FFF2-40B4-BE49-F238E27FC236}">
                <a16:creationId xmlns:a16="http://schemas.microsoft.com/office/drawing/2014/main" id="{953BC5AA-1E8C-2F20-E98F-FFC476E2AC7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113178918"/>
      </p:ext>
    </p:extLst>
  </p:cSld>
  <p:clrMapOvr>
    <a:masterClrMapping/>
  </p:clrMapOvr>
  <p:transition spd="med"/>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Arrows with photos on top +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756EA91-8104-6CA5-BBBB-1CBD1A49CC38}"/>
              </a:ext>
            </a:extLst>
          </p:cNvPr>
          <p:cNvSpPr>
            <a:spLocks noGrp="1"/>
          </p:cNvSpPr>
          <p:nvPr>
            <p:ph type="pic" sz="quarter" idx="10"/>
          </p:nvPr>
        </p:nvSpPr>
        <p:spPr>
          <a:xfrm>
            <a:off x="1143794"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9" name="Picture Placeholder 8">
            <a:extLst>
              <a:ext uri="{FF2B5EF4-FFF2-40B4-BE49-F238E27FC236}">
                <a16:creationId xmlns:a16="http://schemas.microsoft.com/office/drawing/2014/main" id="{CC86D464-B9CE-E31B-0306-6CC350C6B2E1}"/>
              </a:ext>
            </a:extLst>
          </p:cNvPr>
          <p:cNvSpPr>
            <a:spLocks noGrp="1"/>
          </p:cNvSpPr>
          <p:nvPr>
            <p:ph type="pic" sz="quarter" idx="11"/>
          </p:nvPr>
        </p:nvSpPr>
        <p:spPr>
          <a:xfrm>
            <a:off x="2774156" y="2093505"/>
            <a:ext cx="2412207" cy="1681163"/>
          </a:xfrm>
          <a:custGeom>
            <a:avLst/>
            <a:gdLst>
              <a:gd name="connsiteX0" fmla="*/ 0 w 4824413"/>
              <a:gd name="connsiteY0" fmla="*/ 0 h 3362325"/>
              <a:gd name="connsiteX1" fmla="*/ 3106162 w 4824413"/>
              <a:gd name="connsiteY1" fmla="*/ 0 h 3362325"/>
              <a:gd name="connsiteX2" fmla="*/ 4824413 w 4824413"/>
              <a:gd name="connsiteY2" fmla="*/ 3362325 h 3362325"/>
              <a:gd name="connsiteX3" fmla="*/ 1718251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2" y="0"/>
                </a:lnTo>
                <a:lnTo>
                  <a:pt x="4824413" y="3362325"/>
                </a:lnTo>
                <a:lnTo>
                  <a:pt x="1718251" y="3362325"/>
                </a:lnTo>
                <a:cubicBezTo>
                  <a:pt x="1718251"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12" name="Picture Placeholder 11">
            <a:extLst>
              <a:ext uri="{FF2B5EF4-FFF2-40B4-BE49-F238E27FC236}">
                <a16:creationId xmlns:a16="http://schemas.microsoft.com/office/drawing/2014/main" id="{2A0568B0-9DDC-C777-DF32-B0579CECE46A}"/>
              </a:ext>
            </a:extLst>
          </p:cNvPr>
          <p:cNvSpPr>
            <a:spLocks noGrp="1"/>
          </p:cNvSpPr>
          <p:nvPr>
            <p:ph type="pic" sz="quarter" idx="12"/>
          </p:nvPr>
        </p:nvSpPr>
        <p:spPr>
          <a:xfrm>
            <a:off x="4404519"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 name="AutoShape 5">
            <a:extLst>
              <a:ext uri="{FF2B5EF4-FFF2-40B4-BE49-F238E27FC236}">
                <a16:creationId xmlns:a16="http://schemas.microsoft.com/office/drawing/2014/main" id="{AF49CE77-F837-72BE-171C-F18F0591C7DA}"/>
              </a:ext>
            </a:extLst>
          </p:cNvPr>
          <p:cNvSpPr>
            <a:spLocks/>
          </p:cNvSpPr>
          <p:nvPr userDrawn="1"/>
        </p:nvSpPr>
        <p:spPr bwMode="auto">
          <a:xfrm>
            <a:off x="1143000" y="3760076"/>
            <a:ext cx="2413001"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3" name="AutoShape 8">
            <a:extLst>
              <a:ext uri="{FF2B5EF4-FFF2-40B4-BE49-F238E27FC236}">
                <a16:creationId xmlns:a16="http://schemas.microsoft.com/office/drawing/2014/main" id="{A815115C-D1A1-B01B-523F-4ACA796FC281}"/>
              </a:ext>
            </a:extLst>
          </p:cNvPr>
          <p:cNvSpPr>
            <a:spLocks/>
          </p:cNvSpPr>
          <p:nvPr userDrawn="1"/>
        </p:nvSpPr>
        <p:spPr bwMode="auto">
          <a:xfrm>
            <a:off x="2773363" y="3760076"/>
            <a:ext cx="2412207"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4" name="AutoShape 11">
            <a:extLst>
              <a:ext uri="{FF2B5EF4-FFF2-40B4-BE49-F238E27FC236}">
                <a16:creationId xmlns:a16="http://schemas.microsoft.com/office/drawing/2014/main" id="{D90676F1-F58F-0583-B50E-012752DA9D2D}"/>
              </a:ext>
            </a:extLst>
          </p:cNvPr>
          <p:cNvSpPr>
            <a:spLocks/>
          </p:cNvSpPr>
          <p:nvPr userDrawn="1"/>
        </p:nvSpPr>
        <p:spPr bwMode="auto">
          <a:xfrm>
            <a:off x="4403725" y="3760076"/>
            <a:ext cx="2413001"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cxnSp>
        <p:nvCxnSpPr>
          <p:cNvPr id="17" name="Straight Connector 16">
            <a:extLst>
              <a:ext uri="{FF2B5EF4-FFF2-40B4-BE49-F238E27FC236}">
                <a16:creationId xmlns:a16="http://schemas.microsoft.com/office/drawing/2014/main" id="{F2B67E1B-A46A-68F2-21BE-68F0F179547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22CDF359-46C1-E2FA-60C1-A83BDD89008A}"/>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F88BC38-FAA6-DCF3-AB1D-F1A0C3420D6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FA36F64A-6A8F-5BED-AB38-56C6BCF5F716}"/>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1" name="Picture 10" descr="A blue and grey text on a black background&#10;&#10;AI-generated content may be incorrect.">
            <a:extLst>
              <a:ext uri="{FF2B5EF4-FFF2-40B4-BE49-F238E27FC236}">
                <a16:creationId xmlns:a16="http://schemas.microsoft.com/office/drawing/2014/main" id="{3304AAF1-66DD-2EA2-4E6F-5FFCC4D7670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586509"/>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Photos in arrows + content">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AB2FC63-314B-299A-C21B-ED1B13D5A24C}"/>
              </a:ext>
            </a:extLst>
          </p:cNvPr>
          <p:cNvSpPr>
            <a:spLocks noGrp="1"/>
          </p:cNvSpPr>
          <p:nvPr>
            <p:ph type="pic" sz="quarter" idx="10"/>
          </p:nvPr>
        </p:nvSpPr>
        <p:spPr>
          <a:xfrm>
            <a:off x="1142204" y="2085621"/>
            <a:ext cx="2413796" cy="3347734"/>
          </a:xfrm>
          <a:custGeom>
            <a:avLst/>
            <a:gdLst>
              <a:gd name="connsiteX0" fmla="*/ 1589 w 2413796"/>
              <a:gd name="connsiteY0" fmla="*/ 0 h 3347734"/>
              <a:gd name="connsiteX1" fmla="*/ 1554671 w 2413796"/>
              <a:gd name="connsiteY1" fmla="*/ 0 h 3347734"/>
              <a:gd name="connsiteX2" fmla="*/ 2413796 w 2413796"/>
              <a:gd name="connsiteY2" fmla="*/ 1681163 h 3347734"/>
              <a:gd name="connsiteX3" fmla="*/ 2412052 w 2413796"/>
              <a:gd name="connsiteY3" fmla="*/ 1681163 h 3347734"/>
              <a:gd name="connsiteX4" fmla="*/ 1563684 w 2413796"/>
              <a:gd name="connsiteY4" fmla="*/ 3347734 h 3347734"/>
              <a:gd name="connsiteX5" fmla="*/ 0 w 2413796"/>
              <a:gd name="connsiteY5" fmla="*/ 3347734 h 3347734"/>
              <a:gd name="connsiteX6" fmla="*/ 848523 w 2413796"/>
              <a:gd name="connsiteY6" fmla="*/ 1680859 h 3347734"/>
              <a:gd name="connsiteX7" fmla="*/ 860559 w 2413796"/>
              <a:gd name="connsiteY7" fmla="*/ 1680859 h 3347734"/>
              <a:gd name="connsiteX8" fmla="*/ 851066 w 2413796"/>
              <a:gd name="connsiteY8" fmla="*/ 1662283 h 3347734"/>
              <a:gd name="connsiteX9" fmla="*/ 1589 w 241379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6" h="3347734">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7" name="Picture Placeholder 26">
            <a:extLst>
              <a:ext uri="{FF2B5EF4-FFF2-40B4-BE49-F238E27FC236}">
                <a16:creationId xmlns:a16="http://schemas.microsoft.com/office/drawing/2014/main" id="{9ED3BEA1-FA83-F08E-2EE4-82CBDE68B1F2}"/>
              </a:ext>
            </a:extLst>
          </p:cNvPr>
          <p:cNvSpPr>
            <a:spLocks noGrp="1"/>
          </p:cNvSpPr>
          <p:nvPr>
            <p:ph type="pic" sz="quarter" idx="11"/>
          </p:nvPr>
        </p:nvSpPr>
        <p:spPr>
          <a:xfrm>
            <a:off x="2774155" y="2085621"/>
            <a:ext cx="2418556" cy="3347734"/>
          </a:xfrm>
          <a:custGeom>
            <a:avLst/>
            <a:gdLst>
              <a:gd name="connsiteX0" fmla="*/ 0 w 2418556"/>
              <a:gd name="connsiteY0" fmla="*/ 0 h 3347734"/>
              <a:gd name="connsiteX1" fmla="*/ 1553082 w 2418556"/>
              <a:gd name="connsiteY1" fmla="*/ 0 h 3347734"/>
              <a:gd name="connsiteX2" fmla="*/ 2412052 w 2418556"/>
              <a:gd name="connsiteY2" fmla="*/ 1680859 h 3347734"/>
              <a:gd name="connsiteX3" fmla="*/ 2418556 w 2418556"/>
              <a:gd name="connsiteY3" fmla="*/ 1680859 h 3347734"/>
              <a:gd name="connsiteX4" fmla="*/ 1570033 w 2418556"/>
              <a:gd name="connsiteY4" fmla="*/ 3347734 h 3347734"/>
              <a:gd name="connsiteX5" fmla="*/ 6349 w 2418556"/>
              <a:gd name="connsiteY5" fmla="*/ 3347734 h 3347734"/>
              <a:gd name="connsiteX6" fmla="*/ 854872 w 2418556"/>
              <a:gd name="connsiteY6" fmla="*/ 1680859 h 3347734"/>
              <a:gd name="connsiteX7" fmla="*/ 858971 w 2418556"/>
              <a:gd name="connsiteY7" fmla="*/ 1680859 h 3347734"/>
              <a:gd name="connsiteX8" fmla="*/ 849478 w 2418556"/>
              <a:gd name="connsiteY8" fmla="*/ 1662283 h 3347734"/>
              <a:gd name="connsiteX9" fmla="*/ 0 w 241855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8556" h="3347734">
                <a:moveTo>
                  <a:pt x="0" y="0"/>
                </a:moveTo>
                <a:lnTo>
                  <a:pt x="1553082" y="0"/>
                </a:lnTo>
                <a:lnTo>
                  <a:pt x="2412052" y="1680859"/>
                </a:lnTo>
                <a:lnTo>
                  <a:pt x="2418556" y="1680859"/>
                </a:lnTo>
                <a:lnTo>
                  <a:pt x="1570033" y="3347734"/>
                </a:lnTo>
                <a:lnTo>
                  <a:pt x="6349" y="3347734"/>
                </a:lnTo>
                <a:lnTo>
                  <a:pt x="854872" y="1680859"/>
                </a:lnTo>
                <a:lnTo>
                  <a:pt x="858971" y="1680859"/>
                </a:lnTo>
                <a:lnTo>
                  <a:pt x="849478"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8" name="Picture Placeholder 27">
            <a:extLst>
              <a:ext uri="{FF2B5EF4-FFF2-40B4-BE49-F238E27FC236}">
                <a16:creationId xmlns:a16="http://schemas.microsoft.com/office/drawing/2014/main" id="{6F00ED62-6B47-71D3-7561-8F0D4E919894}"/>
              </a:ext>
            </a:extLst>
          </p:cNvPr>
          <p:cNvSpPr>
            <a:spLocks noGrp="1"/>
          </p:cNvSpPr>
          <p:nvPr>
            <p:ph type="pic" sz="quarter" idx="12"/>
          </p:nvPr>
        </p:nvSpPr>
        <p:spPr>
          <a:xfrm>
            <a:off x="4404519" y="2085621"/>
            <a:ext cx="2413793" cy="3347734"/>
          </a:xfrm>
          <a:custGeom>
            <a:avLst/>
            <a:gdLst>
              <a:gd name="connsiteX0" fmla="*/ 0 w 2413793"/>
              <a:gd name="connsiteY0" fmla="*/ 0 h 3347734"/>
              <a:gd name="connsiteX1" fmla="*/ 1553082 w 2413793"/>
              <a:gd name="connsiteY1" fmla="*/ 0 h 3347734"/>
              <a:gd name="connsiteX2" fmla="*/ 2412052 w 2413793"/>
              <a:gd name="connsiteY2" fmla="*/ 1680859 h 3347734"/>
              <a:gd name="connsiteX3" fmla="*/ 2413793 w 2413793"/>
              <a:gd name="connsiteY3" fmla="*/ 1680859 h 3347734"/>
              <a:gd name="connsiteX4" fmla="*/ 1565270 w 2413793"/>
              <a:gd name="connsiteY4" fmla="*/ 3347734 h 3347734"/>
              <a:gd name="connsiteX5" fmla="*/ 1586 w 2413793"/>
              <a:gd name="connsiteY5" fmla="*/ 3347734 h 3347734"/>
              <a:gd name="connsiteX6" fmla="*/ 850109 w 2413793"/>
              <a:gd name="connsiteY6" fmla="*/ 1680859 h 3347734"/>
              <a:gd name="connsiteX7" fmla="*/ 858970 w 2413793"/>
              <a:gd name="connsiteY7" fmla="*/ 1680859 h 3347734"/>
              <a:gd name="connsiteX8" fmla="*/ 849477 w 2413793"/>
              <a:gd name="connsiteY8" fmla="*/ 1662283 h 3347734"/>
              <a:gd name="connsiteX9" fmla="*/ 0 w 2413793"/>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3" h="3347734">
                <a:moveTo>
                  <a:pt x="0" y="0"/>
                </a:moveTo>
                <a:lnTo>
                  <a:pt x="1553082" y="0"/>
                </a:lnTo>
                <a:lnTo>
                  <a:pt x="2412052" y="1680859"/>
                </a:lnTo>
                <a:lnTo>
                  <a:pt x="2413793" y="1680859"/>
                </a:lnTo>
                <a:lnTo>
                  <a:pt x="1565270" y="3347734"/>
                </a:lnTo>
                <a:lnTo>
                  <a:pt x="1586" y="3347734"/>
                </a:lnTo>
                <a:lnTo>
                  <a:pt x="850109" y="1680859"/>
                </a:lnTo>
                <a:lnTo>
                  <a:pt x="858970" y="1680859"/>
                </a:lnTo>
                <a:lnTo>
                  <a:pt x="849477"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cxnSp>
        <p:nvCxnSpPr>
          <p:cNvPr id="32" name="Straight Connector 31">
            <a:extLst>
              <a:ext uri="{FF2B5EF4-FFF2-40B4-BE49-F238E27FC236}">
                <a16:creationId xmlns:a16="http://schemas.microsoft.com/office/drawing/2014/main" id="{27325338-CB31-6C91-C630-D5E87B54DA4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D363F868-27B6-1FBA-6CAE-9CACA734D505}"/>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DF9345D2-2D6C-7F4C-F37B-3E90E360419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B0312FD-B4BC-C3C2-1AB2-056975276BA8}"/>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30D4455B-835E-BBC7-52AA-88AD7E28E18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8018551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One photo in 3 arrows +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6CE37D9-A25B-57CB-E283-27CCF9A3251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Text Placeholder 6">
            <a:extLst>
              <a:ext uri="{FF2B5EF4-FFF2-40B4-BE49-F238E27FC236}">
                <a16:creationId xmlns:a16="http://schemas.microsoft.com/office/drawing/2014/main" id="{BAABD523-4538-6DEA-66E0-ACDE3CA245E2}"/>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59BE4BD-CAD4-9989-D406-23D8AD0ED65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24A39913-7414-0F69-C751-2D9F6B3D74DE}"/>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8" name="Picture Placeholder 1">
            <a:extLst>
              <a:ext uri="{FF2B5EF4-FFF2-40B4-BE49-F238E27FC236}">
                <a16:creationId xmlns:a16="http://schemas.microsoft.com/office/drawing/2014/main" id="{0CE3CF6B-8B25-ADAD-9122-52BBF46E7EFD}"/>
              </a:ext>
            </a:extLst>
          </p:cNvPr>
          <p:cNvSpPr>
            <a:spLocks noGrp="1"/>
          </p:cNvSpPr>
          <p:nvPr>
            <p:ph type="pic" sz="quarter" idx="16"/>
          </p:nvPr>
        </p:nvSpPr>
        <p:spPr>
          <a:xfrm>
            <a:off x="1142204" y="2080576"/>
            <a:ext cx="5676108" cy="3347734"/>
          </a:xfrm>
          <a:custGeom>
            <a:avLst/>
            <a:gdLst>
              <a:gd name="connsiteX0" fmla="*/ 3262315 w 5676108"/>
              <a:gd name="connsiteY0" fmla="*/ 0 h 3347734"/>
              <a:gd name="connsiteX1" fmla="*/ 4815397 w 5676108"/>
              <a:gd name="connsiteY1" fmla="*/ 0 h 3347734"/>
              <a:gd name="connsiteX2" fmla="*/ 5674367 w 5676108"/>
              <a:gd name="connsiteY2" fmla="*/ 1680859 h 3347734"/>
              <a:gd name="connsiteX3" fmla="*/ 5676108 w 5676108"/>
              <a:gd name="connsiteY3" fmla="*/ 1680859 h 3347734"/>
              <a:gd name="connsiteX4" fmla="*/ 4827585 w 5676108"/>
              <a:gd name="connsiteY4" fmla="*/ 3347734 h 3347734"/>
              <a:gd name="connsiteX5" fmla="*/ 3263901 w 5676108"/>
              <a:gd name="connsiteY5" fmla="*/ 3347734 h 3347734"/>
              <a:gd name="connsiteX6" fmla="*/ 4112424 w 5676108"/>
              <a:gd name="connsiteY6" fmla="*/ 1680859 h 3347734"/>
              <a:gd name="connsiteX7" fmla="*/ 4121285 w 5676108"/>
              <a:gd name="connsiteY7" fmla="*/ 1680859 h 3347734"/>
              <a:gd name="connsiteX8" fmla="*/ 4111792 w 5676108"/>
              <a:gd name="connsiteY8" fmla="*/ 1662283 h 3347734"/>
              <a:gd name="connsiteX9" fmla="*/ 3262315 w 5676108"/>
              <a:gd name="connsiteY9" fmla="*/ 0 h 3347734"/>
              <a:gd name="connsiteX10" fmla="*/ 1631951 w 5676108"/>
              <a:gd name="connsiteY10" fmla="*/ 0 h 3347734"/>
              <a:gd name="connsiteX11" fmla="*/ 3185033 w 5676108"/>
              <a:gd name="connsiteY11" fmla="*/ 0 h 3347734"/>
              <a:gd name="connsiteX12" fmla="*/ 4044003 w 5676108"/>
              <a:gd name="connsiteY12" fmla="*/ 1680859 h 3347734"/>
              <a:gd name="connsiteX13" fmla="*/ 4050507 w 5676108"/>
              <a:gd name="connsiteY13" fmla="*/ 1680859 h 3347734"/>
              <a:gd name="connsiteX14" fmla="*/ 3201984 w 5676108"/>
              <a:gd name="connsiteY14" fmla="*/ 3347734 h 3347734"/>
              <a:gd name="connsiteX15" fmla="*/ 1638300 w 5676108"/>
              <a:gd name="connsiteY15" fmla="*/ 3347734 h 3347734"/>
              <a:gd name="connsiteX16" fmla="*/ 2486823 w 5676108"/>
              <a:gd name="connsiteY16" fmla="*/ 1680859 h 3347734"/>
              <a:gd name="connsiteX17" fmla="*/ 2490922 w 5676108"/>
              <a:gd name="connsiteY17" fmla="*/ 1680859 h 3347734"/>
              <a:gd name="connsiteX18" fmla="*/ 2481429 w 5676108"/>
              <a:gd name="connsiteY18" fmla="*/ 1662283 h 3347734"/>
              <a:gd name="connsiteX19" fmla="*/ 1631951 w 5676108"/>
              <a:gd name="connsiteY19" fmla="*/ 0 h 3347734"/>
              <a:gd name="connsiteX20" fmla="*/ 1589 w 5676108"/>
              <a:gd name="connsiteY20" fmla="*/ 0 h 3347734"/>
              <a:gd name="connsiteX21" fmla="*/ 1554671 w 5676108"/>
              <a:gd name="connsiteY21" fmla="*/ 0 h 3347734"/>
              <a:gd name="connsiteX22" fmla="*/ 2413796 w 5676108"/>
              <a:gd name="connsiteY22" fmla="*/ 1681163 h 3347734"/>
              <a:gd name="connsiteX23" fmla="*/ 2412052 w 5676108"/>
              <a:gd name="connsiteY23" fmla="*/ 1681163 h 3347734"/>
              <a:gd name="connsiteX24" fmla="*/ 1563684 w 5676108"/>
              <a:gd name="connsiteY24" fmla="*/ 3347734 h 3347734"/>
              <a:gd name="connsiteX25" fmla="*/ 0 w 5676108"/>
              <a:gd name="connsiteY25" fmla="*/ 3347734 h 3347734"/>
              <a:gd name="connsiteX26" fmla="*/ 848523 w 5676108"/>
              <a:gd name="connsiteY26" fmla="*/ 1680859 h 3347734"/>
              <a:gd name="connsiteX27" fmla="*/ 860559 w 5676108"/>
              <a:gd name="connsiteY27" fmla="*/ 1680859 h 3347734"/>
              <a:gd name="connsiteX28" fmla="*/ 851066 w 5676108"/>
              <a:gd name="connsiteY28" fmla="*/ 1662283 h 3347734"/>
              <a:gd name="connsiteX29" fmla="*/ 1589 w 5676108"/>
              <a:gd name="connsiteY2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76108" h="3347734">
                <a:moveTo>
                  <a:pt x="3262315" y="0"/>
                </a:moveTo>
                <a:lnTo>
                  <a:pt x="4815397" y="0"/>
                </a:lnTo>
                <a:lnTo>
                  <a:pt x="5674367" y="1680859"/>
                </a:lnTo>
                <a:lnTo>
                  <a:pt x="5676108" y="1680859"/>
                </a:lnTo>
                <a:lnTo>
                  <a:pt x="4827585" y="3347734"/>
                </a:lnTo>
                <a:lnTo>
                  <a:pt x="3263901" y="3347734"/>
                </a:lnTo>
                <a:lnTo>
                  <a:pt x="4112424" y="1680859"/>
                </a:lnTo>
                <a:lnTo>
                  <a:pt x="4121285" y="1680859"/>
                </a:lnTo>
                <a:lnTo>
                  <a:pt x="4111792" y="1662283"/>
                </a:lnTo>
                <a:cubicBezTo>
                  <a:pt x="4017406" y="1477585"/>
                  <a:pt x="3262315" y="0"/>
                  <a:pt x="3262315" y="0"/>
                </a:cubicBezTo>
                <a:close/>
                <a:moveTo>
                  <a:pt x="1631951" y="0"/>
                </a:moveTo>
                <a:lnTo>
                  <a:pt x="3185033" y="0"/>
                </a:lnTo>
                <a:lnTo>
                  <a:pt x="4044003" y="1680859"/>
                </a:lnTo>
                <a:lnTo>
                  <a:pt x="4050507" y="1680859"/>
                </a:lnTo>
                <a:lnTo>
                  <a:pt x="3201984" y="3347734"/>
                </a:lnTo>
                <a:lnTo>
                  <a:pt x="1638300" y="3347734"/>
                </a:lnTo>
                <a:lnTo>
                  <a:pt x="2486823" y="1680859"/>
                </a:lnTo>
                <a:lnTo>
                  <a:pt x="2490922" y="1680859"/>
                </a:lnTo>
                <a:lnTo>
                  <a:pt x="2481429" y="1662283"/>
                </a:lnTo>
                <a:cubicBezTo>
                  <a:pt x="2387042" y="1477585"/>
                  <a:pt x="1631951" y="0"/>
                  <a:pt x="1631951" y="0"/>
                </a:cubicBezTo>
                <a:close/>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sz="3200" b="0" i="0">
                <a:latin typeface="Barlow Light" pitchFamily="2" charset="77"/>
              </a:defRPr>
            </a:lvl1pPr>
          </a:lstStyle>
          <a:p>
            <a:endParaRPr lang="en-ID"/>
          </a:p>
        </p:txBody>
      </p:sp>
      <p:pic>
        <p:nvPicPr>
          <p:cNvPr id="3" name="Picture 2" descr="A blue and grey text on a black background&#10;&#10;AI-generated content may be incorrect.">
            <a:extLst>
              <a:ext uri="{FF2B5EF4-FFF2-40B4-BE49-F238E27FC236}">
                <a16:creationId xmlns:a16="http://schemas.microsoft.com/office/drawing/2014/main" id="{4C6D1912-1D17-AA43-043B-6C000F2FC12C}"/>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06891485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Large arrow (photo) + conten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0" y="1316151"/>
            <a:ext cx="7722522" cy="4821382"/>
          </a:xfrm>
          <a:prstGeom prst="homePlate">
            <a:avLst>
              <a:gd name="adj" fmla="val 17288"/>
            </a:avLst>
          </a:prstGeom>
          <a:solidFill>
            <a:schemeClr val="tx2"/>
          </a:solidFill>
        </p:spPr>
        <p:txBody>
          <a:bodyPr wrap="square" anchor="ctr">
            <a:noAutofit/>
          </a:bodyPr>
          <a:lstStyle>
            <a:lvl1pPr marL="0" indent="0" algn="ctr">
              <a:buNone/>
              <a:defRPr sz="3200" b="0" i="0">
                <a:solidFill>
                  <a:schemeClr val="bg1"/>
                </a:solidFill>
                <a:latin typeface="Barlow Light" pitchFamily="2" charset="77"/>
              </a:defRPr>
            </a:lvl1pPr>
          </a:lstStyle>
          <a:p>
            <a:endParaRPr lang="en-ID"/>
          </a:p>
        </p:txBody>
      </p:sp>
      <p:cxnSp>
        <p:nvCxnSpPr>
          <p:cNvPr id="7" name="Straight Connector 6">
            <a:extLst>
              <a:ext uri="{FF2B5EF4-FFF2-40B4-BE49-F238E27FC236}">
                <a16:creationId xmlns:a16="http://schemas.microsoft.com/office/drawing/2014/main" id="{9917FDE1-C507-E066-E8EF-DF812DF859F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586CCE3C-00A9-8CDC-42E4-3E2C95C279B5}"/>
              </a:ext>
            </a:extLst>
          </p:cNvPr>
          <p:cNvSpPr>
            <a:spLocks noGrp="1"/>
          </p:cNvSpPr>
          <p:nvPr>
            <p:ph type="body" sz="quarter" idx="14"/>
          </p:nvPr>
        </p:nvSpPr>
        <p:spPr>
          <a:xfrm>
            <a:off x="7717276"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726034B2-D44C-9637-864C-018FF23437C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CB05FC3D-1A0A-8B42-CE4F-292D2D938083}"/>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EBBAC1F6-8487-4062-A50D-57D3F048D93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00609732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Large arrow with 3 columns + content">
    <p:spTree>
      <p:nvGrpSpPr>
        <p:cNvPr id="1" name=""/>
        <p:cNvGrpSpPr/>
        <p:nvPr/>
      </p:nvGrpSpPr>
      <p:grpSpPr>
        <a:xfrm>
          <a:off x="0" y="0"/>
          <a:ext cx="0" cy="0"/>
          <a:chOff x="0" y="0"/>
          <a:chExt cx="0" cy="0"/>
        </a:xfrm>
      </p:grpSpPr>
      <p:sp>
        <p:nvSpPr>
          <p:cNvPr id="3" name="Pentagon 2">
            <a:extLst>
              <a:ext uri="{FF2B5EF4-FFF2-40B4-BE49-F238E27FC236}">
                <a16:creationId xmlns:a16="http://schemas.microsoft.com/office/drawing/2014/main" id="{15C0716E-DBC1-AA84-F8A7-9DCEEFB67E24}"/>
              </a:ext>
            </a:extLst>
          </p:cNvPr>
          <p:cNvSpPr/>
          <p:nvPr userDrawn="1"/>
        </p:nvSpPr>
        <p:spPr>
          <a:xfrm>
            <a:off x="0" y="1999783"/>
            <a:ext cx="7722522" cy="3508917"/>
          </a:xfrm>
          <a:prstGeom prst="homePlate">
            <a:avLst>
              <a:gd name="adj" fmla="val 17585"/>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930361" y="1516567"/>
            <a:ext cx="2459610" cy="2267414"/>
          </a:xfrm>
          <a:prstGeom prst="homePlate">
            <a:avLst>
              <a:gd name="adj" fmla="val 0"/>
            </a:avLst>
          </a:prstGeom>
          <a:noFill/>
        </p:spPr>
        <p:txBody>
          <a:bodyPr wrap="square">
            <a:noAutofit/>
          </a:bodyPr>
          <a:lstStyle>
            <a:lvl1pPr marL="0" indent="0">
              <a:buNone/>
              <a:defRPr b="0" i="0">
                <a:latin typeface="Barlow Light" pitchFamily="2" charset="77"/>
              </a:defRPr>
            </a:lvl1pPr>
          </a:lstStyle>
          <a:p>
            <a:endParaRPr lang="en-ID"/>
          </a:p>
        </p:txBody>
      </p:sp>
      <p:sp>
        <p:nvSpPr>
          <p:cNvPr id="2" name="Content Placeholder 15">
            <a:extLst>
              <a:ext uri="{FF2B5EF4-FFF2-40B4-BE49-F238E27FC236}">
                <a16:creationId xmlns:a16="http://schemas.microsoft.com/office/drawing/2014/main" id="{7AB9EEE7-4141-E873-2E25-A092C3A56023}"/>
              </a:ext>
            </a:extLst>
          </p:cNvPr>
          <p:cNvSpPr>
            <a:spLocks noGrp="1"/>
          </p:cNvSpPr>
          <p:nvPr>
            <p:ph sz="quarter" idx="20"/>
          </p:nvPr>
        </p:nvSpPr>
        <p:spPr>
          <a:xfrm>
            <a:off x="7843023" y="1999784"/>
            <a:ext cx="3836021" cy="3508917"/>
          </a:xfrm>
          <a:prstGeom prst="roundRect">
            <a:avLst>
              <a:gd name="adj" fmla="val 0"/>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CC4CD90A-CD6E-0B69-5E8C-4D3A4752EC27}"/>
              </a:ext>
            </a:extLst>
          </p:cNvPr>
          <p:cNvCxnSpPr>
            <a:cxnSpLocks/>
          </p:cNvCxnSpPr>
          <p:nvPr userDrawn="1"/>
        </p:nvCxnSpPr>
        <p:spPr bwMode="auto">
          <a:xfrm>
            <a:off x="303672" y="3783981"/>
            <a:ext cx="7256855" cy="0"/>
          </a:xfrm>
          <a:prstGeom prst="line">
            <a:avLst/>
          </a:prstGeom>
          <a:noFill/>
          <a:ln w="19050" cap="flat" cmpd="sng" algn="ctr">
            <a:solidFill>
              <a:schemeClr val="bg1"/>
            </a:solidFill>
            <a:prstDash val="solid"/>
            <a:round/>
            <a:headEnd type="none" w="med" len="med"/>
            <a:tailEnd type="none" w="med" len="med"/>
          </a:ln>
          <a:effectLst/>
        </p:spPr>
      </p:cxnSp>
      <p:sp>
        <p:nvSpPr>
          <p:cNvPr id="8" name="Text Placeholder 2">
            <a:extLst>
              <a:ext uri="{FF2B5EF4-FFF2-40B4-BE49-F238E27FC236}">
                <a16:creationId xmlns:a16="http://schemas.microsoft.com/office/drawing/2014/main" id="{2408190A-4F37-A719-16F5-FC744D59B8C7}"/>
              </a:ext>
            </a:extLst>
          </p:cNvPr>
          <p:cNvSpPr>
            <a:spLocks noGrp="1"/>
          </p:cNvSpPr>
          <p:nvPr>
            <p:ph type="body" sz="quarter" idx="16"/>
          </p:nvPr>
        </p:nvSpPr>
        <p:spPr>
          <a:xfrm>
            <a:off x="656128"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7CB89894-BF09-0A22-D75E-2E02F3B8525A}"/>
              </a:ext>
            </a:extLst>
          </p:cNvPr>
          <p:cNvSpPr>
            <a:spLocks noGrp="1"/>
          </p:cNvSpPr>
          <p:nvPr>
            <p:ph type="body" sz="quarter" idx="21"/>
          </p:nvPr>
        </p:nvSpPr>
        <p:spPr>
          <a:xfrm>
            <a:off x="2834333"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B0E0F39A-803F-90C8-41ED-EDE35A66C6FD}"/>
              </a:ext>
            </a:extLst>
          </p:cNvPr>
          <p:cNvSpPr>
            <a:spLocks noGrp="1"/>
          </p:cNvSpPr>
          <p:nvPr>
            <p:ph type="body" sz="quarter" idx="22"/>
          </p:nvPr>
        </p:nvSpPr>
        <p:spPr>
          <a:xfrm>
            <a:off x="5012537"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EA2D185-95C7-7DDD-F0AF-B2DBB60732E6}"/>
              </a:ext>
            </a:extLst>
          </p:cNvPr>
          <p:cNvSpPr>
            <a:spLocks noGrp="1"/>
          </p:cNvSpPr>
          <p:nvPr>
            <p:ph type="body" sz="quarter" idx="23"/>
          </p:nvPr>
        </p:nvSpPr>
        <p:spPr>
          <a:xfrm>
            <a:off x="3510473" y="2699911"/>
            <a:ext cx="3633742" cy="400110"/>
          </a:xfrm>
          <a:prstGeom prst="rect">
            <a:avLst/>
          </a:prstGeom>
        </p:spPr>
        <p:txBody>
          <a:bodyPr wrap="square" anchor="ctr">
            <a:spAutoFit/>
          </a:bodyPr>
          <a:lstStyle>
            <a:lvl1pPr marL="0" indent="0">
              <a:buClr>
                <a:schemeClr val="bg1"/>
              </a:buClr>
              <a:buFont typeface="Arial" panose="020B0604020202020204" pitchFamily="34" charset="0"/>
              <a:buNone/>
              <a:tabLst/>
              <a:defRPr sz="20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1600">
                <a:solidFill>
                  <a:schemeClr val="bg1"/>
                </a:solidFill>
                <a:latin typeface="+mn-lt"/>
              </a:defRPr>
            </a:lvl2pPr>
            <a:lvl3pPr marL="342900" indent="0">
              <a:buClr>
                <a:schemeClr val="bg1"/>
              </a:buClr>
              <a:buSzPct val="100000"/>
              <a:buFont typeface="Arial" panose="020B0604020202020204" pitchFamily="34" charset="0"/>
              <a:buNone/>
              <a:tabLst/>
              <a:defRPr sz="1400">
                <a:solidFill>
                  <a:schemeClr val="bg1"/>
                </a:solidFill>
                <a:latin typeface="+mn-lt"/>
              </a:defRPr>
            </a:lvl3pPr>
            <a:lvl4pPr marL="460375" indent="0">
              <a:buClr>
                <a:schemeClr val="bg1"/>
              </a:buClr>
              <a:buFont typeface="Arial" panose="020B0604020202020204" pitchFamily="34" charset="0"/>
              <a:buNone/>
              <a:tabLst/>
              <a:defRPr sz="1200">
                <a:solidFill>
                  <a:schemeClr val="bg1"/>
                </a:solidFill>
                <a:latin typeface="+mn-lt"/>
              </a:defRPr>
            </a:lvl4pPr>
            <a:lvl5pPr marL="576263" indent="0">
              <a:buClr>
                <a:schemeClr val="bg1"/>
              </a:buClr>
              <a:buFont typeface="Arial" panose="020B0604020202020204" pitchFamily="34" charset="0"/>
              <a:buNone/>
              <a:tabLst/>
              <a:defRPr sz="1200">
                <a:solidFill>
                  <a:schemeClr val="bg1"/>
                </a:solidFill>
                <a:latin typeface="+mn-lt"/>
              </a:defRPr>
            </a:lvl5pPr>
          </a:lstStyle>
          <a:p>
            <a:pPr lvl="0"/>
            <a:r>
              <a:rPr lang="en-US"/>
              <a:t>Click to edit</a:t>
            </a:r>
          </a:p>
        </p:txBody>
      </p:sp>
      <p:cxnSp>
        <p:nvCxnSpPr>
          <p:cNvPr id="17" name="Straight Connector 16">
            <a:extLst>
              <a:ext uri="{FF2B5EF4-FFF2-40B4-BE49-F238E27FC236}">
                <a16:creationId xmlns:a16="http://schemas.microsoft.com/office/drawing/2014/main" id="{2541302E-96A8-2D73-313C-EC268015552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5A536596-D7A3-D777-2180-A61FCDD0B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946E5945-8E92-761F-13AD-42A43D56809F}"/>
              </a:ext>
            </a:extLst>
          </p:cNvPr>
          <p:cNvSpPr>
            <a:spLocks noGrp="1"/>
          </p:cNvSpPr>
          <p:nvPr>
            <p:ph type="body" sz="quarter" idx="24"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3" name="Picture 12" descr="A blue and grey text on a black background&#10;&#10;AI-generated content may be incorrect.">
            <a:extLst>
              <a:ext uri="{FF2B5EF4-FFF2-40B4-BE49-F238E27FC236}">
                <a16:creationId xmlns:a16="http://schemas.microsoft.com/office/drawing/2014/main" id="{0CBD6071-93FC-AED9-AACD-4C0CEEED43E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065716010"/>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ntent + Photos alternating - blue">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20E6F750-39DE-B46E-E3DD-CB7DD8A255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CA0D027-B612-3F6F-10F2-5B4877F772B0}"/>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B7ACF433-D144-75C4-28B8-2BD7D37ECC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764EDBCC-07D3-E97D-949D-01CF5A16305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
        <p:nvSpPr>
          <p:cNvPr id="24" name="Rectangle 23">
            <a:extLst>
              <a:ext uri="{FF2B5EF4-FFF2-40B4-BE49-F238E27FC236}">
                <a16:creationId xmlns:a16="http://schemas.microsoft.com/office/drawing/2014/main" id="{C1C4E836-0BCA-10CE-80DC-F9C80866F2A3}"/>
              </a:ext>
            </a:extLst>
          </p:cNvPr>
          <p:cNvSpPr/>
          <p:nvPr userDrawn="1"/>
        </p:nvSpPr>
        <p:spPr bwMode="auto">
          <a:xfrm>
            <a:off x="6097702" y="1603357"/>
            <a:ext cx="4270248" cy="1828800"/>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337A8E1D-131B-988D-666B-32D6636C0FF0}"/>
              </a:ext>
            </a:extLst>
          </p:cNvPr>
          <p:cNvSpPr/>
          <p:nvPr userDrawn="1"/>
        </p:nvSpPr>
        <p:spPr bwMode="auto">
          <a:xfrm>
            <a:off x="0" y="1603357"/>
            <a:ext cx="4278559" cy="1828800"/>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6" name="Rectangle 25">
            <a:extLst>
              <a:ext uri="{FF2B5EF4-FFF2-40B4-BE49-F238E27FC236}">
                <a16:creationId xmlns:a16="http://schemas.microsoft.com/office/drawing/2014/main" id="{A4D4AAAA-8146-0853-5420-D78736BF6706}"/>
              </a:ext>
            </a:extLst>
          </p:cNvPr>
          <p:cNvSpPr/>
          <p:nvPr userDrawn="1"/>
        </p:nvSpPr>
        <p:spPr bwMode="auto">
          <a:xfrm>
            <a:off x="1833603" y="3429836"/>
            <a:ext cx="4270248" cy="1828800"/>
          </a:xfrm>
          <a:prstGeom prst="rect">
            <a:avLst/>
          </a:prstGeom>
          <a:gradFill flip="none" rotWithShape="1">
            <a:gsLst>
              <a:gs pos="14000">
                <a:schemeClr val="accent4"/>
              </a:gs>
              <a:gs pos="84000">
                <a:schemeClr val="accent2"/>
              </a:gs>
            </a:gsLst>
            <a:lin ang="108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Rectangle 26">
            <a:extLst>
              <a:ext uri="{FF2B5EF4-FFF2-40B4-BE49-F238E27FC236}">
                <a16:creationId xmlns:a16="http://schemas.microsoft.com/office/drawing/2014/main" id="{1F732F03-DCC7-B264-90BE-78D930D5EE09}"/>
              </a:ext>
            </a:extLst>
          </p:cNvPr>
          <p:cNvSpPr/>
          <p:nvPr userDrawn="1"/>
        </p:nvSpPr>
        <p:spPr bwMode="auto">
          <a:xfrm>
            <a:off x="7926890" y="3429836"/>
            <a:ext cx="4270248" cy="1828800"/>
          </a:xfrm>
          <a:prstGeom prst="rect">
            <a:avLst/>
          </a:prstGeom>
          <a:gradFill flip="none" rotWithShape="1">
            <a:gsLst>
              <a:gs pos="14000">
                <a:schemeClr val="accent4"/>
              </a:gs>
              <a:gs pos="84000">
                <a:schemeClr val="accent2"/>
              </a:gs>
            </a:gsLst>
            <a:lin ang="108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8" name="Picture Placeholder 26">
            <a:extLst>
              <a:ext uri="{FF2B5EF4-FFF2-40B4-BE49-F238E27FC236}">
                <a16:creationId xmlns:a16="http://schemas.microsoft.com/office/drawing/2014/main" id="{6343E0CE-2A58-CE16-9975-55284C266143}"/>
              </a:ext>
            </a:extLst>
          </p:cNvPr>
          <p:cNvSpPr>
            <a:spLocks noGrp="1"/>
          </p:cNvSpPr>
          <p:nvPr>
            <p:ph type="pic" sz="quarter" idx="18"/>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753D9AF-5F3F-CAED-7A67-19533C3AD58E}"/>
              </a:ext>
            </a:extLst>
          </p:cNvPr>
          <p:cNvSpPr>
            <a:spLocks noGrp="1"/>
          </p:cNvSpPr>
          <p:nvPr>
            <p:ph type="pic" sz="quarter" idx="19"/>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38859AB2-8212-7E3F-EAD9-2D09A772B81C}"/>
              </a:ext>
            </a:extLst>
          </p:cNvPr>
          <p:cNvSpPr>
            <a:spLocks noGrp="1"/>
          </p:cNvSpPr>
          <p:nvPr>
            <p:ph type="pic" sz="quarter" idx="20"/>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3" name="Picture Placeholder 26">
            <a:extLst>
              <a:ext uri="{FF2B5EF4-FFF2-40B4-BE49-F238E27FC236}">
                <a16:creationId xmlns:a16="http://schemas.microsoft.com/office/drawing/2014/main" id="{AA1E1A62-6FA1-32F7-9318-8F8E8DED9562}"/>
              </a:ext>
            </a:extLst>
          </p:cNvPr>
          <p:cNvSpPr>
            <a:spLocks noGrp="1"/>
          </p:cNvSpPr>
          <p:nvPr>
            <p:ph type="pic" sz="quarter" idx="21"/>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5" name="Text Placeholder 3">
            <a:extLst>
              <a:ext uri="{FF2B5EF4-FFF2-40B4-BE49-F238E27FC236}">
                <a16:creationId xmlns:a16="http://schemas.microsoft.com/office/drawing/2014/main" id="{13D946D1-99F2-C399-35C0-54D0754D0476}"/>
              </a:ext>
            </a:extLst>
          </p:cNvPr>
          <p:cNvSpPr>
            <a:spLocks noGrp="1"/>
          </p:cNvSpPr>
          <p:nvPr>
            <p:ph type="body" sz="quarter" idx="22"/>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9A940AC8-7283-C919-B01E-9B0AB055BBC8}"/>
              </a:ext>
            </a:extLst>
          </p:cNvPr>
          <p:cNvSpPr>
            <a:spLocks noGrp="1"/>
          </p:cNvSpPr>
          <p:nvPr>
            <p:ph type="body" sz="quarter" idx="23"/>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7" name="Text Placeholder 3">
            <a:extLst>
              <a:ext uri="{FF2B5EF4-FFF2-40B4-BE49-F238E27FC236}">
                <a16:creationId xmlns:a16="http://schemas.microsoft.com/office/drawing/2014/main" id="{6193654E-9D7B-7EB6-71AC-0399727A8D2E}"/>
              </a:ext>
            </a:extLst>
          </p:cNvPr>
          <p:cNvSpPr>
            <a:spLocks noGrp="1"/>
          </p:cNvSpPr>
          <p:nvPr>
            <p:ph type="body" sz="quarter" idx="24"/>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D35E2FBD-08F9-A2D6-DB75-7340894FAE5E}"/>
              </a:ext>
            </a:extLst>
          </p:cNvPr>
          <p:cNvSpPr>
            <a:spLocks noGrp="1"/>
          </p:cNvSpPr>
          <p:nvPr>
            <p:ph type="body" sz="quarter" idx="25"/>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692658681"/>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ntent + photos alternating - re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C8652D2-83E5-64CA-B0CF-AA40D2D21598}"/>
              </a:ext>
            </a:extLst>
          </p:cNvPr>
          <p:cNvSpPr/>
          <p:nvPr userDrawn="1"/>
        </p:nvSpPr>
        <p:spPr bwMode="auto">
          <a:xfrm>
            <a:off x="6097702" y="1603357"/>
            <a:ext cx="4270248" cy="1828800"/>
          </a:xfrm>
          <a:prstGeom prst="rect">
            <a:avLst/>
          </a:prstGeom>
          <a:gradFill flip="none" rotWithShape="1">
            <a:gsLst>
              <a:gs pos="14000">
                <a:schemeClr val="accent4"/>
              </a:gs>
              <a:gs pos="84000">
                <a:schemeClr val="accent2"/>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3" name="Rectangle 22">
            <a:extLst>
              <a:ext uri="{FF2B5EF4-FFF2-40B4-BE49-F238E27FC236}">
                <a16:creationId xmlns:a16="http://schemas.microsoft.com/office/drawing/2014/main" id="{17D6F830-CA76-DB47-0609-5ECB240265D8}"/>
              </a:ext>
            </a:extLst>
          </p:cNvPr>
          <p:cNvSpPr/>
          <p:nvPr userDrawn="1"/>
        </p:nvSpPr>
        <p:spPr bwMode="auto">
          <a:xfrm>
            <a:off x="8311" y="1603357"/>
            <a:ext cx="4270248" cy="1828800"/>
          </a:xfrm>
          <a:prstGeom prst="rect">
            <a:avLst/>
          </a:prstGeom>
          <a:gradFill flip="none" rotWithShape="1">
            <a:gsLst>
              <a:gs pos="84000">
                <a:schemeClr val="accent2"/>
              </a:gs>
              <a:gs pos="14000">
                <a:schemeClr val="accent4"/>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CAD1B53E-D489-E578-C89A-B68A1B9572ED}"/>
              </a:ext>
            </a:extLst>
          </p:cNvPr>
          <p:cNvSpPr/>
          <p:nvPr userDrawn="1"/>
        </p:nvSpPr>
        <p:spPr bwMode="auto">
          <a:xfrm>
            <a:off x="1833603" y="3429836"/>
            <a:ext cx="4270248" cy="1828800"/>
          </a:xfrm>
          <a:prstGeom prst="rect">
            <a:avLst/>
          </a:prstGeom>
          <a:gradFill flip="none" rotWithShape="1">
            <a:gsLst>
              <a:gs pos="18000">
                <a:schemeClr val="accent2"/>
              </a:gs>
              <a:gs pos="100000">
                <a:schemeClr val="accent1"/>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 name="Rectangle 1">
            <a:extLst>
              <a:ext uri="{FF2B5EF4-FFF2-40B4-BE49-F238E27FC236}">
                <a16:creationId xmlns:a16="http://schemas.microsoft.com/office/drawing/2014/main" id="{C6C95B84-6CBA-01D9-FEC4-27D231EE653B}"/>
              </a:ext>
            </a:extLst>
          </p:cNvPr>
          <p:cNvSpPr/>
          <p:nvPr userDrawn="1"/>
        </p:nvSpPr>
        <p:spPr bwMode="auto">
          <a:xfrm>
            <a:off x="7926890" y="3429836"/>
            <a:ext cx="4270248" cy="1828800"/>
          </a:xfrm>
          <a:prstGeom prst="rect">
            <a:avLst/>
          </a:prstGeom>
          <a:gradFill flip="none" rotWithShape="1">
            <a:gsLst>
              <a:gs pos="20000">
                <a:schemeClr val="accent2"/>
              </a:gs>
              <a:gs pos="100000">
                <a:schemeClr val="accent1"/>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Picture Placeholder 26">
            <a:extLst>
              <a:ext uri="{FF2B5EF4-FFF2-40B4-BE49-F238E27FC236}">
                <a16:creationId xmlns:a16="http://schemas.microsoft.com/office/drawing/2014/main" id="{F13770FE-E9CC-C71F-05FE-8B59044AA48E}"/>
              </a:ext>
            </a:extLst>
          </p:cNvPr>
          <p:cNvSpPr>
            <a:spLocks noGrp="1"/>
          </p:cNvSpPr>
          <p:nvPr>
            <p:ph type="pic" sz="quarter" idx="14"/>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8" name="Picture Placeholder 26">
            <a:extLst>
              <a:ext uri="{FF2B5EF4-FFF2-40B4-BE49-F238E27FC236}">
                <a16:creationId xmlns:a16="http://schemas.microsoft.com/office/drawing/2014/main" id="{E273A3F7-CB1D-3271-9927-22F97F7BBBF5}"/>
              </a:ext>
            </a:extLst>
          </p:cNvPr>
          <p:cNvSpPr>
            <a:spLocks noGrp="1"/>
          </p:cNvSpPr>
          <p:nvPr>
            <p:ph type="pic" sz="quarter" idx="15"/>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05129BB-1F90-D031-B249-6A664ADAE20E}"/>
              </a:ext>
            </a:extLst>
          </p:cNvPr>
          <p:cNvSpPr>
            <a:spLocks noGrp="1"/>
          </p:cNvSpPr>
          <p:nvPr>
            <p:ph type="pic" sz="quarter" idx="16"/>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29ECBD6A-6985-2084-A22F-29CE7C009C78}"/>
              </a:ext>
            </a:extLst>
          </p:cNvPr>
          <p:cNvSpPr>
            <a:spLocks noGrp="1"/>
          </p:cNvSpPr>
          <p:nvPr>
            <p:ph type="pic" sz="quarter" idx="17"/>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 name="Text Placeholder 3">
            <a:extLst>
              <a:ext uri="{FF2B5EF4-FFF2-40B4-BE49-F238E27FC236}">
                <a16:creationId xmlns:a16="http://schemas.microsoft.com/office/drawing/2014/main" id="{AEBD0622-720F-DD35-5E8B-9B3088BFF906}"/>
              </a:ext>
            </a:extLst>
          </p:cNvPr>
          <p:cNvSpPr>
            <a:spLocks noGrp="1"/>
          </p:cNvSpPr>
          <p:nvPr>
            <p:ph type="body" sz="quarter" idx="18"/>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 name="Text Placeholder 3">
            <a:extLst>
              <a:ext uri="{FF2B5EF4-FFF2-40B4-BE49-F238E27FC236}">
                <a16:creationId xmlns:a16="http://schemas.microsoft.com/office/drawing/2014/main" id="{0A51E137-21E3-5CE2-80C7-ED85B92EDE8D}"/>
              </a:ext>
            </a:extLst>
          </p:cNvPr>
          <p:cNvSpPr>
            <a:spLocks noGrp="1"/>
          </p:cNvSpPr>
          <p:nvPr>
            <p:ph type="body" sz="quarter" idx="19"/>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6" name="Text Placeholder 3">
            <a:extLst>
              <a:ext uri="{FF2B5EF4-FFF2-40B4-BE49-F238E27FC236}">
                <a16:creationId xmlns:a16="http://schemas.microsoft.com/office/drawing/2014/main" id="{23A5023B-432A-8833-8260-7A851AEA4B77}"/>
              </a:ext>
            </a:extLst>
          </p:cNvPr>
          <p:cNvSpPr>
            <a:spLocks noGrp="1"/>
          </p:cNvSpPr>
          <p:nvPr>
            <p:ph type="body" sz="quarter" idx="20"/>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7" name="Text Placeholder 3">
            <a:extLst>
              <a:ext uri="{FF2B5EF4-FFF2-40B4-BE49-F238E27FC236}">
                <a16:creationId xmlns:a16="http://schemas.microsoft.com/office/drawing/2014/main" id="{F78F3673-2C4F-2072-B169-52A006E63D2E}"/>
              </a:ext>
            </a:extLst>
          </p:cNvPr>
          <p:cNvSpPr>
            <a:spLocks noGrp="1"/>
          </p:cNvSpPr>
          <p:nvPr>
            <p:ph type="body" sz="quarter" idx="21"/>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C2AFC82B-8452-E28A-0C44-4BF88C53306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 name="Title 1">
            <a:extLst>
              <a:ext uri="{FF2B5EF4-FFF2-40B4-BE49-F238E27FC236}">
                <a16:creationId xmlns:a16="http://schemas.microsoft.com/office/drawing/2014/main" id="{135D1E31-0708-B11A-966D-A629001D0C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93D9CA9-658F-0AB0-C718-41624ADDE4B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0" name="Picture 9" descr="A blue and grey text on a black background&#10;&#10;AI-generated content may be incorrect.">
            <a:extLst>
              <a:ext uri="{FF2B5EF4-FFF2-40B4-BE49-F238E27FC236}">
                <a16:creationId xmlns:a16="http://schemas.microsoft.com/office/drawing/2014/main" id="{39AA2145-549F-FEB3-A306-CB6888E0824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54835018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Screenshot_Laptop_WhiteBackgroun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BDF3183-8FFC-F502-2622-1FF528FA5D8A}"/>
              </a:ext>
            </a:extLst>
          </p:cNvPr>
          <p:cNvSpPr/>
          <p:nvPr userDrawn="1"/>
        </p:nvSpPr>
        <p:spPr>
          <a:xfrm>
            <a:off x="0" y="5083629"/>
            <a:ext cx="12192000" cy="1265883"/>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402297"/>
            <a:ext cx="4073997" cy="1064553"/>
          </a:xfrm>
          <a:prstGeom prst="rect">
            <a:avLst/>
          </a:prstGeom>
        </p:spPr>
        <p:txBody>
          <a:bodyPr anchor="ctr"/>
          <a:lstStyle>
            <a:lvl1pPr marL="0" indent="0" algn="ctr">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BB1CAD52-EB7C-6E0E-2B7E-8FFB0587890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44A4637-1D36-FB98-4651-C77644D4815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59D0D14-3683-2A7D-B3C8-4432950E3B64}"/>
              </a:ext>
            </a:extLst>
          </p:cNvPr>
          <p:cNvSpPr>
            <a:spLocks noGrp="1"/>
          </p:cNvSpPr>
          <p:nvPr>
            <p:ph type="body" sz="quarter" idx="10" hasCustomPrompt="1"/>
          </p:nvPr>
        </p:nvSpPr>
        <p:spPr>
          <a:xfrm>
            <a:off x="1044205" y="805328"/>
            <a:ext cx="5591373"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8" name="Picture 7" descr="A blue and grey text on a black background&#10;&#10;AI-generated content may be incorrect.">
            <a:extLst>
              <a:ext uri="{FF2B5EF4-FFF2-40B4-BE49-F238E27FC236}">
                <a16:creationId xmlns:a16="http://schemas.microsoft.com/office/drawing/2014/main" id="{35095E75-6F1B-9C63-77B0-E96B6AE8789C}"/>
              </a:ext>
            </a:extLst>
          </p:cNvPr>
          <p:cNvPicPr>
            <a:picLocks noChangeAspect="1"/>
          </p:cNvPicPr>
          <p:nvPr userDrawn="1"/>
        </p:nvPicPr>
        <p:blipFill>
          <a:blip r:embed="rId3"/>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105024726"/>
      </p:ext>
    </p:extLst>
  </p:cSld>
  <p:clrMapOvr>
    <a:masterClrMapping/>
  </p:clrMapOvr>
  <p:transition spd="med"/>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Screenshot_Laptop_RedOrangeBackgroun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BDF3183-8FFC-F502-2622-1FF528FA5D8A}"/>
              </a:ext>
            </a:extLst>
          </p:cNvPr>
          <p:cNvSpPr/>
          <p:nvPr userDrawn="1"/>
        </p:nvSpPr>
        <p:spPr>
          <a:xfrm>
            <a:off x="930360" y="2193047"/>
            <a:ext cx="11261639" cy="4156465"/>
          </a:xfrm>
          <a:prstGeom prst="roundRect">
            <a:avLst>
              <a:gd name="adj" fmla="val 2306"/>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718309"/>
            <a:ext cx="4073997" cy="1064553"/>
          </a:xfrm>
          <a:prstGeom prst="rect">
            <a:avLst/>
          </a:prstGeom>
        </p:spPr>
        <p:txBody>
          <a:bodyPr anchor="ctr"/>
          <a:lstStyle>
            <a:lvl1pPr marL="0" indent="0" algn="ctr">
              <a:lnSpc>
                <a:spcPct val="90000"/>
              </a:lnSpc>
              <a:spcAft>
                <a:spcPts val="0"/>
              </a:spcAft>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611086" y="3968978"/>
            <a:ext cx="5094513" cy="1641475"/>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20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6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4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2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2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52CEBB8-B9AC-5D99-BDFD-9489E15C31BA}"/>
              </a:ext>
            </a:extLst>
          </p:cNvPr>
          <p:cNvSpPr>
            <a:spLocks noGrp="1"/>
          </p:cNvSpPr>
          <p:nvPr>
            <p:ph type="body" sz="quarter" idx="17"/>
          </p:nvPr>
        </p:nvSpPr>
        <p:spPr>
          <a:xfrm>
            <a:off x="1317172" y="3429000"/>
            <a:ext cx="5388428" cy="461665"/>
          </a:xfrm>
          <a:prstGeom prst="rect">
            <a:avLst/>
          </a:prstGeom>
        </p:spPr>
        <p:txBody>
          <a:bodyPr wrap="square" anchor="b">
            <a:spAutoFit/>
          </a:bodyPr>
          <a:lstStyle>
            <a:lvl1pPr marL="0" indent="0">
              <a:buClr>
                <a:schemeClr val="bg1"/>
              </a:buClr>
              <a:buFont typeface="Arial" panose="020B0604020202020204" pitchFamily="34" charset="0"/>
              <a:buNone/>
              <a:tabLst/>
              <a:defRPr sz="24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2400">
                <a:solidFill>
                  <a:schemeClr val="bg1"/>
                </a:solidFill>
                <a:latin typeface="+mn-lt"/>
              </a:defRPr>
            </a:lvl2pPr>
            <a:lvl3pPr marL="342900" indent="0">
              <a:buClr>
                <a:schemeClr val="bg1"/>
              </a:buClr>
              <a:buSzPct val="100000"/>
              <a:buFont typeface="Arial" panose="020B0604020202020204" pitchFamily="34" charset="0"/>
              <a:buNone/>
              <a:tabLst/>
              <a:defRPr sz="2000">
                <a:solidFill>
                  <a:schemeClr val="bg1"/>
                </a:solidFill>
                <a:latin typeface="+mn-lt"/>
              </a:defRPr>
            </a:lvl3pPr>
            <a:lvl4pPr marL="460375" indent="0">
              <a:buClr>
                <a:schemeClr val="bg1"/>
              </a:buClr>
              <a:buFont typeface="Arial" panose="020B0604020202020204" pitchFamily="34" charset="0"/>
              <a:buNone/>
              <a:tabLst/>
              <a:defRPr sz="1800">
                <a:solidFill>
                  <a:schemeClr val="bg1"/>
                </a:solidFill>
                <a:latin typeface="+mn-lt"/>
              </a:defRPr>
            </a:lvl4pPr>
            <a:lvl5pPr marL="576263" indent="0">
              <a:buClr>
                <a:schemeClr val="bg1"/>
              </a:buClr>
              <a:buFont typeface="Arial" panose="020B0604020202020204" pitchFamily="34" charset="0"/>
              <a:buNone/>
              <a:tabLst/>
              <a:defRPr sz="1800">
                <a:solidFill>
                  <a:schemeClr val="bg1"/>
                </a:solidFill>
                <a:latin typeface="+mn-lt"/>
              </a:defRPr>
            </a:lvl5pPr>
          </a:lstStyle>
          <a:p>
            <a:pPr lvl="0"/>
            <a:r>
              <a:rPr lang="en-US"/>
              <a:t>Click to edit</a:t>
            </a:r>
          </a:p>
        </p:txBody>
      </p:sp>
      <p:cxnSp>
        <p:nvCxnSpPr>
          <p:cNvPr id="13" name="Straight Connector 12">
            <a:extLst>
              <a:ext uri="{FF2B5EF4-FFF2-40B4-BE49-F238E27FC236}">
                <a16:creationId xmlns:a16="http://schemas.microsoft.com/office/drawing/2014/main" id="{4982BF81-DAA6-DEC0-E412-3DFF416DA4E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79A960-CFAF-7772-7BAD-CC972840426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EB018FA-B39D-863C-25F2-6EA701B187F9}"/>
              </a:ext>
            </a:extLst>
          </p:cNvPr>
          <p:cNvSpPr>
            <a:spLocks noGrp="1"/>
          </p:cNvSpPr>
          <p:nvPr>
            <p:ph type="body" sz="quarter" idx="10" hasCustomPrompt="1"/>
          </p:nvPr>
        </p:nvSpPr>
        <p:spPr>
          <a:xfrm>
            <a:off x="1044206" y="805328"/>
            <a:ext cx="5661394"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4B9D7639-AD88-6DC6-1B1A-24354A932D6E}"/>
              </a:ext>
            </a:extLst>
          </p:cNvPr>
          <p:cNvPicPr>
            <a:picLocks noChangeAspect="1"/>
          </p:cNvPicPr>
          <p:nvPr userDrawn="1"/>
        </p:nvPicPr>
        <p:blipFill>
          <a:blip r:embed="rId3"/>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096887275"/>
      </p:ext>
    </p:extLst>
  </p:cSld>
  <p:clrMapOvr>
    <a:masterClrMapping/>
  </p:clrMapOvr>
  <p:transition spd="med"/>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SemiCircle photo with 3 column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460917" y="3907291"/>
            <a:ext cx="11328273" cy="522579"/>
          </a:xfrm>
          <a:prstGeom prst="rect">
            <a:avLst/>
          </a:prstGeom>
        </p:spPr>
        <p:txBody>
          <a:bodyPr wrap="square" anchor="b">
            <a:spAutoFit/>
          </a:bodyPr>
          <a:lstStyle>
            <a:lvl1pPr algn="ct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460917" y="4385152"/>
            <a:ext cx="11328273" cy="348813"/>
          </a:xfrm>
          <a:prstGeom prst="rect">
            <a:avLst/>
          </a:prstGeom>
        </p:spPr>
        <p:txBody>
          <a:bodyPr wrap="square" anchor="t">
            <a:spAutoFit/>
          </a:bodyPr>
          <a:lstStyle>
            <a:lvl1pPr marL="0" indent="0" algn="ctr">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2" name="Picture Placeholder 11">
            <a:extLst>
              <a:ext uri="{FF2B5EF4-FFF2-40B4-BE49-F238E27FC236}">
                <a16:creationId xmlns:a16="http://schemas.microsoft.com/office/drawing/2014/main" id="{9CA2E0E5-FE1E-89A0-A8E3-9609FE359784}"/>
              </a:ext>
            </a:extLst>
          </p:cNvPr>
          <p:cNvSpPr>
            <a:spLocks noGrp="1"/>
          </p:cNvSpPr>
          <p:nvPr>
            <p:ph type="pic" sz="quarter" idx="11"/>
          </p:nvPr>
        </p:nvSpPr>
        <p:spPr>
          <a:xfrm>
            <a:off x="2520214" y="10306"/>
            <a:ext cx="7151572" cy="3577313"/>
          </a:xfrm>
          <a:custGeom>
            <a:avLst/>
            <a:gdLst>
              <a:gd name="connsiteX0" fmla="*/ 0 w 7151572"/>
              <a:gd name="connsiteY0" fmla="*/ 0 h 3577313"/>
              <a:gd name="connsiteX1" fmla="*/ 2272412 w 7151572"/>
              <a:gd name="connsiteY1" fmla="*/ 0 h 3577313"/>
              <a:gd name="connsiteX2" fmla="*/ 3575786 w 7151572"/>
              <a:gd name="connsiteY2" fmla="*/ 1304901 h 3577313"/>
              <a:gd name="connsiteX3" fmla="*/ 4879160 w 7151572"/>
              <a:gd name="connsiteY3" fmla="*/ 0 h 3577313"/>
              <a:gd name="connsiteX4" fmla="*/ 7151572 w 7151572"/>
              <a:gd name="connsiteY4" fmla="*/ 0 h 3577313"/>
              <a:gd name="connsiteX5" fmla="*/ 3575786 w 7151572"/>
              <a:gd name="connsiteY5" fmla="*/ 3577313 h 3577313"/>
              <a:gd name="connsiteX6" fmla="*/ 0 w 7151572"/>
              <a:gd name="connsiteY6" fmla="*/ 0 h 357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1572" h="3577313">
                <a:moveTo>
                  <a:pt x="0" y="0"/>
                </a:moveTo>
                <a:lnTo>
                  <a:pt x="2272412" y="0"/>
                </a:lnTo>
                <a:cubicBezTo>
                  <a:pt x="2272412" y="720677"/>
                  <a:pt x="2855952" y="1304901"/>
                  <a:pt x="3575786" y="1304901"/>
                </a:cubicBezTo>
                <a:cubicBezTo>
                  <a:pt x="4295620" y="1304901"/>
                  <a:pt x="4879160" y="720677"/>
                  <a:pt x="4879160" y="0"/>
                </a:cubicBezTo>
                <a:lnTo>
                  <a:pt x="7151572" y="0"/>
                </a:lnTo>
                <a:cubicBezTo>
                  <a:pt x="7151572" y="1975695"/>
                  <a:pt x="5550638" y="3577313"/>
                  <a:pt x="3575786" y="3577313"/>
                </a:cubicBezTo>
                <a:cubicBezTo>
                  <a:pt x="1600934" y="3577313"/>
                  <a:pt x="0" y="1975695"/>
                  <a:pt x="0" y="0"/>
                </a:cubicBez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745337"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4" name="Text Placeholder 2">
            <a:extLst>
              <a:ext uri="{FF2B5EF4-FFF2-40B4-BE49-F238E27FC236}">
                <a16:creationId xmlns:a16="http://schemas.microsoft.com/office/drawing/2014/main" id="{D6F4C8F0-E05A-3AB6-A523-F895BBD22009}"/>
              </a:ext>
            </a:extLst>
          </p:cNvPr>
          <p:cNvSpPr>
            <a:spLocks noGrp="1"/>
          </p:cNvSpPr>
          <p:nvPr>
            <p:ph type="body" sz="quarter" idx="17"/>
          </p:nvPr>
        </p:nvSpPr>
        <p:spPr>
          <a:xfrm>
            <a:off x="4503298"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5" name="Text Placeholder 2">
            <a:extLst>
              <a:ext uri="{FF2B5EF4-FFF2-40B4-BE49-F238E27FC236}">
                <a16:creationId xmlns:a16="http://schemas.microsoft.com/office/drawing/2014/main" id="{B8F19979-96D8-3BE7-FC06-1113A47C05FF}"/>
              </a:ext>
            </a:extLst>
          </p:cNvPr>
          <p:cNvSpPr>
            <a:spLocks noGrp="1"/>
          </p:cNvSpPr>
          <p:nvPr>
            <p:ph type="body" sz="quarter" idx="18"/>
          </p:nvPr>
        </p:nvSpPr>
        <p:spPr>
          <a:xfrm>
            <a:off x="8261259"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pic>
        <p:nvPicPr>
          <p:cNvPr id="4" name="Picture 3" descr="A blue and grey text on a black background&#10;&#10;AI-generated content may be incorrect.">
            <a:extLst>
              <a:ext uri="{FF2B5EF4-FFF2-40B4-BE49-F238E27FC236}">
                <a16:creationId xmlns:a16="http://schemas.microsoft.com/office/drawing/2014/main" id="{4B44B01C-CCC1-3793-ED93-9F60AE42C8D3}"/>
              </a:ext>
            </a:extLst>
          </p:cNvPr>
          <p:cNvPicPr>
            <a:picLocks noChangeAspect="1"/>
          </p:cNvPicPr>
          <p:nvPr userDrawn="1"/>
        </p:nvPicPr>
        <p:blipFill>
          <a:blip r:embed="rId2"/>
          <a:srcRect l="5454" t="16383" r="73842" b="32609"/>
          <a:stretch/>
        </p:blipFill>
        <p:spPr>
          <a:xfrm>
            <a:off x="5864840" y="382121"/>
            <a:ext cx="462320" cy="435366"/>
          </a:xfrm>
          <a:prstGeom prst="rect">
            <a:avLst/>
          </a:prstGeom>
        </p:spPr>
      </p:pic>
    </p:spTree>
    <p:extLst>
      <p:ext uri="{BB962C8B-B14F-4D97-AF65-F5344CB8AC3E}">
        <p14:creationId xmlns:p14="http://schemas.microsoft.com/office/powerpoint/2010/main" val="3641819630"/>
      </p:ext>
    </p:extLst>
  </p:cSld>
  <p:clrMapOvr>
    <a:masterClrMapping/>
  </p:clrMapOvr>
  <p:transition spd="med"/>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Semi cirlcle with content lef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851307A-E8A2-009B-5993-CA527586CC58}"/>
              </a:ext>
            </a:extLst>
          </p:cNvPr>
          <p:cNvSpPr>
            <a:spLocks noGrp="1"/>
          </p:cNvSpPr>
          <p:nvPr>
            <p:ph type="pic" sz="quarter" idx="11"/>
          </p:nvPr>
        </p:nvSpPr>
        <p:spPr>
          <a:xfrm>
            <a:off x="9119462" y="151820"/>
            <a:ext cx="3084730" cy="6172928"/>
          </a:xfrm>
          <a:custGeom>
            <a:avLst/>
            <a:gdLst>
              <a:gd name="connsiteX0" fmla="*/ 3084730 w 3084730"/>
              <a:gd name="connsiteY0" fmla="*/ 0 h 6172928"/>
              <a:gd name="connsiteX1" fmla="*/ 3084730 w 3084730"/>
              <a:gd name="connsiteY1" fmla="*/ 6172928 h 6172928"/>
              <a:gd name="connsiteX2" fmla="*/ 0 w 3084730"/>
              <a:gd name="connsiteY2" fmla="*/ 3086464 h 6172928"/>
              <a:gd name="connsiteX3" fmla="*/ 3084730 w 3084730"/>
              <a:gd name="connsiteY3" fmla="*/ 0 h 6172928"/>
            </a:gdLst>
            <a:ahLst/>
            <a:cxnLst>
              <a:cxn ang="0">
                <a:pos x="connsiteX0" y="connsiteY0"/>
              </a:cxn>
              <a:cxn ang="0">
                <a:pos x="connsiteX1" y="connsiteY1"/>
              </a:cxn>
              <a:cxn ang="0">
                <a:pos x="connsiteX2" y="connsiteY2"/>
              </a:cxn>
              <a:cxn ang="0">
                <a:pos x="connsiteX3" y="connsiteY3"/>
              </a:cxn>
            </a:cxnLst>
            <a:rect l="l" t="t" r="r" b="b"/>
            <a:pathLst>
              <a:path w="3084730" h="6172928">
                <a:moveTo>
                  <a:pt x="3084730" y="0"/>
                </a:moveTo>
                <a:lnTo>
                  <a:pt x="3084730" y="6172928"/>
                </a:lnTo>
                <a:cubicBezTo>
                  <a:pt x="1381081" y="6172928"/>
                  <a:pt x="0" y="4791071"/>
                  <a:pt x="0" y="3086464"/>
                </a:cubicBezTo>
                <a:cubicBezTo>
                  <a:pt x="0" y="1381857"/>
                  <a:pt x="1381081" y="0"/>
                  <a:pt x="3084730" y="0"/>
                </a:cubicBez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8" name="Text Placeholder 2">
            <a:extLst>
              <a:ext uri="{FF2B5EF4-FFF2-40B4-BE49-F238E27FC236}">
                <a16:creationId xmlns:a16="http://schemas.microsoft.com/office/drawing/2014/main" id="{CB0443EE-0F14-EFD3-88AB-1E047503BC05}"/>
              </a:ext>
            </a:extLst>
          </p:cNvPr>
          <p:cNvSpPr>
            <a:spLocks noGrp="1"/>
          </p:cNvSpPr>
          <p:nvPr>
            <p:ph type="body" sz="quarter" idx="16"/>
          </p:nvPr>
        </p:nvSpPr>
        <p:spPr>
          <a:xfrm>
            <a:off x="1044205" y="2544805"/>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19" name="Text Placeholder 2">
            <a:extLst>
              <a:ext uri="{FF2B5EF4-FFF2-40B4-BE49-F238E27FC236}">
                <a16:creationId xmlns:a16="http://schemas.microsoft.com/office/drawing/2014/main" id="{C777F313-830F-5BEC-DE60-C16D81E91A9C}"/>
              </a:ext>
            </a:extLst>
          </p:cNvPr>
          <p:cNvSpPr>
            <a:spLocks noGrp="1"/>
          </p:cNvSpPr>
          <p:nvPr>
            <p:ph type="body" sz="quarter" idx="39"/>
          </p:nvPr>
        </p:nvSpPr>
        <p:spPr>
          <a:xfrm>
            <a:off x="1044205" y="3575020"/>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20" name="Text Placeholder 2">
            <a:extLst>
              <a:ext uri="{FF2B5EF4-FFF2-40B4-BE49-F238E27FC236}">
                <a16:creationId xmlns:a16="http://schemas.microsoft.com/office/drawing/2014/main" id="{CF66B3A8-6444-3C14-C122-51C56FC3473B}"/>
              </a:ext>
            </a:extLst>
          </p:cNvPr>
          <p:cNvSpPr>
            <a:spLocks noGrp="1"/>
          </p:cNvSpPr>
          <p:nvPr>
            <p:ph type="body" sz="quarter" idx="40"/>
          </p:nvPr>
        </p:nvSpPr>
        <p:spPr>
          <a:xfrm>
            <a:off x="1044205" y="4893091"/>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cxnSp>
        <p:nvCxnSpPr>
          <p:cNvPr id="22" name="Straight Connector 21">
            <a:extLst>
              <a:ext uri="{FF2B5EF4-FFF2-40B4-BE49-F238E27FC236}">
                <a16:creationId xmlns:a16="http://schemas.microsoft.com/office/drawing/2014/main" id="{314E1C11-5108-AF9C-B02E-1FA47AAB970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A0C3B126-881C-AA7F-C222-C7D32DD8146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A3EA1C9-090A-387F-21FC-D7097948A9AE}"/>
              </a:ext>
            </a:extLst>
          </p:cNvPr>
          <p:cNvSpPr>
            <a:spLocks noGrp="1"/>
          </p:cNvSpPr>
          <p:nvPr>
            <p:ph type="body" sz="quarter" idx="10" hasCustomPrompt="1"/>
          </p:nvPr>
        </p:nvSpPr>
        <p:spPr>
          <a:xfrm>
            <a:off x="1044205" y="805328"/>
            <a:ext cx="6604627"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9" name="Arc 8">
            <a:extLst>
              <a:ext uri="{FF2B5EF4-FFF2-40B4-BE49-F238E27FC236}">
                <a16:creationId xmlns:a16="http://schemas.microsoft.com/office/drawing/2014/main" id="{838FBF32-1B58-1BF9-39FE-CEBE9D70C20D}"/>
              </a:ext>
            </a:extLst>
          </p:cNvPr>
          <p:cNvSpPr/>
          <p:nvPr userDrawn="1"/>
        </p:nvSpPr>
        <p:spPr bwMode="auto">
          <a:xfrm rot="10800000">
            <a:off x="9017434" y="73152"/>
            <a:ext cx="6324748" cy="6324748"/>
          </a:xfrm>
          <a:prstGeom prst="arc">
            <a:avLst>
              <a:gd name="adj1" fmla="val 16200000"/>
              <a:gd name="adj2" fmla="val 5394231"/>
            </a:avLst>
          </a:prstGeom>
          <a:noFill/>
          <a:ln w="22225" cap="rnd">
            <a:gradFill flip="none" rotWithShape="1">
              <a:gsLst>
                <a:gs pos="99000">
                  <a:schemeClr val="accent4"/>
                </a:gs>
                <a:gs pos="0">
                  <a:schemeClr val="accent2"/>
                </a:gs>
              </a:gsLst>
              <a:lin ang="16200000" scaled="1"/>
              <a:tileRect/>
            </a:gradFill>
            <a:prstDash val="sysDot"/>
            <a:miter/>
          </a:ln>
          <a:effectLst/>
        </p:spPr>
        <p:txBody>
          <a:bodyPr wrap="square" rtlCol="0" anchor="ctr">
            <a:noAutofit/>
          </a:bodyPr>
          <a:lstStyle/>
          <a:p>
            <a:pPr lvl="0"/>
            <a:endParaRPr lang="en-US" b="0" i="0">
              <a:latin typeface="Barlow Light" pitchFamily="2" charset="77"/>
            </a:endParaRPr>
          </a:p>
        </p:txBody>
      </p:sp>
      <p:pic>
        <p:nvPicPr>
          <p:cNvPr id="6" name="Picture 5" descr="A blue and grey text on a black background&#10;&#10;AI-generated content may be incorrect.">
            <a:extLst>
              <a:ext uri="{FF2B5EF4-FFF2-40B4-BE49-F238E27FC236}">
                <a16:creationId xmlns:a16="http://schemas.microsoft.com/office/drawing/2014/main" id="{6F2E8692-B551-CB7B-DBBC-7C1EFAA67A5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857166122"/>
      </p:ext>
    </p:extLst>
  </p:cSld>
  <p:clrMapOvr>
    <a:masterClrMapping/>
  </p:clrMapOvr>
  <p:transition spd="med"/>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One photo in checkerboard + content">
    <p:spTree>
      <p:nvGrpSpPr>
        <p:cNvPr id="1" name=""/>
        <p:cNvGrpSpPr/>
        <p:nvPr/>
      </p:nvGrpSpPr>
      <p:grpSpPr>
        <a:xfrm>
          <a:off x="0" y="0"/>
          <a:ext cx="0" cy="0"/>
          <a:chOff x="0" y="0"/>
          <a:chExt cx="0" cy="0"/>
        </a:xfrm>
      </p:grpSpPr>
      <p:pic>
        <p:nvPicPr>
          <p:cNvPr id="3" name="Picture 2" descr="A blue and grey text on a black background&#10;&#10;AI-generated content may be incorrect.">
            <a:extLst>
              <a:ext uri="{FF2B5EF4-FFF2-40B4-BE49-F238E27FC236}">
                <a16:creationId xmlns:a16="http://schemas.microsoft.com/office/drawing/2014/main" id="{FC6776D0-9F36-599E-799F-670753351AAE}"/>
              </a:ext>
            </a:extLst>
          </p:cNvPr>
          <p:cNvPicPr>
            <a:picLocks noChangeAspect="1"/>
          </p:cNvPicPr>
          <p:nvPr userDrawn="1"/>
        </p:nvPicPr>
        <p:blipFill>
          <a:blip r:embed="rId2"/>
          <a:srcRect l="5454" t="16383" r="73842" b="32609"/>
          <a:stretch/>
        </p:blipFill>
        <p:spPr>
          <a:xfrm>
            <a:off x="5329250" y="1074119"/>
            <a:ext cx="460930" cy="434058"/>
          </a:xfrm>
          <a:prstGeom prst="rect">
            <a:avLst/>
          </a:prstGeom>
        </p:spPr>
      </p:pic>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6095998" y="2544805"/>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8" name="Picture Placeholder 7">
            <a:extLst>
              <a:ext uri="{FF2B5EF4-FFF2-40B4-BE49-F238E27FC236}">
                <a16:creationId xmlns:a16="http://schemas.microsoft.com/office/drawing/2014/main" id="{68C0C2E7-7906-BE14-35D8-5B857B318913}"/>
              </a:ext>
            </a:extLst>
          </p:cNvPr>
          <p:cNvSpPr>
            <a:spLocks noGrp="1"/>
          </p:cNvSpPr>
          <p:nvPr>
            <p:ph type="pic" sz="quarter" idx="38"/>
          </p:nvPr>
        </p:nvSpPr>
        <p:spPr>
          <a:xfrm>
            <a:off x="1" y="0"/>
            <a:ext cx="4885385" cy="6858000"/>
          </a:xfrm>
          <a:custGeom>
            <a:avLst/>
            <a:gdLst>
              <a:gd name="connsiteX0" fmla="*/ 2491952 w 4885385"/>
              <a:gd name="connsiteY0" fmla="*/ 6061956 h 6858000"/>
              <a:gd name="connsiteX1" fmla="*/ 3637447 w 4885385"/>
              <a:gd name="connsiteY1" fmla="*/ 6061956 h 6858000"/>
              <a:gd name="connsiteX2" fmla="*/ 3637447 w 4885385"/>
              <a:gd name="connsiteY2" fmla="*/ 6858000 h 6858000"/>
              <a:gd name="connsiteX3" fmla="*/ 2491952 w 4885385"/>
              <a:gd name="connsiteY3" fmla="*/ 6858000 h 6858000"/>
              <a:gd name="connsiteX4" fmla="*/ 1244016 w 4885385"/>
              <a:gd name="connsiteY4" fmla="*/ 6061956 h 6858000"/>
              <a:gd name="connsiteX5" fmla="*/ 2389510 w 4885385"/>
              <a:gd name="connsiteY5" fmla="*/ 6061956 h 6858000"/>
              <a:gd name="connsiteX6" fmla="*/ 2389510 w 4885385"/>
              <a:gd name="connsiteY6" fmla="*/ 6858000 h 6858000"/>
              <a:gd name="connsiteX7" fmla="*/ 1244016 w 4885385"/>
              <a:gd name="connsiteY7" fmla="*/ 6858000 h 6858000"/>
              <a:gd name="connsiteX8" fmla="*/ 3739890 w 4885385"/>
              <a:gd name="connsiteY8" fmla="*/ 4795393 h 6858000"/>
              <a:gd name="connsiteX9" fmla="*/ 4885384 w 4885385"/>
              <a:gd name="connsiteY9" fmla="*/ 4795393 h 6858000"/>
              <a:gd name="connsiteX10" fmla="*/ 4885384 w 4885385"/>
              <a:gd name="connsiteY10" fmla="*/ 5940888 h 6858000"/>
              <a:gd name="connsiteX11" fmla="*/ 3739890 w 4885385"/>
              <a:gd name="connsiteY11" fmla="*/ 5940888 h 6858000"/>
              <a:gd name="connsiteX12" fmla="*/ 2491952 w 4885385"/>
              <a:gd name="connsiteY12" fmla="*/ 4795393 h 6858000"/>
              <a:gd name="connsiteX13" fmla="*/ 3637447 w 4885385"/>
              <a:gd name="connsiteY13" fmla="*/ 4795393 h 6858000"/>
              <a:gd name="connsiteX14" fmla="*/ 3637447 w 4885385"/>
              <a:gd name="connsiteY14" fmla="*/ 5940888 h 6858000"/>
              <a:gd name="connsiteX15" fmla="*/ 2491952 w 4885385"/>
              <a:gd name="connsiteY15" fmla="*/ 5940888 h 6858000"/>
              <a:gd name="connsiteX16" fmla="*/ 1244016 w 4885385"/>
              <a:gd name="connsiteY16" fmla="*/ 4795393 h 6858000"/>
              <a:gd name="connsiteX17" fmla="*/ 2389510 w 4885385"/>
              <a:gd name="connsiteY17" fmla="*/ 4795393 h 6858000"/>
              <a:gd name="connsiteX18" fmla="*/ 2389510 w 4885385"/>
              <a:gd name="connsiteY18" fmla="*/ 5940888 h 6858000"/>
              <a:gd name="connsiteX19" fmla="*/ 1244016 w 4885385"/>
              <a:gd name="connsiteY19" fmla="*/ 5940888 h 6858000"/>
              <a:gd name="connsiteX20" fmla="*/ 2491953 w 4885385"/>
              <a:gd name="connsiteY20" fmla="*/ 3528831 h 6858000"/>
              <a:gd name="connsiteX21" fmla="*/ 3637448 w 4885385"/>
              <a:gd name="connsiteY21" fmla="*/ 3528831 h 6858000"/>
              <a:gd name="connsiteX22" fmla="*/ 3637448 w 4885385"/>
              <a:gd name="connsiteY22" fmla="*/ 4674325 h 6858000"/>
              <a:gd name="connsiteX23" fmla="*/ 2491953 w 4885385"/>
              <a:gd name="connsiteY23" fmla="*/ 4674325 h 6858000"/>
              <a:gd name="connsiteX24" fmla="*/ 1244016 w 4885385"/>
              <a:gd name="connsiteY24" fmla="*/ 3528831 h 6858000"/>
              <a:gd name="connsiteX25" fmla="*/ 2389510 w 4885385"/>
              <a:gd name="connsiteY25" fmla="*/ 3528831 h 6858000"/>
              <a:gd name="connsiteX26" fmla="*/ 2389510 w 4885385"/>
              <a:gd name="connsiteY26" fmla="*/ 4674325 h 6858000"/>
              <a:gd name="connsiteX27" fmla="*/ 1244016 w 4885385"/>
              <a:gd name="connsiteY27" fmla="*/ 4674325 h 6858000"/>
              <a:gd name="connsiteX28" fmla="*/ 0 w 4885385"/>
              <a:gd name="connsiteY28" fmla="*/ 3528831 h 6858000"/>
              <a:gd name="connsiteX29" fmla="*/ 1141574 w 4885385"/>
              <a:gd name="connsiteY29" fmla="*/ 3528831 h 6858000"/>
              <a:gd name="connsiteX30" fmla="*/ 1141574 w 4885385"/>
              <a:gd name="connsiteY30" fmla="*/ 4674325 h 6858000"/>
              <a:gd name="connsiteX31" fmla="*/ 0 w 4885385"/>
              <a:gd name="connsiteY31" fmla="*/ 4674325 h 6858000"/>
              <a:gd name="connsiteX32" fmla="*/ 3739891 w 4885385"/>
              <a:gd name="connsiteY32" fmla="*/ 2293313 h 6858000"/>
              <a:gd name="connsiteX33" fmla="*/ 4885385 w 4885385"/>
              <a:gd name="connsiteY33" fmla="*/ 2293313 h 6858000"/>
              <a:gd name="connsiteX34" fmla="*/ 4885385 w 4885385"/>
              <a:gd name="connsiteY34" fmla="*/ 3438805 h 6858000"/>
              <a:gd name="connsiteX35" fmla="*/ 3739891 w 4885385"/>
              <a:gd name="connsiteY35" fmla="*/ 3438805 h 6858000"/>
              <a:gd name="connsiteX36" fmla="*/ 2491953 w 4885385"/>
              <a:gd name="connsiteY36" fmla="*/ 2293313 h 6858000"/>
              <a:gd name="connsiteX37" fmla="*/ 3637448 w 4885385"/>
              <a:gd name="connsiteY37" fmla="*/ 2293313 h 6858000"/>
              <a:gd name="connsiteX38" fmla="*/ 3637448 w 4885385"/>
              <a:gd name="connsiteY38" fmla="*/ 3438805 h 6858000"/>
              <a:gd name="connsiteX39" fmla="*/ 2491953 w 4885385"/>
              <a:gd name="connsiteY39" fmla="*/ 3438805 h 6858000"/>
              <a:gd name="connsiteX40" fmla="*/ 1244017 w 4885385"/>
              <a:gd name="connsiteY40" fmla="*/ 2293313 h 6858000"/>
              <a:gd name="connsiteX41" fmla="*/ 2389511 w 4885385"/>
              <a:gd name="connsiteY41" fmla="*/ 2293313 h 6858000"/>
              <a:gd name="connsiteX42" fmla="*/ 2389511 w 4885385"/>
              <a:gd name="connsiteY42" fmla="*/ 3438805 h 6858000"/>
              <a:gd name="connsiteX43" fmla="*/ 1244017 w 4885385"/>
              <a:gd name="connsiteY43" fmla="*/ 3438805 h 6858000"/>
              <a:gd name="connsiteX44" fmla="*/ 0 w 4885385"/>
              <a:gd name="connsiteY44" fmla="*/ 2293313 h 6858000"/>
              <a:gd name="connsiteX45" fmla="*/ 1141574 w 4885385"/>
              <a:gd name="connsiteY45" fmla="*/ 2293313 h 6858000"/>
              <a:gd name="connsiteX46" fmla="*/ 1141574 w 4885385"/>
              <a:gd name="connsiteY46" fmla="*/ 3438805 h 6858000"/>
              <a:gd name="connsiteX47" fmla="*/ 0 w 4885385"/>
              <a:gd name="connsiteY47" fmla="*/ 3438805 h 6858000"/>
              <a:gd name="connsiteX48" fmla="*/ 3739891 w 4885385"/>
              <a:gd name="connsiteY48" fmla="*/ 1057793 h 6858000"/>
              <a:gd name="connsiteX49" fmla="*/ 4885385 w 4885385"/>
              <a:gd name="connsiteY49" fmla="*/ 1057793 h 6858000"/>
              <a:gd name="connsiteX50" fmla="*/ 4885385 w 4885385"/>
              <a:gd name="connsiteY50" fmla="*/ 2203288 h 6858000"/>
              <a:gd name="connsiteX51" fmla="*/ 3739891 w 4885385"/>
              <a:gd name="connsiteY51" fmla="*/ 2203288 h 6858000"/>
              <a:gd name="connsiteX52" fmla="*/ 2491953 w 4885385"/>
              <a:gd name="connsiteY52" fmla="*/ 1057793 h 6858000"/>
              <a:gd name="connsiteX53" fmla="*/ 3637448 w 4885385"/>
              <a:gd name="connsiteY53" fmla="*/ 1057793 h 6858000"/>
              <a:gd name="connsiteX54" fmla="*/ 3637448 w 4885385"/>
              <a:gd name="connsiteY54" fmla="*/ 2203288 h 6858000"/>
              <a:gd name="connsiteX55" fmla="*/ 2491953 w 4885385"/>
              <a:gd name="connsiteY55" fmla="*/ 2203288 h 6858000"/>
              <a:gd name="connsiteX56" fmla="*/ 1244018 w 4885385"/>
              <a:gd name="connsiteY56" fmla="*/ 1057793 h 6858000"/>
              <a:gd name="connsiteX57" fmla="*/ 2389511 w 4885385"/>
              <a:gd name="connsiteY57" fmla="*/ 1057793 h 6858000"/>
              <a:gd name="connsiteX58" fmla="*/ 2389511 w 4885385"/>
              <a:gd name="connsiteY58" fmla="*/ 2203288 h 6858000"/>
              <a:gd name="connsiteX59" fmla="*/ 1244018 w 4885385"/>
              <a:gd name="connsiteY59" fmla="*/ 2203288 h 6858000"/>
              <a:gd name="connsiteX60" fmla="*/ 0 w 4885385"/>
              <a:gd name="connsiteY60" fmla="*/ 1057793 h 6858000"/>
              <a:gd name="connsiteX61" fmla="*/ 1141574 w 4885385"/>
              <a:gd name="connsiteY61" fmla="*/ 1057793 h 6858000"/>
              <a:gd name="connsiteX62" fmla="*/ 1141574 w 4885385"/>
              <a:gd name="connsiteY62" fmla="*/ 2203288 h 6858000"/>
              <a:gd name="connsiteX63" fmla="*/ 0 w 4885385"/>
              <a:gd name="connsiteY63" fmla="*/ 2203288 h 6858000"/>
              <a:gd name="connsiteX64" fmla="*/ 2491953 w 4885385"/>
              <a:gd name="connsiteY64" fmla="*/ 0 h 6858000"/>
              <a:gd name="connsiteX65" fmla="*/ 3637448 w 4885385"/>
              <a:gd name="connsiteY65" fmla="*/ 0 h 6858000"/>
              <a:gd name="connsiteX66" fmla="*/ 3637448 w 4885385"/>
              <a:gd name="connsiteY66" fmla="*/ 967768 h 6858000"/>
              <a:gd name="connsiteX67" fmla="*/ 2491953 w 4885385"/>
              <a:gd name="connsiteY67" fmla="*/ 967768 h 6858000"/>
              <a:gd name="connsiteX68" fmla="*/ 1244018 w 4885385"/>
              <a:gd name="connsiteY68" fmla="*/ 0 h 6858000"/>
              <a:gd name="connsiteX69" fmla="*/ 2389511 w 4885385"/>
              <a:gd name="connsiteY69" fmla="*/ 0 h 6858000"/>
              <a:gd name="connsiteX70" fmla="*/ 2389511 w 4885385"/>
              <a:gd name="connsiteY70" fmla="*/ 967769 h 6858000"/>
              <a:gd name="connsiteX71" fmla="*/ 1244018 w 4885385"/>
              <a:gd name="connsiteY71" fmla="*/ 9677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885385" h="6858000">
                <a:moveTo>
                  <a:pt x="2491952" y="6061956"/>
                </a:moveTo>
                <a:lnTo>
                  <a:pt x="3637447" y="6061956"/>
                </a:lnTo>
                <a:lnTo>
                  <a:pt x="3637447" y="6858000"/>
                </a:lnTo>
                <a:lnTo>
                  <a:pt x="2491952" y="6858000"/>
                </a:lnTo>
                <a:close/>
                <a:moveTo>
                  <a:pt x="1244016" y="6061956"/>
                </a:moveTo>
                <a:lnTo>
                  <a:pt x="2389510" y="6061956"/>
                </a:lnTo>
                <a:lnTo>
                  <a:pt x="2389510" y="6858000"/>
                </a:lnTo>
                <a:lnTo>
                  <a:pt x="1244016" y="6858000"/>
                </a:lnTo>
                <a:close/>
                <a:moveTo>
                  <a:pt x="3739890" y="4795393"/>
                </a:moveTo>
                <a:lnTo>
                  <a:pt x="4885384" y="4795393"/>
                </a:lnTo>
                <a:lnTo>
                  <a:pt x="4885384" y="5940888"/>
                </a:lnTo>
                <a:lnTo>
                  <a:pt x="3739890" y="5940888"/>
                </a:lnTo>
                <a:close/>
                <a:moveTo>
                  <a:pt x="2491952" y="4795393"/>
                </a:moveTo>
                <a:lnTo>
                  <a:pt x="3637447" y="4795393"/>
                </a:lnTo>
                <a:lnTo>
                  <a:pt x="3637447" y="5940888"/>
                </a:lnTo>
                <a:lnTo>
                  <a:pt x="2491952" y="5940888"/>
                </a:lnTo>
                <a:close/>
                <a:moveTo>
                  <a:pt x="1244016" y="4795393"/>
                </a:moveTo>
                <a:lnTo>
                  <a:pt x="2389510" y="4795393"/>
                </a:lnTo>
                <a:lnTo>
                  <a:pt x="2389510" y="5940888"/>
                </a:lnTo>
                <a:lnTo>
                  <a:pt x="1244016" y="5940888"/>
                </a:lnTo>
                <a:close/>
                <a:moveTo>
                  <a:pt x="2491953" y="3528831"/>
                </a:moveTo>
                <a:lnTo>
                  <a:pt x="3637448" y="3528831"/>
                </a:lnTo>
                <a:lnTo>
                  <a:pt x="3637448" y="4674325"/>
                </a:lnTo>
                <a:lnTo>
                  <a:pt x="2491953" y="4674325"/>
                </a:lnTo>
                <a:close/>
                <a:moveTo>
                  <a:pt x="1244016" y="3528831"/>
                </a:moveTo>
                <a:lnTo>
                  <a:pt x="2389510" y="3528831"/>
                </a:lnTo>
                <a:lnTo>
                  <a:pt x="2389510" y="4674325"/>
                </a:lnTo>
                <a:lnTo>
                  <a:pt x="1244016" y="4674325"/>
                </a:lnTo>
                <a:close/>
                <a:moveTo>
                  <a:pt x="0" y="3528831"/>
                </a:moveTo>
                <a:lnTo>
                  <a:pt x="1141574" y="3528831"/>
                </a:lnTo>
                <a:lnTo>
                  <a:pt x="1141574" y="4674325"/>
                </a:lnTo>
                <a:lnTo>
                  <a:pt x="0" y="4674325"/>
                </a:lnTo>
                <a:close/>
                <a:moveTo>
                  <a:pt x="3739891" y="2293313"/>
                </a:moveTo>
                <a:lnTo>
                  <a:pt x="4885385" y="2293313"/>
                </a:lnTo>
                <a:lnTo>
                  <a:pt x="4885385" y="3438805"/>
                </a:lnTo>
                <a:lnTo>
                  <a:pt x="3739891" y="3438805"/>
                </a:lnTo>
                <a:close/>
                <a:moveTo>
                  <a:pt x="2491953" y="2293313"/>
                </a:moveTo>
                <a:lnTo>
                  <a:pt x="3637448" y="2293313"/>
                </a:lnTo>
                <a:lnTo>
                  <a:pt x="3637448" y="3438805"/>
                </a:lnTo>
                <a:lnTo>
                  <a:pt x="2491953" y="3438805"/>
                </a:lnTo>
                <a:close/>
                <a:moveTo>
                  <a:pt x="1244017" y="2293313"/>
                </a:moveTo>
                <a:lnTo>
                  <a:pt x="2389511" y="2293313"/>
                </a:lnTo>
                <a:lnTo>
                  <a:pt x="2389511" y="3438805"/>
                </a:lnTo>
                <a:lnTo>
                  <a:pt x="1244017" y="3438805"/>
                </a:lnTo>
                <a:close/>
                <a:moveTo>
                  <a:pt x="0" y="2293313"/>
                </a:moveTo>
                <a:lnTo>
                  <a:pt x="1141574" y="2293313"/>
                </a:lnTo>
                <a:lnTo>
                  <a:pt x="1141574" y="3438805"/>
                </a:lnTo>
                <a:lnTo>
                  <a:pt x="0" y="3438805"/>
                </a:lnTo>
                <a:close/>
                <a:moveTo>
                  <a:pt x="3739891" y="1057793"/>
                </a:moveTo>
                <a:lnTo>
                  <a:pt x="4885385" y="1057793"/>
                </a:lnTo>
                <a:lnTo>
                  <a:pt x="4885385" y="2203288"/>
                </a:lnTo>
                <a:lnTo>
                  <a:pt x="3739891" y="2203288"/>
                </a:lnTo>
                <a:close/>
                <a:moveTo>
                  <a:pt x="2491953" y="1057793"/>
                </a:moveTo>
                <a:lnTo>
                  <a:pt x="3637448" y="1057793"/>
                </a:lnTo>
                <a:lnTo>
                  <a:pt x="3637448" y="2203288"/>
                </a:lnTo>
                <a:lnTo>
                  <a:pt x="2491953" y="2203288"/>
                </a:lnTo>
                <a:close/>
                <a:moveTo>
                  <a:pt x="1244018" y="1057793"/>
                </a:moveTo>
                <a:lnTo>
                  <a:pt x="2389511" y="1057793"/>
                </a:lnTo>
                <a:lnTo>
                  <a:pt x="2389511" y="2203288"/>
                </a:lnTo>
                <a:lnTo>
                  <a:pt x="1244018" y="2203288"/>
                </a:lnTo>
                <a:close/>
                <a:moveTo>
                  <a:pt x="0" y="1057793"/>
                </a:moveTo>
                <a:lnTo>
                  <a:pt x="1141574" y="1057793"/>
                </a:lnTo>
                <a:lnTo>
                  <a:pt x="1141574" y="2203288"/>
                </a:lnTo>
                <a:lnTo>
                  <a:pt x="0" y="2203288"/>
                </a:lnTo>
                <a:close/>
                <a:moveTo>
                  <a:pt x="2491953" y="0"/>
                </a:moveTo>
                <a:lnTo>
                  <a:pt x="3637448" y="0"/>
                </a:lnTo>
                <a:lnTo>
                  <a:pt x="3637448" y="967768"/>
                </a:lnTo>
                <a:lnTo>
                  <a:pt x="2491953" y="967768"/>
                </a:lnTo>
                <a:close/>
                <a:moveTo>
                  <a:pt x="1244018" y="0"/>
                </a:moveTo>
                <a:lnTo>
                  <a:pt x="2389511" y="0"/>
                </a:lnTo>
                <a:lnTo>
                  <a:pt x="2389511" y="967769"/>
                </a:lnTo>
                <a:lnTo>
                  <a:pt x="1244018" y="967769"/>
                </a:ln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2000" b="0" i="0">
                <a:latin typeface="Barlow Light" pitchFamily="2" charset="77"/>
              </a:defRPr>
            </a:lvl1pPr>
          </a:lstStyle>
          <a:p>
            <a:endParaRPr lang="en-US"/>
          </a:p>
        </p:txBody>
      </p:sp>
      <p:sp>
        <p:nvSpPr>
          <p:cNvPr id="62" name="Text Placeholder 2">
            <a:extLst>
              <a:ext uri="{FF2B5EF4-FFF2-40B4-BE49-F238E27FC236}">
                <a16:creationId xmlns:a16="http://schemas.microsoft.com/office/drawing/2014/main" id="{1439456D-CDE8-9765-F4F2-DD66AA9852AB}"/>
              </a:ext>
            </a:extLst>
          </p:cNvPr>
          <p:cNvSpPr>
            <a:spLocks noGrp="1"/>
          </p:cNvSpPr>
          <p:nvPr>
            <p:ph type="body" sz="quarter" idx="39"/>
          </p:nvPr>
        </p:nvSpPr>
        <p:spPr>
          <a:xfrm>
            <a:off x="6095998" y="3575020"/>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63" name="Text Placeholder 2">
            <a:extLst>
              <a:ext uri="{FF2B5EF4-FFF2-40B4-BE49-F238E27FC236}">
                <a16:creationId xmlns:a16="http://schemas.microsoft.com/office/drawing/2014/main" id="{8B6FB0DF-DBF0-337D-EC6B-2DF240818378}"/>
              </a:ext>
            </a:extLst>
          </p:cNvPr>
          <p:cNvSpPr>
            <a:spLocks noGrp="1"/>
          </p:cNvSpPr>
          <p:nvPr>
            <p:ph type="body" sz="quarter" idx="40"/>
          </p:nvPr>
        </p:nvSpPr>
        <p:spPr>
          <a:xfrm>
            <a:off x="6095998" y="5054456"/>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cxnSp>
        <p:nvCxnSpPr>
          <p:cNvPr id="65" name="Straight Connector 64">
            <a:extLst>
              <a:ext uri="{FF2B5EF4-FFF2-40B4-BE49-F238E27FC236}">
                <a16:creationId xmlns:a16="http://schemas.microsoft.com/office/drawing/2014/main" id="{BC157EA4-27FF-9422-8DA1-840B38E23955}"/>
              </a:ext>
            </a:extLst>
          </p:cNvPr>
          <p:cNvCxnSpPr>
            <a:cxnSpLocks/>
          </p:cNvCxnSpPr>
          <p:nvPr userDrawn="1"/>
        </p:nvCxnSpPr>
        <p:spPr bwMode="auto">
          <a:xfrm flipV="1">
            <a:off x="5955661" y="1104855"/>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A2756B34-A893-E33B-C412-5C2FCF6F009E}"/>
              </a:ext>
            </a:extLst>
          </p:cNvPr>
          <p:cNvSpPr>
            <a:spLocks noGrp="1"/>
          </p:cNvSpPr>
          <p:nvPr>
            <p:ph type="title" hasCustomPrompt="1"/>
          </p:nvPr>
        </p:nvSpPr>
        <p:spPr>
          <a:xfrm>
            <a:off x="6085628" y="1048487"/>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1" name="Text Placeholder 6">
            <a:extLst>
              <a:ext uri="{FF2B5EF4-FFF2-40B4-BE49-F238E27FC236}">
                <a16:creationId xmlns:a16="http://schemas.microsoft.com/office/drawing/2014/main" id="{3DABE1A2-674E-7213-1A91-5E312927F830}"/>
              </a:ext>
            </a:extLst>
          </p:cNvPr>
          <p:cNvSpPr>
            <a:spLocks noGrp="1"/>
          </p:cNvSpPr>
          <p:nvPr>
            <p:ph type="body" sz="quarter" idx="10" hasCustomPrompt="1"/>
          </p:nvPr>
        </p:nvSpPr>
        <p:spPr>
          <a:xfrm>
            <a:off x="6085628" y="1502677"/>
            <a:ext cx="5101419"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422584292"/>
      </p:ext>
    </p:extLst>
  </p:cSld>
  <p:clrMapOvr>
    <a:masterClrMapping/>
  </p:clrMapOvr>
  <p:transition spd="med"/>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Progress / Stages">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3E98F0A-A2F8-2AB6-89E0-EB7ECEE21DF8}"/>
              </a:ext>
            </a:extLst>
          </p:cNvPr>
          <p:cNvGrpSpPr/>
          <p:nvPr/>
        </p:nvGrpSpPr>
        <p:grpSpPr>
          <a:xfrm>
            <a:off x="380998" y="1905678"/>
            <a:ext cx="11430000" cy="3307257"/>
            <a:chOff x="380998" y="2125978"/>
            <a:chExt cx="11430000" cy="3307257"/>
          </a:xfrm>
        </p:grpSpPr>
        <p:sp>
          <p:nvSpPr>
            <p:cNvPr id="17" name="Arrow: U-Turn 44">
              <a:extLst>
                <a:ext uri="{FF2B5EF4-FFF2-40B4-BE49-F238E27FC236}">
                  <a16:creationId xmlns:a16="http://schemas.microsoft.com/office/drawing/2014/main" id="{E900CCAE-EF79-DC3C-EAC7-B6F8635C35D7}"/>
                </a:ext>
              </a:extLst>
            </p:cNvPr>
            <p:cNvSpPr/>
            <p:nvPr/>
          </p:nvSpPr>
          <p:spPr>
            <a:xfrm flipH="1" flipV="1">
              <a:off x="9524998" y="2125978"/>
              <a:ext cx="2286000" cy="3307255"/>
            </a:xfrm>
            <a:prstGeom prst="uturnArrow">
              <a:avLst>
                <a:gd name="adj1" fmla="val 0"/>
                <a:gd name="adj2" fmla="val 0"/>
                <a:gd name="adj3" fmla="val 0"/>
                <a:gd name="adj4" fmla="val 3400"/>
                <a:gd name="adj5" fmla="val 4438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8" name="Arrow: U-Turn 39">
              <a:extLst>
                <a:ext uri="{FF2B5EF4-FFF2-40B4-BE49-F238E27FC236}">
                  <a16:creationId xmlns:a16="http://schemas.microsoft.com/office/drawing/2014/main" id="{8CBF111B-D42A-07C9-E033-40DACD1936DD}"/>
                </a:ext>
              </a:extLst>
            </p:cNvPr>
            <p:cNvSpPr/>
            <p:nvPr/>
          </p:nvSpPr>
          <p:spPr>
            <a:xfrm flipV="1">
              <a:off x="380998" y="2125979"/>
              <a:ext cx="2286000" cy="3307256"/>
            </a:xfrm>
            <a:prstGeom prst="uturnArrow">
              <a:avLst>
                <a:gd name="adj1" fmla="val 0"/>
                <a:gd name="adj2" fmla="val 0"/>
                <a:gd name="adj3" fmla="val 0"/>
                <a:gd name="adj4" fmla="val 3400"/>
                <a:gd name="adj5" fmla="val 4395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9" name="Arrow: U-Turn 40">
              <a:extLst>
                <a:ext uri="{FF2B5EF4-FFF2-40B4-BE49-F238E27FC236}">
                  <a16:creationId xmlns:a16="http://schemas.microsoft.com/office/drawing/2014/main" id="{8B89D581-4B69-D7AC-2682-78115521400C}"/>
                </a:ext>
              </a:extLst>
            </p:cNvPr>
            <p:cNvSpPr/>
            <p:nvPr/>
          </p:nvSpPr>
          <p:spPr>
            <a:xfrm rot="10800000" flipV="1">
              <a:off x="2666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0" name="Arrow: U-Turn 41">
              <a:extLst>
                <a:ext uri="{FF2B5EF4-FFF2-40B4-BE49-F238E27FC236}">
                  <a16:creationId xmlns:a16="http://schemas.microsoft.com/office/drawing/2014/main" id="{CD5941B2-9ACB-4DFE-2620-35C77BC2AC6C}"/>
                </a:ext>
              </a:extLst>
            </p:cNvPr>
            <p:cNvSpPr/>
            <p:nvPr/>
          </p:nvSpPr>
          <p:spPr>
            <a:xfrm flipV="1">
              <a:off x="4952998" y="3370147"/>
              <a:ext cx="2286000" cy="2063087"/>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1" name="Arrow: U-Turn 43">
              <a:extLst>
                <a:ext uri="{FF2B5EF4-FFF2-40B4-BE49-F238E27FC236}">
                  <a16:creationId xmlns:a16="http://schemas.microsoft.com/office/drawing/2014/main" id="{262D8AA6-3A24-2C44-E99E-F8DFD26AB7BC}"/>
                </a:ext>
              </a:extLst>
            </p:cNvPr>
            <p:cNvSpPr/>
            <p:nvPr/>
          </p:nvSpPr>
          <p:spPr>
            <a:xfrm rot="10800000" flipV="1">
              <a:off x="7238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grpSp>
      <p:sp>
        <p:nvSpPr>
          <p:cNvPr id="5" name="Arrow: Chevron 52">
            <a:extLst>
              <a:ext uri="{FF2B5EF4-FFF2-40B4-BE49-F238E27FC236}">
                <a16:creationId xmlns:a16="http://schemas.microsoft.com/office/drawing/2014/main" id="{C9525ADA-D27D-5AC0-6324-076010BC7405}"/>
              </a:ext>
            </a:extLst>
          </p:cNvPr>
          <p:cNvSpPr/>
          <p:nvPr/>
        </p:nvSpPr>
        <p:spPr>
          <a:xfrm rot="5400000">
            <a:off x="313104"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6" name="Arrow: Chevron 52">
            <a:extLst>
              <a:ext uri="{FF2B5EF4-FFF2-40B4-BE49-F238E27FC236}">
                <a16:creationId xmlns:a16="http://schemas.microsoft.com/office/drawing/2014/main" id="{994B419B-1FF6-44D7-63F3-0611B77129FB}"/>
              </a:ext>
            </a:extLst>
          </p:cNvPr>
          <p:cNvSpPr/>
          <p:nvPr/>
        </p:nvSpPr>
        <p:spPr>
          <a:xfrm rot="16200000" flipV="1">
            <a:off x="2598782"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1" name="Arrow: Chevron 52">
            <a:extLst>
              <a:ext uri="{FF2B5EF4-FFF2-40B4-BE49-F238E27FC236}">
                <a16:creationId xmlns:a16="http://schemas.microsoft.com/office/drawing/2014/main" id="{779133FC-881C-6A40-8667-394B111D017D}"/>
              </a:ext>
            </a:extLst>
          </p:cNvPr>
          <p:cNvSpPr/>
          <p:nvPr/>
        </p:nvSpPr>
        <p:spPr>
          <a:xfrm rot="5400000">
            <a:off x="4884460"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2" name="Arrow: Chevron 52">
            <a:extLst>
              <a:ext uri="{FF2B5EF4-FFF2-40B4-BE49-F238E27FC236}">
                <a16:creationId xmlns:a16="http://schemas.microsoft.com/office/drawing/2014/main" id="{814565C4-E7E7-F8BC-82E1-5FA4757F09A6}"/>
              </a:ext>
            </a:extLst>
          </p:cNvPr>
          <p:cNvSpPr/>
          <p:nvPr/>
        </p:nvSpPr>
        <p:spPr>
          <a:xfrm rot="16200000" flipV="1">
            <a:off x="7170138"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3" name="Arrow: Chevron 52">
            <a:extLst>
              <a:ext uri="{FF2B5EF4-FFF2-40B4-BE49-F238E27FC236}">
                <a16:creationId xmlns:a16="http://schemas.microsoft.com/office/drawing/2014/main" id="{1CB13E1F-175E-D939-4633-92B8A8C321FF}"/>
              </a:ext>
            </a:extLst>
          </p:cNvPr>
          <p:cNvSpPr/>
          <p:nvPr/>
        </p:nvSpPr>
        <p:spPr>
          <a:xfrm rot="5400000">
            <a:off x="9455816"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4" name="Arrow: Chevron 52">
            <a:extLst>
              <a:ext uri="{FF2B5EF4-FFF2-40B4-BE49-F238E27FC236}">
                <a16:creationId xmlns:a16="http://schemas.microsoft.com/office/drawing/2014/main" id="{3B845B16-4276-8499-4273-2619F5326673}"/>
              </a:ext>
            </a:extLst>
          </p:cNvPr>
          <p:cNvSpPr/>
          <p:nvPr/>
        </p:nvSpPr>
        <p:spPr>
          <a:xfrm rot="16200000" flipV="1">
            <a:off x="11741495"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5" name="Oval 14">
            <a:extLst>
              <a:ext uri="{FF2B5EF4-FFF2-40B4-BE49-F238E27FC236}">
                <a16:creationId xmlns:a16="http://schemas.microsoft.com/office/drawing/2014/main" id="{27ECE465-D284-C70D-E37F-A11E6C1EA72B}"/>
              </a:ext>
            </a:extLst>
          </p:cNvPr>
          <p:cNvSpPr/>
          <p:nvPr/>
        </p:nvSpPr>
        <p:spPr>
          <a:xfrm>
            <a:off x="336254" y="1819080"/>
            <a:ext cx="89486" cy="86598"/>
          </a:xfrm>
          <a:prstGeom prst="ellipse">
            <a:avLst/>
          </a:prstGeom>
          <a:solidFill>
            <a:schemeClr val="bg1"/>
          </a:solidFill>
          <a:ln w="31750" cap="flat">
            <a:gradFill>
              <a:gsLst>
                <a:gs pos="14000">
                  <a:schemeClr val="accent4"/>
                </a:gs>
                <a:gs pos="84000">
                  <a:schemeClr val="accent2"/>
                </a:gs>
              </a:gsLst>
              <a:lin ang="5400000" scaled="1"/>
            </a:gradFill>
            <a:prstDash val="solid"/>
            <a:miter/>
          </a:ln>
          <a:effectLst/>
        </p:spPr>
        <p:txBody>
          <a:bodyPr rtlCol="0" anchor="ctr"/>
          <a:lstStyle/>
          <a:p>
            <a:endParaRPr lang="en-US" b="0" i="0">
              <a:latin typeface="Barlow Light" pitchFamily="2" charset="77"/>
            </a:endParaRPr>
          </a:p>
        </p:txBody>
      </p:sp>
      <p:sp>
        <p:nvSpPr>
          <p:cNvPr id="16" name="Oval 15">
            <a:extLst>
              <a:ext uri="{FF2B5EF4-FFF2-40B4-BE49-F238E27FC236}">
                <a16:creationId xmlns:a16="http://schemas.microsoft.com/office/drawing/2014/main" id="{70E1C1A1-74B0-52AE-4A7B-D55F16B803CB}"/>
              </a:ext>
            </a:extLst>
          </p:cNvPr>
          <p:cNvSpPr/>
          <p:nvPr/>
        </p:nvSpPr>
        <p:spPr>
          <a:xfrm>
            <a:off x="11766693" y="1819080"/>
            <a:ext cx="89486" cy="86598"/>
          </a:xfrm>
          <a:prstGeom prst="ellipse">
            <a:avLst/>
          </a:prstGeom>
          <a:solidFill>
            <a:schemeClr val="bg1"/>
          </a:solidFill>
          <a:ln w="31750" cap="flat">
            <a:gradFill>
              <a:gsLst>
                <a:gs pos="14000">
                  <a:schemeClr val="accent4"/>
                </a:gs>
                <a:gs pos="84000">
                  <a:schemeClr val="accent2"/>
                </a:gs>
              </a:gsLst>
              <a:lin ang="5400000" scaled="1"/>
            </a:gradFill>
            <a:prstDash val="solid"/>
            <a:miter/>
          </a:ln>
          <a:effectLst/>
        </p:spPr>
        <p:txBody>
          <a:bodyPr rtlCol="0" anchor="ctr"/>
          <a:lstStyle/>
          <a:p>
            <a:endParaRPr lang="en-US" b="0" i="0">
              <a:latin typeface="Barlow Light" pitchFamily="2" charset="77"/>
            </a:endParaRPr>
          </a:p>
        </p:txBody>
      </p:sp>
      <p:sp>
        <p:nvSpPr>
          <p:cNvPr id="28" name="Oval 27">
            <a:extLst>
              <a:ext uri="{FF2B5EF4-FFF2-40B4-BE49-F238E27FC236}">
                <a16:creationId xmlns:a16="http://schemas.microsoft.com/office/drawing/2014/main" id="{D44EF1D8-E925-529C-DC28-82746647C592}"/>
              </a:ext>
            </a:extLst>
          </p:cNvPr>
          <p:cNvSpPr/>
          <p:nvPr userDrawn="1"/>
        </p:nvSpPr>
        <p:spPr>
          <a:xfrm>
            <a:off x="666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29" name="Oval 28">
            <a:extLst>
              <a:ext uri="{FF2B5EF4-FFF2-40B4-BE49-F238E27FC236}">
                <a16:creationId xmlns:a16="http://schemas.microsoft.com/office/drawing/2014/main" id="{1F02BF05-EA80-7759-0FC1-D981F6D9F6A0}"/>
              </a:ext>
            </a:extLst>
          </p:cNvPr>
          <p:cNvSpPr/>
          <p:nvPr userDrawn="1"/>
        </p:nvSpPr>
        <p:spPr>
          <a:xfrm>
            <a:off x="5238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0" name="Oval 29">
            <a:extLst>
              <a:ext uri="{FF2B5EF4-FFF2-40B4-BE49-F238E27FC236}">
                <a16:creationId xmlns:a16="http://schemas.microsoft.com/office/drawing/2014/main" id="{294E1E0F-02A5-514D-7353-8F666693A6A9}"/>
              </a:ext>
            </a:extLst>
          </p:cNvPr>
          <p:cNvSpPr/>
          <p:nvPr userDrawn="1"/>
        </p:nvSpPr>
        <p:spPr>
          <a:xfrm>
            <a:off x="7524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1" name="Oval 30">
            <a:extLst>
              <a:ext uri="{FF2B5EF4-FFF2-40B4-BE49-F238E27FC236}">
                <a16:creationId xmlns:a16="http://schemas.microsoft.com/office/drawing/2014/main" id="{4D6D9E31-B8AE-6A12-647B-7AF0ADA70BEE}"/>
              </a:ext>
            </a:extLst>
          </p:cNvPr>
          <p:cNvSpPr/>
          <p:nvPr userDrawn="1"/>
        </p:nvSpPr>
        <p:spPr>
          <a:xfrm>
            <a:off x="9810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2" name="Oval 31">
            <a:extLst>
              <a:ext uri="{FF2B5EF4-FFF2-40B4-BE49-F238E27FC236}">
                <a16:creationId xmlns:a16="http://schemas.microsoft.com/office/drawing/2014/main" id="{DBC34FE8-8123-7E08-7CB0-722118D4CAAF}"/>
              </a:ext>
            </a:extLst>
          </p:cNvPr>
          <p:cNvSpPr/>
          <p:nvPr userDrawn="1"/>
        </p:nvSpPr>
        <p:spPr>
          <a:xfrm>
            <a:off x="2952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5354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8" name="Text Placeholder 2">
            <a:extLst>
              <a:ext uri="{FF2B5EF4-FFF2-40B4-BE49-F238E27FC236}">
                <a16:creationId xmlns:a16="http://schemas.microsoft.com/office/drawing/2014/main" id="{496DBD48-BE51-60C5-51C8-F8877BD35FAC}"/>
              </a:ext>
            </a:extLst>
          </p:cNvPr>
          <p:cNvSpPr>
            <a:spLocks noGrp="1"/>
          </p:cNvSpPr>
          <p:nvPr userDrawn="1">
            <p:ph type="body" sz="quarter" idx="17"/>
          </p:nvPr>
        </p:nvSpPr>
        <p:spPr>
          <a:xfrm>
            <a:off x="28722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9" name="Text Placeholder 2">
            <a:extLst>
              <a:ext uri="{FF2B5EF4-FFF2-40B4-BE49-F238E27FC236}">
                <a16:creationId xmlns:a16="http://schemas.microsoft.com/office/drawing/2014/main" id="{62C25FBD-E276-7564-E23B-BF807A2DF78A}"/>
              </a:ext>
            </a:extLst>
          </p:cNvPr>
          <p:cNvSpPr>
            <a:spLocks noGrp="1"/>
          </p:cNvSpPr>
          <p:nvPr userDrawn="1">
            <p:ph type="body" sz="quarter" idx="18"/>
          </p:nvPr>
        </p:nvSpPr>
        <p:spPr>
          <a:xfrm>
            <a:off x="51455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0" name="Text Placeholder 2">
            <a:extLst>
              <a:ext uri="{FF2B5EF4-FFF2-40B4-BE49-F238E27FC236}">
                <a16:creationId xmlns:a16="http://schemas.microsoft.com/office/drawing/2014/main" id="{A98C724F-0723-4851-B067-BADC40143E78}"/>
              </a:ext>
            </a:extLst>
          </p:cNvPr>
          <p:cNvSpPr>
            <a:spLocks noGrp="1"/>
          </p:cNvSpPr>
          <p:nvPr userDrawn="1">
            <p:ph type="body" sz="quarter" idx="19"/>
          </p:nvPr>
        </p:nvSpPr>
        <p:spPr>
          <a:xfrm>
            <a:off x="74823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1" name="Text Placeholder 2">
            <a:extLst>
              <a:ext uri="{FF2B5EF4-FFF2-40B4-BE49-F238E27FC236}">
                <a16:creationId xmlns:a16="http://schemas.microsoft.com/office/drawing/2014/main" id="{4163BA26-561C-FC49-117B-8FA239ECDB36}"/>
              </a:ext>
            </a:extLst>
          </p:cNvPr>
          <p:cNvSpPr>
            <a:spLocks noGrp="1"/>
          </p:cNvSpPr>
          <p:nvPr userDrawn="1">
            <p:ph type="body" sz="quarter" idx="20"/>
          </p:nvPr>
        </p:nvSpPr>
        <p:spPr>
          <a:xfrm>
            <a:off x="97556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D55BF15-95D6-4B1D-0375-46068E5179C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55006D79-DC53-4787-C1DA-D7F40FF9CA42}"/>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7" name="Picture 6" descr="A blue and grey text on a black background&#10;&#10;AI-generated content may be incorrect.">
            <a:extLst>
              <a:ext uri="{FF2B5EF4-FFF2-40B4-BE49-F238E27FC236}">
                <a16:creationId xmlns:a16="http://schemas.microsoft.com/office/drawing/2014/main" id="{B36F209B-9ADD-AE39-1916-8E98BE90BE11}"/>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552199095"/>
      </p:ext>
    </p:extLst>
  </p:cSld>
  <p:clrMapOvr>
    <a:masterClrMapping/>
  </p:clrMapOvr>
  <p:transition spd="med"/>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meline or progress - 6 columns">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grpSp>
        <p:nvGrpSpPr>
          <p:cNvPr id="32" name="Group 31">
            <a:extLst>
              <a:ext uri="{FF2B5EF4-FFF2-40B4-BE49-F238E27FC236}">
                <a16:creationId xmlns:a16="http://schemas.microsoft.com/office/drawing/2014/main" id="{C0E174C3-D019-C471-46D4-9BF1A22C0A67}"/>
              </a:ext>
            </a:extLst>
          </p:cNvPr>
          <p:cNvGrpSpPr/>
          <p:nvPr userDrawn="1"/>
        </p:nvGrpSpPr>
        <p:grpSpPr>
          <a:xfrm>
            <a:off x="2293550" y="3803636"/>
            <a:ext cx="7763182" cy="2444764"/>
            <a:chOff x="2293550" y="3803636"/>
            <a:chExt cx="7763182" cy="2175164"/>
          </a:xfrm>
        </p:grpSpPr>
        <p:cxnSp>
          <p:nvCxnSpPr>
            <p:cNvPr id="13" name="Straight Connector 12">
              <a:extLst>
                <a:ext uri="{FF2B5EF4-FFF2-40B4-BE49-F238E27FC236}">
                  <a16:creationId xmlns:a16="http://schemas.microsoft.com/office/drawing/2014/main" id="{66E8A370-78BA-6CC7-97F7-A0F4C70DCF40}"/>
                </a:ext>
              </a:extLst>
            </p:cNvPr>
            <p:cNvCxnSpPr/>
            <p:nvPr userDrawn="1"/>
          </p:nvCxnSpPr>
          <p:spPr bwMode="auto">
            <a:xfrm>
              <a:off x="229355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5DD9033B-55E9-4A7F-D6B3-DE3BAE005D9E}"/>
                </a:ext>
              </a:extLst>
            </p:cNvPr>
            <p:cNvCxnSpPr/>
            <p:nvPr userDrawn="1"/>
          </p:nvCxnSpPr>
          <p:spPr bwMode="auto">
            <a:xfrm>
              <a:off x="422926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5" name="Straight Connector 14">
              <a:extLst>
                <a:ext uri="{FF2B5EF4-FFF2-40B4-BE49-F238E27FC236}">
                  <a16:creationId xmlns:a16="http://schemas.microsoft.com/office/drawing/2014/main" id="{822BEBDD-B62C-4B69-21AB-632B5321FDD5}"/>
                </a:ext>
              </a:extLst>
            </p:cNvPr>
            <p:cNvCxnSpPr/>
            <p:nvPr userDrawn="1"/>
          </p:nvCxnSpPr>
          <p:spPr bwMode="auto">
            <a:xfrm>
              <a:off x="6156665"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6" name="Straight Connector 15">
              <a:extLst>
                <a:ext uri="{FF2B5EF4-FFF2-40B4-BE49-F238E27FC236}">
                  <a16:creationId xmlns:a16="http://schemas.microsoft.com/office/drawing/2014/main" id="{DDF136C7-E111-D03F-3E9A-05CD1E3DBAED}"/>
                </a:ext>
              </a:extLst>
            </p:cNvPr>
            <p:cNvCxnSpPr/>
            <p:nvPr userDrawn="1"/>
          </p:nvCxnSpPr>
          <p:spPr bwMode="auto">
            <a:xfrm>
              <a:off x="8095197"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7" name="Straight Connector 16">
              <a:extLst>
                <a:ext uri="{FF2B5EF4-FFF2-40B4-BE49-F238E27FC236}">
                  <a16:creationId xmlns:a16="http://schemas.microsoft.com/office/drawing/2014/main" id="{32B38E6E-151D-7EC5-573A-55EEDAA458A9}"/>
                </a:ext>
              </a:extLst>
            </p:cNvPr>
            <p:cNvCxnSpPr/>
            <p:nvPr userDrawn="1"/>
          </p:nvCxnSpPr>
          <p:spPr bwMode="auto">
            <a:xfrm>
              <a:off x="10056732" y="3803636"/>
              <a:ext cx="0" cy="2175164"/>
            </a:xfrm>
            <a:prstGeom prst="line">
              <a:avLst/>
            </a:prstGeom>
            <a:noFill/>
            <a:ln w="19050" cap="flat" cmpd="sng" algn="ctr">
              <a:solidFill>
                <a:schemeClr val="bg2"/>
              </a:solidFill>
              <a:prstDash val="sysDot"/>
              <a:round/>
              <a:headEnd type="none" w="med" len="med"/>
              <a:tailEnd type="none" w="med" len="med"/>
            </a:ln>
            <a:effectLst/>
          </p:spPr>
        </p:cxnSp>
      </p:grpSp>
      <p:grpSp>
        <p:nvGrpSpPr>
          <p:cNvPr id="45" name="Group 44">
            <a:extLst>
              <a:ext uri="{FF2B5EF4-FFF2-40B4-BE49-F238E27FC236}">
                <a16:creationId xmlns:a16="http://schemas.microsoft.com/office/drawing/2014/main" id="{16E4699A-EBD2-170B-F65C-5F9A6AFD5801}"/>
              </a:ext>
            </a:extLst>
          </p:cNvPr>
          <p:cNvGrpSpPr/>
          <p:nvPr userDrawn="1"/>
        </p:nvGrpSpPr>
        <p:grpSpPr>
          <a:xfrm>
            <a:off x="381001" y="3288391"/>
            <a:ext cx="11537731" cy="406100"/>
            <a:chOff x="381001" y="3288391"/>
            <a:chExt cx="11537731" cy="406100"/>
          </a:xfrm>
          <a:gradFill>
            <a:gsLst>
              <a:gs pos="84000">
                <a:schemeClr val="accent2"/>
              </a:gs>
              <a:gs pos="14000">
                <a:schemeClr val="accent4"/>
              </a:gs>
            </a:gsLst>
            <a:lin ang="2700000" scaled="0"/>
          </a:gradFill>
        </p:grpSpPr>
        <p:sp>
          <p:nvSpPr>
            <p:cNvPr id="19" name="Pentagon 18">
              <a:extLst>
                <a:ext uri="{FF2B5EF4-FFF2-40B4-BE49-F238E27FC236}">
                  <a16:creationId xmlns:a16="http://schemas.microsoft.com/office/drawing/2014/main" id="{B93B76DC-6214-96D1-D138-5356B15737F1}"/>
                </a:ext>
              </a:extLst>
            </p:cNvPr>
            <p:cNvSpPr/>
            <p:nvPr/>
          </p:nvSpPr>
          <p:spPr>
            <a:xfrm>
              <a:off x="8141905" y="3297997"/>
              <a:ext cx="1874519" cy="391367"/>
            </a:xfrm>
            <a:prstGeom prst="homePlate">
              <a:avLst>
                <a:gd name="adj" fmla="val 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0" name="Rectangle 19">
              <a:extLst>
                <a:ext uri="{FF2B5EF4-FFF2-40B4-BE49-F238E27FC236}">
                  <a16:creationId xmlns:a16="http://schemas.microsoft.com/office/drawing/2014/main" id="{B946C2A4-8B64-B556-3955-68385A4C0FBE}"/>
                </a:ext>
              </a:extLst>
            </p:cNvPr>
            <p:cNvSpPr/>
            <p:nvPr/>
          </p:nvSpPr>
          <p:spPr>
            <a:xfrm>
              <a:off x="2321227"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1" name="Rectangle 20">
              <a:extLst>
                <a:ext uri="{FF2B5EF4-FFF2-40B4-BE49-F238E27FC236}">
                  <a16:creationId xmlns:a16="http://schemas.microsoft.com/office/drawing/2014/main" id="{79694025-F43A-966E-0A4B-42D15E535079}"/>
                </a:ext>
              </a:extLst>
            </p:cNvPr>
            <p:cNvSpPr/>
            <p:nvPr/>
          </p:nvSpPr>
          <p:spPr>
            <a:xfrm>
              <a:off x="4261453" y="3297997"/>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2" name="Rectangle 21">
              <a:extLst>
                <a:ext uri="{FF2B5EF4-FFF2-40B4-BE49-F238E27FC236}">
                  <a16:creationId xmlns:a16="http://schemas.microsoft.com/office/drawing/2014/main" id="{AEF5B917-5060-3B83-1A98-09F18D73C8E1}"/>
                </a:ext>
              </a:extLst>
            </p:cNvPr>
            <p:cNvSpPr/>
            <p:nvPr/>
          </p:nvSpPr>
          <p:spPr>
            <a:xfrm>
              <a:off x="6201679" y="3302610"/>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3" name="Pentagon 82">
              <a:extLst>
                <a:ext uri="{FF2B5EF4-FFF2-40B4-BE49-F238E27FC236}">
                  <a16:creationId xmlns:a16="http://schemas.microsoft.com/office/drawing/2014/main" id="{4A23EE1F-4607-DF60-993A-7F8DD308DCB2}"/>
                </a:ext>
              </a:extLst>
            </p:cNvPr>
            <p:cNvSpPr/>
            <p:nvPr/>
          </p:nvSpPr>
          <p:spPr>
            <a:xfrm>
              <a:off x="10082134" y="3303124"/>
              <a:ext cx="1836598" cy="391367"/>
            </a:xfrm>
            <a:prstGeom prst="homePlate">
              <a:avLst>
                <a:gd name="adj" fmla="val 2404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4" name="Rectangle 23">
              <a:extLst>
                <a:ext uri="{FF2B5EF4-FFF2-40B4-BE49-F238E27FC236}">
                  <a16:creationId xmlns:a16="http://schemas.microsoft.com/office/drawing/2014/main" id="{2CB4F35B-0F57-B5CA-3D32-E45D3A581472}"/>
                </a:ext>
              </a:extLst>
            </p:cNvPr>
            <p:cNvSpPr/>
            <p:nvPr/>
          </p:nvSpPr>
          <p:spPr>
            <a:xfrm>
              <a:off x="381001"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grpSp>
      <p:sp>
        <p:nvSpPr>
          <p:cNvPr id="31" name="Text Placeholder 2">
            <a:extLst>
              <a:ext uri="{FF2B5EF4-FFF2-40B4-BE49-F238E27FC236}">
                <a16:creationId xmlns:a16="http://schemas.microsoft.com/office/drawing/2014/main" id="{6BA8FE2D-CB44-D851-DB1F-75A89CCF27A4}"/>
              </a:ext>
            </a:extLst>
          </p:cNvPr>
          <p:cNvSpPr>
            <a:spLocks noGrp="1"/>
          </p:cNvSpPr>
          <p:nvPr userDrawn="1">
            <p:ph type="body" sz="quarter" idx="16"/>
          </p:nvPr>
        </p:nvSpPr>
        <p:spPr>
          <a:xfrm>
            <a:off x="3810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F45854E0-8956-EDF0-8EC0-28096089BB7E}"/>
              </a:ext>
            </a:extLst>
          </p:cNvPr>
          <p:cNvSpPr>
            <a:spLocks noGrp="1"/>
          </p:cNvSpPr>
          <p:nvPr>
            <p:ph type="body" sz="quarter" idx="17"/>
          </p:nvPr>
        </p:nvSpPr>
        <p:spPr>
          <a:xfrm>
            <a:off x="2298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7112BA69-5DE5-7194-D6D9-2782FD30EC93}"/>
              </a:ext>
            </a:extLst>
          </p:cNvPr>
          <p:cNvSpPr>
            <a:spLocks noGrp="1"/>
          </p:cNvSpPr>
          <p:nvPr>
            <p:ph type="body" sz="quarter" idx="18"/>
          </p:nvPr>
        </p:nvSpPr>
        <p:spPr>
          <a:xfrm>
            <a:off x="42545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EB0439F4-8B6D-BA47-B92B-7C79A7052A92}"/>
              </a:ext>
            </a:extLst>
          </p:cNvPr>
          <p:cNvSpPr>
            <a:spLocks noGrp="1"/>
          </p:cNvSpPr>
          <p:nvPr>
            <p:ph type="body" sz="quarter" idx="19"/>
          </p:nvPr>
        </p:nvSpPr>
        <p:spPr>
          <a:xfrm>
            <a:off x="61722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B18B75A-EF1C-CE63-F22A-F33ECBF879DF}"/>
              </a:ext>
            </a:extLst>
          </p:cNvPr>
          <p:cNvSpPr>
            <a:spLocks noGrp="1"/>
          </p:cNvSpPr>
          <p:nvPr>
            <p:ph type="body" sz="quarter" idx="20"/>
          </p:nvPr>
        </p:nvSpPr>
        <p:spPr>
          <a:xfrm>
            <a:off x="8140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D8650141-3368-21F5-948C-740A8EBA5CEB}"/>
              </a:ext>
            </a:extLst>
          </p:cNvPr>
          <p:cNvSpPr>
            <a:spLocks noGrp="1"/>
          </p:cNvSpPr>
          <p:nvPr>
            <p:ph type="body" sz="quarter" idx="21"/>
          </p:nvPr>
        </p:nvSpPr>
        <p:spPr>
          <a:xfrm>
            <a:off x="10058399" y="3816364"/>
            <a:ext cx="1874513"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3A3DBE61-DADA-DA1D-6AEC-DDDEFDDA1809}"/>
              </a:ext>
            </a:extLst>
          </p:cNvPr>
          <p:cNvSpPr>
            <a:spLocks noGrp="1"/>
          </p:cNvSpPr>
          <p:nvPr>
            <p:ph type="body" sz="quarter" idx="22"/>
          </p:nvPr>
        </p:nvSpPr>
        <p:spPr>
          <a:xfrm>
            <a:off x="3810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39" name="Text Placeholder 2">
            <a:extLst>
              <a:ext uri="{FF2B5EF4-FFF2-40B4-BE49-F238E27FC236}">
                <a16:creationId xmlns:a16="http://schemas.microsoft.com/office/drawing/2014/main" id="{159FBF93-B58E-D7DA-3FC1-6C00F6B0480A}"/>
              </a:ext>
            </a:extLst>
          </p:cNvPr>
          <p:cNvSpPr>
            <a:spLocks noGrp="1"/>
          </p:cNvSpPr>
          <p:nvPr>
            <p:ph type="body" sz="quarter" idx="23"/>
          </p:nvPr>
        </p:nvSpPr>
        <p:spPr>
          <a:xfrm>
            <a:off x="2298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0" name="Text Placeholder 2">
            <a:extLst>
              <a:ext uri="{FF2B5EF4-FFF2-40B4-BE49-F238E27FC236}">
                <a16:creationId xmlns:a16="http://schemas.microsoft.com/office/drawing/2014/main" id="{3E6345B2-E1F7-665E-C2F6-D4A85F620180}"/>
              </a:ext>
            </a:extLst>
          </p:cNvPr>
          <p:cNvSpPr>
            <a:spLocks noGrp="1"/>
          </p:cNvSpPr>
          <p:nvPr>
            <p:ph type="body" sz="quarter" idx="24"/>
          </p:nvPr>
        </p:nvSpPr>
        <p:spPr>
          <a:xfrm>
            <a:off x="42545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1" name="Text Placeholder 2">
            <a:extLst>
              <a:ext uri="{FF2B5EF4-FFF2-40B4-BE49-F238E27FC236}">
                <a16:creationId xmlns:a16="http://schemas.microsoft.com/office/drawing/2014/main" id="{794C47A9-2E32-BC8D-879F-FDF0E4033E6A}"/>
              </a:ext>
            </a:extLst>
          </p:cNvPr>
          <p:cNvSpPr>
            <a:spLocks noGrp="1"/>
          </p:cNvSpPr>
          <p:nvPr>
            <p:ph type="body" sz="quarter" idx="25"/>
          </p:nvPr>
        </p:nvSpPr>
        <p:spPr>
          <a:xfrm>
            <a:off x="61722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2" name="Text Placeholder 2">
            <a:extLst>
              <a:ext uri="{FF2B5EF4-FFF2-40B4-BE49-F238E27FC236}">
                <a16:creationId xmlns:a16="http://schemas.microsoft.com/office/drawing/2014/main" id="{F27D3ECB-0145-26E2-AB74-A4D8B0FB5955}"/>
              </a:ext>
            </a:extLst>
          </p:cNvPr>
          <p:cNvSpPr>
            <a:spLocks noGrp="1"/>
          </p:cNvSpPr>
          <p:nvPr>
            <p:ph type="body" sz="quarter" idx="26"/>
          </p:nvPr>
        </p:nvSpPr>
        <p:spPr>
          <a:xfrm>
            <a:off x="8140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3" name="Text Placeholder 2">
            <a:extLst>
              <a:ext uri="{FF2B5EF4-FFF2-40B4-BE49-F238E27FC236}">
                <a16:creationId xmlns:a16="http://schemas.microsoft.com/office/drawing/2014/main" id="{D1BA998C-E394-F33F-7C90-C309EDEC65E2}"/>
              </a:ext>
            </a:extLst>
          </p:cNvPr>
          <p:cNvSpPr>
            <a:spLocks noGrp="1"/>
          </p:cNvSpPr>
          <p:nvPr>
            <p:ph type="body" sz="quarter" idx="27"/>
          </p:nvPr>
        </p:nvSpPr>
        <p:spPr>
          <a:xfrm>
            <a:off x="10058400" y="3357562"/>
            <a:ext cx="1752600"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cxnSp>
        <p:nvCxnSpPr>
          <p:cNvPr id="44" name="Straight Connector 43">
            <a:extLst>
              <a:ext uri="{FF2B5EF4-FFF2-40B4-BE49-F238E27FC236}">
                <a16:creationId xmlns:a16="http://schemas.microsoft.com/office/drawing/2014/main" id="{2374E4D9-FC69-1293-1173-3E4C4BDF9700}"/>
              </a:ext>
            </a:extLst>
          </p:cNvPr>
          <p:cNvCxnSpPr/>
          <p:nvPr userDrawn="1"/>
        </p:nvCxnSpPr>
        <p:spPr bwMode="auto">
          <a:xfrm>
            <a:off x="381000" y="6375400"/>
            <a:ext cx="11408190" cy="0"/>
          </a:xfrm>
          <a:prstGeom prst="line">
            <a:avLst/>
          </a:prstGeom>
          <a:noFill/>
          <a:ln w="19050" cap="flat" cmpd="sng" algn="ctr">
            <a:gradFill>
              <a:gsLst>
                <a:gs pos="99000">
                  <a:schemeClr val="accent2"/>
                </a:gs>
                <a:gs pos="28000">
                  <a:schemeClr val="accent4"/>
                </a:gs>
              </a:gsLst>
              <a:lin ang="0" scaled="0"/>
            </a:gradFill>
            <a:prstDash val="solid"/>
            <a:round/>
            <a:headEnd type="none" w="med" len="med"/>
            <a:tailEnd type="none" w="med" len="med"/>
          </a:ln>
          <a:effectLst/>
        </p:spPr>
      </p:cxnSp>
      <p:sp>
        <p:nvSpPr>
          <p:cNvPr id="47" name="Content Placeholder 46">
            <a:extLst>
              <a:ext uri="{FF2B5EF4-FFF2-40B4-BE49-F238E27FC236}">
                <a16:creationId xmlns:a16="http://schemas.microsoft.com/office/drawing/2014/main" id="{AF499CD4-7EBE-D286-8FEE-B05793D7CA31}"/>
              </a:ext>
            </a:extLst>
          </p:cNvPr>
          <p:cNvSpPr>
            <a:spLocks noGrp="1"/>
          </p:cNvSpPr>
          <p:nvPr>
            <p:ph sz="quarter" idx="28"/>
          </p:nvPr>
        </p:nvSpPr>
        <p:spPr>
          <a:xfrm>
            <a:off x="381000" y="1371600"/>
            <a:ext cx="11430000" cy="1816100"/>
          </a:xfrm>
          <a:prstGeom prst="rect">
            <a:avLst/>
          </a:prstGeom>
        </p:spPr>
        <p:txBody>
          <a:bodyPr/>
          <a:lstStyle>
            <a:lvl1pPr marL="165100" indent="-165100">
              <a:lnSpc>
                <a:spcPct val="90000"/>
              </a:lnSpc>
              <a:spcAft>
                <a:spcPts val="600"/>
              </a:spcAft>
              <a:buClr>
                <a:schemeClr val="bg2"/>
              </a:buClr>
              <a:buFont typeface="Arial" panose="020B0604020202020204" pitchFamily="34" charset="0"/>
              <a:buChar char="•"/>
              <a:tabLst/>
              <a:defRPr b="0" i="0">
                <a:latin typeface="Barlow Light" pitchFamily="2" charset="77"/>
              </a:defRPr>
            </a:lvl1pPr>
            <a:lvl2pPr marL="768178" indent="0">
              <a:buClr>
                <a:schemeClr val="bg2"/>
              </a:buClr>
              <a:buFont typeface="Arial" panose="020B0604020202020204" pitchFamily="34" charset="0"/>
              <a:buNone/>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p:txBody>
      </p:sp>
      <p:sp>
        <p:nvSpPr>
          <p:cNvPr id="2" name="Title 1">
            <a:extLst>
              <a:ext uri="{FF2B5EF4-FFF2-40B4-BE49-F238E27FC236}">
                <a16:creationId xmlns:a16="http://schemas.microsoft.com/office/drawing/2014/main" id="{51FEA270-5E00-904C-4B7E-0ED4FA5537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A097F63D-B45C-4F2A-F3B0-187451ECF3E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AF4C876F-9156-35AC-6791-15EB4351949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20617817"/>
      </p:ext>
    </p:extLst>
  </p:cSld>
  <p:clrMapOvr>
    <a:masterClrMapping/>
  </p:clrMapOvr>
  <p:transition spd="med"/>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White framed background with rows along bottom">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141263"/>
            <a:ext cx="11818030" cy="5155460"/>
          </a:xfrm>
          <a:prstGeom prst="round2SameRect">
            <a:avLst>
              <a:gd name="adj1" fmla="val 2625"/>
              <a:gd name="adj2" fmla="val 0"/>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3" name="Rectangle 2">
            <a:extLst>
              <a:ext uri="{FF2B5EF4-FFF2-40B4-BE49-F238E27FC236}">
                <a16:creationId xmlns:a16="http://schemas.microsoft.com/office/drawing/2014/main" id="{7D5E99DE-6DC3-7D1A-1E9B-EDDF11B49FC2}"/>
              </a:ext>
            </a:extLst>
          </p:cNvPr>
          <p:cNvSpPr/>
          <p:nvPr userDrawn="1"/>
        </p:nvSpPr>
        <p:spPr bwMode="auto">
          <a:xfrm>
            <a:off x="593502" y="54940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6" name="Rectangle 5">
            <a:extLst>
              <a:ext uri="{FF2B5EF4-FFF2-40B4-BE49-F238E27FC236}">
                <a16:creationId xmlns:a16="http://schemas.microsoft.com/office/drawing/2014/main" id="{47F55429-26F0-9DBD-ACC1-552053A878E7}"/>
              </a:ext>
            </a:extLst>
          </p:cNvPr>
          <p:cNvSpPr/>
          <p:nvPr userDrawn="1"/>
        </p:nvSpPr>
        <p:spPr bwMode="auto">
          <a:xfrm>
            <a:off x="593502" y="47637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7" name="Rectangle 6">
            <a:extLst>
              <a:ext uri="{FF2B5EF4-FFF2-40B4-BE49-F238E27FC236}">
                <a16:creationId xmlns:a16="http://schemas.microsoft.com/office/drawing/2014/main" id="{4DE6C70E-169B-7ED7-A7BB-FD2908A2038D}"/>
              </a:ext>
            </a:extLst>
          </p:cNvPr>
          <p:cNvSpPr/>
          <p:nvPr userDrawn="1"/>
        </p:nvSpPr>
        <p:spPr bwMode="auto">
          <a:xfrm>
            <a:off x="593502" y="4024779"/>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10" name="Rounded Rectangle 51">
            <a:extLst>
              <a:ext uri="{FF2B5EF4-FFF2-40B4-BE49-F238E27FC236}">
                <a16:creationId xmlns:a16="http://schemas.microsoft.com/office/drawing/2014/main" id="{ED80B507-7B08-FA7F-3754-ADBC00D05C79}"/>
              </a:ext>
            </a:extLst>
          </p:cNvPr>
          <p:cNvSpPr/>
          <p:nvPr userDrawn="1"/>
        </p:nvSpPr>
        <p:spPr>
          <a:xfrm>
            <a:off x="593502" y="3653129"/>
            <a:ext cx="11322770" cy="328722"/>
          </a:xfrm>
          <a:prstGeom prst="roundRect">
            <a:avLst>
              <a:gd name="adj" fmla="val 50000"/>
            </a:avLst>
          </a:prstGeom>
          <a:gradFill flip="none" rotWithShape="1">
            <a:gsLst>
              <a:gs pos="14000">
                <a:schemeClr val="accent4"/>
              </a:gs>
              <a:gs pos="84000">
                <a:schemeClr val="accent2"/>
              </a:gs>
            </a:gsLst>
            <a:lin ang="0" scaled="0"/>
            <a:tileRect/>
          </a:gradFill>
          <a:ln w="190500" cap="flat">
            <a:noFill/>
            <a:prstDash val="solid"/>
            <a:miter/>
          </a:ln>
          <a:effectLst/>
        </p:spPr>
        <p:txBody>
          <a:bodyPr rtlCol="0" anchor="ctr"/>
          <a:lstStyle/>
          <a:p>
            <a:pPr marL="0" marR="0" lvl="0" indent="0" algn="l" defTabSz="609494" rtl="0" eaLnBrk="1" fontAlgn="auto" latinLnBrk="0" hangingPunct="1">
              <a:lnSpc>
                <a:spcPts val="1080"/>
              </a:lnSpc>
              <a:spcBef>
                <a:spcPts val="0"/>
              </a:spcBef>
              <a:spcAft>
                <a:spcPts val="0"/>
              </a:spcAft>
              <a:buClrTx/>
              <a:buSzTx/>
              <a:buFontTx/>
              <a:buNone/>
              <a:tabLst/>
              <a:defRPr/>
            </a:pPr>
            <a:endParaRPr kumimoji="0" lang="en-US" sz="1000" b="0" i="0" u="none" strike="noStrike" kern="1200" cap="none" spc="110" normalizeH="0" baseline="0" noProof="0">
              <a:ln>
                <a:noFill/>
              </a:ln>
              <a:solidFill>
                <a:srgbClr val="000000"/>
              </a:solidFill>
              <a:effectLst/>
              <a:uLnTx/>
              <a:uFillTx/>
              <a:latin typeface="Barlow Light" pitchFamily="2" charset="77"/>
              <a:ea typeface="+mn-ea"/>
              <a:cs typeface="+mn-cs"/>
            </a:endParaRPr>
          </a:p>
        </p:txBody>
      </p:sp>
      <p:cxnSp>
        <p:nvCxnSpPr>
          <p:cNvPr id="12" name="Straight Connector 11">
            <a:extLst>
              <a:ext uri="{FF2B5EF4-FFF2-40B4-BE49-F238E27FC236}">
                <a16:creationId xmlns:a16="http://schemas.microsoft.com/office/drawing/2014/main" id="{428EB054-7169-A595-D6DC-B317080C33B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D6D90A49-EDA2-F348-F35A-F398D628201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C0E3E20-7E91-A129-DB31-649CA153300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0998FC2C-DBFA-5CE3-6F44-6D8FDD4F2398}"/>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70829672"/>
      </p:ext>
    </p:extLst>
  </p:cSld>
  <p:clrMapOvr>
    <a:masterClrMapping/>
  </p:clrMapOvr>
  <p:transition spd="med"/>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3689873"/>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044408"/>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044408"/>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044408"/>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044408"/>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627377714"/>
              </p:ext>
            </p:extLst>
          </p:nvPr>
        </p:nvGraphicFramePr>
        <p:xfrm>
          <a:off x="408791" y="3794274"/>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0336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0336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1004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100457"/>
            <a:ext cx="0" cy="462579"/>
          </a:xfrm>
          <a:prstGeom prst="straightConnector1">
            <a:avLst/>
          </a:prstGeom>
          <a:noFill/>
          <a:ln w="25400" cap="flat" cmpd="sng" algn="ctr">
            <a:solidFill>
              <a:schemeClr val="accent4"/>
            </a:solidFill>
            <a:prstDash val="solid"/>
            <a:round/>
            <a:headEnd type="none" w="med" len="med"/>
            <a:tailEnd type="triangle"/>
          </a:ln>
          <a:effectLst/>
        </p:spPr>
      </p:cxnSp>
      <p:pic>
        <p:nvPicPr>
          <p:cNvPr id="7" name="Picture 6" descr="A blue and grey text on a black background&#10;&#10;AI-generated content may be incorrect.">
            <a:extLst>
              <a:ext uri="{FF2B5EF4-FFF2-40B4-BE49-F238E27FC236}">
                <a16:creationId xmlns:a16="http://schemas.microsoft.com/office/drawing/2014/main" id="{49312401-7D7E-1502-7E8F-FBF4C97029B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328318705"/>
      </p:ext>
    </p:extLst>
  </p:cSld>
  <p:clrMapOvr>
    <a:masterClrMapping/>
  </p:clrMapOvr>
  <p:transition spd="med"/>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Timeline with Setup Text abov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4475182"/>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829717"/>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829717"/>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829717"/>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829717"/>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2679630351"/>
              </p:ext>
            </p:extLst>
          </p:nvPr>
        </p:nvGraphicFramePr>
        <p:xfrm>
          <a:off x="408791" y="4579583"/>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grpSp>
        <p:nvGrpSpPr>
          <p:cNvPr id="51" name="Group 50">
            <a:extLst>
              <a:ext uri="{FF2B5EF4-FFF2-40B4-BE49-F238E27FC236}">
                <a16:creationId xmlns:a16="http://schemas.microsoft.com/office/drawing/2014/main" id="{09910CBE-5C43-5978-3267-ACA716911407}"/>
              </a:ext>
            </a:extLst>
          </p:cNvPr>
          <p:cNvGrpSpPr/>
          <p:nvPr userDrawn="1"/>
        </p:nvGrpSpPr>
        <p:grpSpPr>
          <a:xfrm>
            <a:off x="1893346" y="4066392"/>
            <a:ext cx="9655886" cy="202601"/>
            <a:chOff x="1893346" y="3506994"/>
            <a:chExt cx="9655886" cy="462579"/>
          </a:xfrm>
        </p:grpSpPr>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5069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5069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506994"/>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506994"/>
              <a:ext cx="0" cy="462579"/>
            </a:xfrm>
            <a:prstGeom prst="straightConnector1">
              <a:avLst/>
            </a:prstGeom>
            <a:noFill/>
            <a:ln w="25400" cap="flat" cmpd="sng" algn="ctr">
              <a:solidFill>
                <a:schemeClr val="accent4"/>
              </a:solidFill>
              <a:prstDash val="solid"/>
              <a:round/>
              <a:headEnd type="none" w="med" len="med"/>
              <a:tailEnd type="triangle"/>
            </a:ln>
            <a:effectLst/>
          </p:spPr>
        </p:cxnSp>
      </p:grpSp>
      <p:grpSp>
        <p:nvGrpSpPr>
          <p:cNvPr id="52" name="Group 51">
            <a:extLst>
              <a:ext uri="{FF2B5EF4-FFF2-40B4-BE49-F238E27FC236}">
                <a16:creationId xmlns:a16="http://schemas.microsoft.com/office/drawing/2014/main" id="{97106B2D-F7AC-6DAD-7593-917A8417F093}"/>
              </a:ext>
            </a:extLst>
          </p:cNvPr>
          <p:cNvGrpSpPr/>
          <p:nvPr userDrawn="1"/>
        </p:nvGrpSpPr>
        <p:grpSpPr>
          <a:xfrm>
            <a:off x="916193" y="4885766"/>
            <a:ext cx="9655886" cy="202601"/>
            <a:chOff x="916193" y="4573794"/>
            <a:chExt cx="9655886" cy="462579"/>
          </a:xfrm>
        </p:grpSpPr>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5737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573794"/>
              <a:ext cx="0" cy="462579"/>
            </a:xfrm>
            <a:prstGeom prst="straightConnector1">
              <a:avLst/>
            </a:prstGeom>
            <a:noFill/>
            <a:ln w="25400" cap="flat" cmpd="sng" algn="ctr">
              <a:solidFill>
                <a:schemeClr val="accent4"/>
              </a:solidFill>
              <a:prstDash val="solid"/>
              <a:round/>
              <a:headEnd type="none" w="med" len="med"/>
              <a:tailEnd type="triangle"/>
            </a:ln>
            <a:effectLst/>
          </p:spPr>
        </p:cxnSp>
      </p:grpSp>
      <p:sp>
        <p:nvSpPr>
          <p:cNvPr id="24" name="Text Placeholder 24">
            <a:extLst>
              <a:ext uri="{FF2B5EF4-FFF2-40B4-BE49-F238E27FC236}">
                <a16:creationId xmlns:a16="http://schemas.microsoft.com/office/drawing/2014/main" id="{90DBDADF-D595-5A73-C39E-C259903BC8DC}"/>
              </a:ext>
            </a:extLst>
          </p:cNvPr>
          <p:cNvSpPr>
            <a:spLocks noGrp="1"/>
          </p:cNvSpPr>
          <p:nvPr>
            <p:ph type="body" sz="quarter" idx="23"/>
          </p:nvPr>
        </p:nvSpPr>
        <p:spPr>
          <a:xfrm>
            <a:off x="688486" y="1459454"/>
            <a:ext cx="3259570"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6" name="Text Placeholder 24">
            <a:extLst>
              <a:ext uri="{FF2B5EF4-FFF2-40B4-BE49-F238E27FC236}">
                <a16:creationId xmlns:a16="http://schemas.microsoft.com/office/drawing/2014/main" id="{D7B52FD8-17ED-3369-4A39-D211A29C8598}"/>
              </a:ext>
            </a:extLst>
          </p:cNvPr>
          <p:cNvSpPr>
            <a:spLocks noGrp="1"/>
          </p:cNvSpPr>
          <p:nvPr>
            <p:ph type="body" sz="quarter" idx="24"/>
          </p:nvPr>
        </p:nvSpPr>
        <p:spPr>
          <a:xfrm>
            <a:off x="4238514" y="1459454"/>
            <a:ext cx="3550022"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8" name="Text Placeholder 24">
            <a:extLst>
              <a:ext uri="{FF2B5EF4-FFF2-40B4-BE49-F238E27FC236}">
                <a16:creationId xmlns:a16="http://schemas.microsoft.com/office/drawing/2014/main" id="{BEA9AB67-DC81-7DC0-0294-CC632D70C68F}"/>
              </a:ext>
            </a:extLst>
          </p:cNvPr>
          <p:cNvSpPr>
            <a:spLocks noGrp="1"/>
          </p:cNvSpPr>
          <p:nvPr>
            <p:ph type="body" sz="quarter" idx="25"/>
          </p:nvPr>
        </p:nvSpPr>
        <p:spPr>
          <a:xfrm>
            <a:off x="8068235" y="1459454"/>
            <a:ext cx="3722147"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54" name="Straight Connector 53">
            <a:extLst>
              <a:ext uri="{FF2B5EF4-FFF2-40B4-BE49-F238E27FC236}">
                <a16:creationId xmlns:a16="http://schemas.microsoft.com/office/drawing/2014/main" id="{1C44C6EC-54BD-43E3-1006-B8DCA6DAA571}"/>
              </a:ext>
            </a:extLst>
          </p:cNvPr>
          <p:cNvCxnSpPr/>
          <p:nvPr userDrawn="1"/>
        </p:nvCxnSpPr>
        <p:spPr bwMode="auto">
          <a:xfrm>
            <a:off x="4087906" y="1484554"/>
            <a:ext cx="0" cy="957431"/>
          </a:xfrm>
          <a:prstGeom prst="line">
            <a:avLst/>
          </a:prstGeom>
          <a:noFill/>
          <a:ln w="15875" cap="flat" cmpd="sng" algn="ctr">
            <a:solidFill>
              <a:schemeClr val="bg2"/>
            </a:solidFill>
            <a:prstDash val="sysDot"/>
            <a:round/>
            <a:headEnd type="none" w="med" len="med"/>
            <a:tailEnd type="none" w="med" len="med"/>
          </a:ln>
          <a:effectLst/>
        </p:spPr>
      </p:cxnSp>
      <p:cxnSp>
        <p:nvCxnSpPr>
          <p:cNvPr id="55" name="Straight Connector 54">
            <a:extLst>
              <a:ext uri="{FF2B5EF4-FFF2-40B4-BE49-F238E27FC236}">
                <a16:creationId xmlns:a16="http://schemas.microsoft.com/office/drawing/2014/main" id="{D9B47D26-C473-C935-80C4-7EB2A88E269D}"/>
              </a:ext>
            </a:extLst>
          </p:cNvPr>
          <p:cNvCxnSpPr/>
          <p:nvPr userDrawn="1"/>
        </p:nvCxnSpPr>
        <p:spPr bwMode="auto">
          <a:xfrm>
            <a:off x="7924800" y="1484554"/>
            <a:ext cx="0" cy="957431"/>
          </a:xfrm>
          <a:prstGeom prst="line">
            <a:avLst/>
          </a:prstGeom>
          <a:noFill/>
          <a:ln w="15875" cap="flat" cmpd="sng" algn="ctr">
            <a:solidFill>
              <a:schemeClr val="bg2"/>
            </a:solidFill>
            <a:prstDash val="sysDot"/>
            <a:round/>
            <a:headEnd type="none" w="med" len="med"/>
            <a:tailEnd type="none" w="med" len="med"/>
          </a:ln>
          <a:effectLst/>
        </p:spPr>
      </p:cxnSp>
      <p:pic>
        <p:nvPicPr>
          <p:cNvPr id="7" name="Picture 6" descr="A blue and grey text on a black background&#10;&#10;AI-generated content may be incorrect.">
            <a:extLst>
              <a:ext uri="{FF2B5EF4-FFF2-40B4-BE49-F238E27FC236}">
                <a16:creationId xmlns:a16="http://schemas.microsoft.com/office/drawing/2014/main" id="{AD1A9176-297E-B066-0C0D-695BEB72569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51899386"/>
      </p:ext>
    </p:extLst>
  </p:cSld>
  <p:clrMapOvr>
    <a:masterClrMapping/>
  </p:clrMapOvr>
  <p:transition spd="med"/>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Infographic 4 items">
    <p:spTree>
      <p:nvGrpSpPr>
        <p:cNvPr id="1" name=""/>
        <p:cNvGrpSpPr/>
        <p:nvPr/>
      </p:nvGrpSpPr>
      <p:grpSpPr>
        <a:xfrm>
          <a:off x="0" y="0"/>
          <a:ext cx="0" cy="0"/>
          <a:chOff x="0" y="0"/>
          <a:chExt cx="0" cy="0"/>
        </a:xfrm>
      </p:grpSpPr>
      <p:sp>
        <p:nvSpPr>
          <p:cNvPr id="3" name="Freeform 5">
            <a:extLst>
              <a:ext uri="{FF2B5EF4-FFF2-40B4-BE49-F238E27FC236}">
                <a16:creationId xmlns:a16="http://schemas.microsoft.com/office/drawing/2014/main" id="{91EF007A-D149-789F-9D78-C745A68DF558}"/>
              </a:ext>
            </a:extLst>
          </p:cNvPr>
          <p:cNvSpPr>
            <a:spLocks/>
          </p:cNvSpPr>
          <p:nvPr userDrawn="1"/>
        </p:nvSpPr>
        <p:spPr bwMode="auto">
          <a:xfrm>
            <a:off x="3327798" y="2706675"/>
            <a:ext cx="1498033" cy="693201"/>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8" name="Freeform 6">
            <a:extLst>
              <a:ext uri="{FF2B5EF4-FFF2-40B4-BE49-F238E27FC236}">
                <a16:creationId xmlns:a16="http://schemas.microsoft.com/office/drawing/2014/main" id="{50A312F1-92D8-BFF6-4E87-73A8F36CEE33}"/>
              </a:ext>
            </a:extLst>
          </p:cNvPr>
          <p:cNvSpPr>
            <a:spLocks/>
          </p:cNvSpPr>
          <p:nvPr userDrawn="1"/>
        </p:nvSpPr>
        <p:spPr bwMode="auto">
          <a:xfrm>
            <a:off x="3220796" y="3697349"/>
            <a:ext cx="1984142" cy="1438501"/>
          </a:xfrm>
          <a:custGeom>
            <a:avLst/>
            <a:gdLst>
              <a:gd name="T0" fmla="*/ 1653 w 1653"/>
              <a:gd name="T1" fmla="*/ 0 h 798"/>
              <a:gd name="T2" fmla="*/ 1135 w 1653"/>
              <a:gd name="T3" fmla="*/ 0 h 798"/>
              <a:gd name="T4" fmla="*/ 935 w 1653"/>
              <a:gd name="T5" fmla="*/ 200 h 798"/>
              <a:gd name="T6" fmla="*/ 935 w 1653"/>
              <a:gd name="T7" fmla="*/ 598 h 798"/>
              <a:gd name="T8" fmla="*/ 735 w 1653"/>
              <a:gd name="T9" fmla="*/ 798 h 798"/>
              <a:gd name="T10" fmla="*/ 0 w 1653"/>
              <a:gd name="T11" fmla="*/ 798 h 798"/>
              <a:gd name="connsiteX0" fmla="*/ 15394 w 15394"/>
              <a:gd name="connsiteY0" fmla="*/ 0 h 10000"/>
              <a:gd name="connsiteX1" fmla="*/ 12260 w 15394"/>
              <a:gd name="connsiteY1" fmla="*/ 0 h 10000"/>
              <a:gd name="connsiteX2" fmla="*/ 11050 w 15394"/>
              <a:gd name="connsiteY2" fmla="*/ 2506 h 10000"/>
              <a:gd name="connsiteX3" fmla="*/ 11050 w 15394"/>
              <a:gd name="connsiteY3" fmla="*/ 7494 h 10000"/>
              <a:gd name="connsiteX4" fmla="*/ 9840 w 15394"/>
              <a:gd name="connsiteY4" fmla="*/ 10000 h 10000"/>
              <a:gd name="connsiteX5" fmla="*/ 0 w 15394"/>
              <a:gd name="connsiteY5" fmla="*/ 9959 h 10000"/>
              <a:gd name="connsiteX0" fmla="*/ 6977 w 6977"/>
              <a:gd name="connsiteY0" fmla="*/ 0 h 10041"/>
              <a:gd name="connsiteX1" fmla="*/ 3843 w 6977"/>
              <a:gd name="connsiteY1" fmla="*/ 0 h 10041"/>
              <a:gd name="connsiteX2" fmla="*/ 2633 w 6977"/>
              <a:gd name="connsiteY2" fmla="*/ 2506 h 10041"/>
              <a:gd name="connsiteX3" fmla="*/ 2633 w 6977"/>
              <a:gd name="connsiteY3" fmla="*/ 7494 h 10041"/>
              <a:gd name="connsiteX4" fmla="*/ 1423 w 6977"/>
              <a:gd name="connsiteY4" fmla="*/ 10000 h 10041"/>
              <a:gd name="connsiteX5" fmla="*/ 0 w 6977"/>
              <a:gd name="connsiteY5" fmla="*/ 10041 h 1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7" h="10041">
                <a:moveTo>
                  <a:pt x="6977" y="0"/>
                </a:moveTo>
                <a:lnTo>
                  <a:pt x="3843" y="0"/>
                </a:lnTo>
                <a:cubicBezTo>
                  <a:pt x="3172" y="0"/>
                  <a:pt x="2633" y="1128"/>
                  <a:pt x="2633" y="2506"/>
                </a:cubicBezTo>
                <a:lnTo>
                  <a:pt x="2633" y="7494"/>
                </a:lnTo>
                <a:cubicBezTo>
                  <a:pt x="2633" y="8872"/>
                  <a:pt x="2089" y="10000"/>
                  <a:pt x="1423" y="10000"/>
                </a:cubicBezTo>
                <a:lnTo>
                  <a:pt x="0" y="10041"/>
                </a:lnTo>
              </a:path>
            </a:pathLst>
          </a:custGeom>
          <a:noFill/>
          <a:ln w="38100" cap="rnd">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9" name="Freeform 5">
            <a:extLst>
              <a:ext uri="{FF2B5EF4-FFF2-40B4-BE49-F238E27FC236}">
                <a16:creationId xmlns:a16="http://schemas.microsoft.com/office/drawing/2014/main" id="{4F0B9143-B279-7279-0FC4-5C81A4DE6232}"/>
              </a:ext>
            </a:extLst>
          </p:cNvPr>
          <p:cNvSpPr>
            <a:spLocks/>
          </p:cNvSpPr>
          <p:nvPr userDrawn="1"/>
        </p:nvSpPr>
        <p:spPr bwMode="auto">
          <a:xfrm flipH="1" flipV="1">
            <a:off x="6615223" y="3599311"/>
            <a:ext cx="2274229" cy="1127787"/>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 name="connsiteX0" fmla="*/ 0 w 10000"/>
              <a:gd name="connsiteY0" fmla="*/ 30 h 10030"/>
              <a:gd name="connsiteX1" fmla="*/ 2246 w 10000"/>
              <a:gd name="connsiteY1" fmla="*/ 0 h 10030"/>
              <a:gd name="connsiteX2" fmla="*/ 4446 w 10000"/>
              <a:gd name="connsiteY2" fmla="*/ 30 h 10030"/>
              <a:gd name="connsiteX3" fmla="*/ 5656 w 10000"/>
              <a:gd name="connsiteY3" fmla="*/ 2539 h 10030"/>
              <a:gd name="connsiteX4" fmla="*/ 5656 w 10000"/>
              <a:gd name="connsiteY4" fmla="*/ 7521 h 10030"/>
              <a:gd name="connsiteX5" fmla="*/ 6866 w 10000"/>
              <a:gd name="connsiteY5" fmla="*/ 10030 h 10030"/>
              <a:gd name="connsiteX6" fmla="*/ 10000 w 10000"/>
              <a:gd name="connsiteY6" fmla="*/ 10030 h 10030"/>
              <a:gd name="connsiteX0" fmla="*/ 0 w 7754"/>
              <a:gd name="connsiteY0" fmla="*/ 0 h 10030"/>
              <a:gd name="connsiteX1" fmla="*/ 2200 w 7754"/>
              <a:gd name="connsiteY1" fmla="*/ 30 h 10030"/>
              <a:gd name="connsiteX2" fmla="*/ 3410 w 7754"/>
              <a:gd name="connsiteY2" fmla="*/ 2539 h 10030"/>
              <a:gd name="connsiteX3" fmla="*/ 3410 w 7754"/>
              <a:gd name="connsiteY3" fmla="*/ 7521 h 10030"/>
              <a:gd name="connsiteX4" fmla="*/ 4620 w 7754"/>
              <a:gd name="connsiteY4" fmla="*/ 10030 h 10030"/>
              <a:gd name="connsiteX5" fmla="*/ 7754 w 7754"/>
              <a:gd name="connsiteY5" fmla="*/ 1003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4" h="10030">
                <a:moveTo>
                  <a:pt x="0" y="0"/>
                </a:moveTo>
                <a:lnTo>
                  <a:pt x="2200" y="30"/>
                </a:lnTo>
                <a:cubicBezTo>
                  <a:pt x="2866" y="30"/>
                  <a:pt x="3410" y="1147"/>
                  <a:pt x="3410" y="2539"/>
                </a:cubicBezTo>
                <a:lnTo>
                  <a:pt x="3410" y="7521"/>
                </a:lnTo>
                <a:cubicBezTo>
                  <a:pt x="3410" y="8901"/>
                  <a:pt x="3949" y="10030"/>
                  <a:pt x="4620" y="10030"/>
                </a:cubicBezTo>
                <a:lnTo>
                  <a:pt x="7754" y="10030"/>
                </a:lnTo>
              </a:path>
            </a:pathLst>
          </a:custGeom>
          <a:noFill/>
          <a:ln w="38100"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0" name="Freeform 5">
            <a:extLst>
              <a:ext uri="{FF2B5EF4-FFF2-40B4-BE49-F238E27FC236}">
                <a16:creationId xmlns:a16="http://schemas.microsoft.com/office/drawing/2014/main" id="{F4E01309-A805-6233-263C-0AA887785298}"/>
              </a:ext>
            </a:extLst>
          </p:cNvPr>
          <p:cNvSpPr>
            <a:spLocks/>
          </p:cNvSpPr>
          <p:nvPr userDrawn="1"/>
        </p:nvSpPr>
        <p:spPr bwMode="auto">
          <a:xfrm flipH="1">
            <a:off x="6866287" y="2242736"/>
            <a:ext cx="2217717" cy="1133989"/>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2" name="Oval 11">
            <a:extLst>
              <a:ext uri="{FF2B5EF4-FFF2-40B4-BE49-F238E27FC236}">
                <a16:creationId xmlns:a16="http://schemas.microsoft.com/office/drawing/2014/main" id="{72CDF8FB-ECE5-650A-94CD-418F7CC11D1B}"/>
              </a:ext>
            </a:extLst>
          </p:cNvPr>
          <p:cNvSpPr/>
          <p:nvPr userDrawn="1"/>
        </p:nvSpPr>
        <p:spPr>
          <a:xfrm>
            <a:off x="8429723" y="4305992"/>
            <a:ext cx="771096" cy="771096"/>
          </a:xfrm>
          <a:prstGeom prst="ellipse">
            <a:avLst/>
          </a:prstGeom>
          <a:gradFill>
            <a:gsLst>
              <a:gs pos="2000">
                <a:schemeClr val="accent4"/>
              </a:gs>
              <a:gs pos="98000">
                <a:schemeClr val="accent4">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04</a:t>
            </a:r>
          </a:p>
        </p:txBody>
      </p:sp>
      <p:sp>
        <p:nvSpPr>
          <p:cNvPr id="26" name="Oval 30">
            <a:extLst>
              <a:ext uri="{FF2B5EF4-FFF2-40B4-BE49-F238E27FC236}">
                <a16:creationId xmlns:a16="http://schemas.microsoft.com/office/drawing/2014/main" id="{66FDCFFA-B5FF-01D3-F15E-64AC04E1DB6C}"/>
              </a:ext>
            </a:extLst>
          </p:cNvPr>
          <p:cNvSpPr/>
          <p:nvPr userDrawn="1"/>
        </p:nvSpPr>
        <p:spPr>
          <a:xfrm>
            <a:off x="4611424" y="2075367"/>
            <a:ext cx="2695975" cy="2688846"/>
          </a:xfrm>
          <a:prstGeom prst="ellipse">
            <a:avLst/>
          </a:prstGeom>
          <a:gradFill flip="none" rotWithShape="1">
            <a:gsLst>
              <a:gs pos="84000">
                <a:schemeClr val="accent2"/>
              </a:gs>
              <a:gs pos="14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endParaRPr>
          </a:p>
        </p:txBody>
      </p:sp>
      <p:sp>
        <p:nvSpPr>
          <p:cNvPr id="32" name="Oval 30">
            <a:extLst>
              <a:ext uri="{FF2B5EF4-FFF2-40B4-BE49-F238E27FC236}">
                <a16:creationId xmlns:a16="http://schemas.microsoft.com/office/drawing/2014/main" id="{3386D4E4-C1B1-7014-D753-5F3A575CA590}"/>
              </a:ext>
            </a:extLst>
          </p:cNvPr>
          <p:cNvSpPr/>
          <p:nvPr userDrawn="1"/>
        </p:nvSpPr>
        <p:spPr>
          <a:xfrm>
            <a:off x="8429723" y="1923764"/>
            <a:ext cx="771096" cy="771096"/>
          </a:xfrm>
          <a:prstGeom prst="ellipse">
            <a:avLst/>
          </a:prstGeom>
          <a:gradFill>
            <a:gsLst>
              <a:gs pos="1000">
                <a:schemeClr val="accent2"/>
              </a:gs>
              <a:gs pos="99000">
                <a:schemeClr val="accent2">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02</a:t>
            </a:r>
          </a:p>
        </p:txBody>
      </p:sp>
      <p:sp>
        <p:nvSpPr>
          <p:cNvPr id="34" name="Oval 33">
            <a:extLst>
              <a:ext uri="{FF2B5EF4-FFF2-40B4-BE49-F238E27FC236}">
                <a16:creationId xmlns:a16="http://schemas.microsoft.com/office/drawing/2014/main" id="{7DEC9DE4-68DC-C928-4F64-5988FEE5CC88}"/>
              </a:ext>
            </a:extLst>
          </p:cNvPr>
          <p:cNvSpPr/>
          <p:nvPr userDrawn="1"/>
        </p:nvSpPr>
        <p:spPr>
          <a:xfrm>
            <a:off x="2865626" y="4645989"/>
            <a:ext cx="771096" cy="771096"/>
          </a:xfrm>
          <a:prstGeom prst="ellipse">
            <a:avLst/>
          </a:prstGeom>
          <a:gradFill>
            <a:gsLst>
              <a:gs pos="44000">
                <a:schemeClr val="accent1">
                  <a:lumMod val="75000"/>
                </a:schemeClr>
              </a:gs>
              <a:gs pos="8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03</a:t>
            </a:r>
          </a:p>
        </p:txBody>
      </p:sp>
      <p:sp>
        <p:nvSpPr>
          <p:cNvPr id="35" name="Oval 30">
            <a:extLst>
              <a:ext uri="{FF2B5EF4-FFF2-40B4-BE49-F238E27FC236}">
                <a16:creationId xmlns:a16="http://schemas.microsoft.com/office/drawing/2014/main" id="{903D7D4E-52E2-89FD-137B-371FB6488B79}"/>
              </a:ext>
            </a:extLst>
          </p:cNvPr>
          <p:cNvSpPr/>
          <p:nvPr userDrawn="1"/>
        </p:nvSpPr>
        <p:spPr>
          <a:xfrm>
            <a:off x="3101832" y="2310794"/>
            <a:ext cx="771096" cy="771096"/>
          </a:xfrm>
          <a:prstGeom prst="ellipse">
            <a:avLst/>
          </a:prstGeom>
          <a:gradFill flip="none" rotWithShape="1">
            <a:gsLst>
              <a:gs pos="74000">
                <a:schemeClr val="accent3"/>
              </a:gs>
              <a:gs pos="12000">
                <a:schemeClr val="accent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01</a:t>
            </a:r>
          </a:p>
        </p:txBody>
      </p:sp>
      <p:sp>
        <p:nvSpPr>
          <p:cNvPr id="37" name="Text Placeholder 3">
            <a:extLst>
              <a:ext uri="{FF2B5EF4-FFF2-40B4-BE49-F238E27FC236}">
                <a16:creationId xmlns:a16="http://schemas.microsoft.com/office/drawing/2014/main" id="{7361C870-E8E8-5906-ECFC-47DE1DAF8DA3}"/>
              </a:ext>
            </a:extLst>
          </p:cNvPr>
          <p:cNvSpPr>
            <a:spLocks noGrp="1"/>
          </p:cNvSpPr>
          <p:nvPr>
            <p:ph type="body" sz="quarter" idx="18"/>
          </p:nvPr>
        </p:nvSpPr>
        <p:spPr>
          <a:xfrm>
            <a:off x="689955"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8" name="Text Placeholder 3">
            <a:extLst>
              <a:ext uri="{FF2B5EF4-FFF2-40B4-BE49-F238E27FC236}">
                <a16:creationId xmlns:a16="http://schemas.microsoft.com/office/drawing/2014/main" id="{5F1307D3-08A5-17D7-2909-34965108405F}"/>
              </a:ext>
            </a:extLst>
          </p:cNvPr>
          <p:cNvSpPr>
            <a:spLocks noGrp="1"/>
          </p:cNvSpPr>
          <p:nvPr>
            <p:ph type="body" sz="quarter" idx="19"/>
          </p:nvPr>
        </p:nvSpPr>
        <p:spPr>
          <a:xfrm>
            <a:off x="4630820" y="2936665"/>
            <a:ext cx="2676579" cy="1155700"/>
          </a:xfrm>
          <a:prstGeom prst="rect">
            <a:avLst/>
          </a:prstGeom>
        </p:spPr>
        <p:txBody>
          <a:bodyPr/>
          <a:lstStyle>
            <a:lvl1pPr marL="0" indent="0" algn="ctr">
              <a:buNone/>
              <a:defRPr sz="2400"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9" name="Text Placeholder 3">
            <a:extLst>
              <a:ext uri="{FF2B5EF4-FFF2-40B4-BE49-F238E27FC236}">
                <a16:creationId xmlns:a16="http://schemas.microsoft.com/office/drawing/2014/main" id="{912AD695-5AC1-3B91-AFFC-158E5D2C091C}"/>
              </a:ext>
            </a:extLst>
          </p:cNvPr>
          <p:cNvSpPr>
            <a:spLocks noGrp="1"/>
          </p:cNvSpPr>
          <p:nvPr>
            <p:ph type="body" sz="quarter" idx="20"/>
          </p:nvPr>
        </p:nvSpPr>
        <p:spPr>
          <a:xfrm>
            <a:off x="689956"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1" name="Text Placeholder 3">
            <a:extLst>
              <a:ext uri="{FF2B5EF4-FFF2-40B4-BE49-F238E27FC236}">
                <a16:creationId xmlns:a16="http://schemas.microsoft.com/office/drawing/2014/main" id="{75FA4AA7-AF59-41E0-28FD-6B2BE1B7834A}"/>
              </a:ext>
            </a:extLst>
          </p:cNvPr>
          <p:cNvSpPr>
            <a:spLocks noGrp="1"/>
          </p:cNvSpPr>
          <p:nvPr>
            <p:ph type="body" sz="quarter" idx="22"/>
          </p:nvPr>
        </p:nvSpPr>
        <p:spPr>
          <a:xfrm>
            <a:off x="689955"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76BAAA0D-0035-2ECD-7C78-3DEDF4C3D67E}"/>
              </a:ext>
            </a:extLst>
          </p:cNvPr>
          <p:cNvSpPr>
            <a:spLocks noGrp="1"/>
          </p:cNvSpPr>
          <p:nvPr>
            <p:ph type="body" sz="quarter" idx="23"/>
          </p:nvPr>
        </p:nvSpPr>
        <p:spPr>
          <a:xfrm>
            <a:off x="689956"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771E4611-158F-F7E5-B5F1-2C1A47830472}"/>
              </a:ext>
            </a:extLst>
          </p:cNvPr>
          <p:cNvSpPr>
            <a:spLocks noGrp="1"/>
          </p:cNvSpPr>
          <p:nvPr>
            <p:ph type="body" sz="quarter" idx="24"/>
          </p:nvPr>
        </p:nvSpPr>
        <p:spPr>
          <a:xfrm>
            <a:off x="9301940"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6B297F86-1975-A06A-5930-82C44B0DFA11}"/>
              </a:ext>
            </a:extLst>
          </p:cNvPr>
          <p:cNvSpPr>
            <a:spLocks noGrp="1"/>
          </p:cNvSpPr>
          <p:nvPr>
            <p:ph type="body" sz="quarter" idx="25"/>
          </p:nvPr>
        </p:nvSpPr>
        <p:spPr>
          <a:xfrm>
            <a:off x="9301941"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5" name="Text Placeholder 3">
            <a:extLst>
              <a:ext uri="{FF2B5EF4-FFF2-40B4-BE49-F238E27FC236}">
                <a16:creationId xmlns:a16="http://schemas.microsoft.com/office/drawing/2014/main" id="{99C5E33C-AA54-FE4F-6596-178E95DF594B}"/>
              </a:ext>
            </a:extLst>
          </p:cNvPr>
          <p:cNvSpPr>
            <a:spLocks noGrp="1"/>
          </p:cNvSpPr>
          <p:nvPr>
            <p:ph type="body" sz="quarter" idx="26"/>
          </p:nvPr>
        </p:nvSpPr>
        <p:spPr>
          <a:xfrm>
            <a:off x="9301940"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C607AA6C-23FD-FA19-9965-1D7464FDD78A}"/>
              </a:ext>
            </a:extLst>
          </p:cNvPr>
          <p:cNvSpPr>
            <a:spLocks noGrp="1"/>
          </p:cNvSpPr>
          <p:nvPr>
            <p:ph type="body" sz="quarter" idx="27"/>
          </p:nvPr>
        </p:nvSpPr>
        <p:spPr>
          <a:xfrm>
            <a:off x="9301941"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48" name="Straight Connector 47">
            <a:extLst>
              <a:ext uri="{FF2B5EF4-FFF2-40B4-BE49-F238E27FC236}">
                <a16:creationId xmlns:a16="http://schemas.microsoft.com/office/drawing/2014/main" id="{7D760BCF-A643-B08E-3CD4-C1013B7A14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CA863C-B99E-592B-E7CC-8672960DD64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5379C83-3234-73A8-FAB2-DCB58FB951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9B93CA91-270D-D0D4-F5F2-37DBBD5F3EF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70510354"/>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AE4935A-0AC1-2CF8-EB06-5D7D1645946A}"/>
              </a:ext>
            </a:extLst>
          </p:cNvPr>
          <p:cNvCxnSpPr>
            <a:cxnSpLocks/>
          </p:cNvCxnSpPr>
          <p:nvPr/>
        </p:nvCxnSpPr>
        <p:spPr bwMode="auto">
          <a:xfrm flipV="1">
            <a:off x="6025185" y="1156030"/>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7" name="Straight Connector 6">
            <a:extLst>
              <a:ext uri="{FF2B5EF4-FFF2-40B4-BE49-F238E27FC236}">
                <a16:creationId xmlns:a16="http://schemas.microsoft.com/office/drawing/2014/main" id="{28C77441-8DB5-5FBA-282A-B65028DC75B2}"/>
              </a:ext>
            </a:extLst>
          </p:cNvPr>
          <p:cNvCxnSpPr>
            <a:cxnSpLocks/>
          </p:cNvCxnSpPr>
          <p:nvPr/>
        </p:nvCxnSpPr>
        <p:spPr bwMode="auto">
          <a:xfrm>
            <a:off x="1044205"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10" name="Straight Connector 9">
            <a:extLst>
              <a:ext uri="{FF2B5EF4-FFF2-40B4-BE49-F238E27FC236}">
                <a16:creationId xmlns:a16="http://schemas.microsoft.com/office/drawing/2014/main" id="{7E815F61-530B-822D-43E4-11FAC52612E7}"/>
              </a:ext>
            </a:extLst>
          </p:cNvPr>
          <p:cNvCxnSpPr>
            <a:cxnSpLocks/>
          </p:cNvCxnSpPr>
          <p:nvPr/>
        </p:nvCxnSpPr>
        <p:spPr bwMode="auto">
          <a:xfrm flipV="1">
            <a:off x="6025185" y="4007294"/>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14" name="Content Placeholder 15">
            <a:extLst>
              <a:ext uri="{FF2B5EF4-FFF2-40B4-BE49-F238E27FC236}">
                <a16:creationId xmlns:a16="http://schemas.microsoft.com/office/drawing/2014/main" id="{4CB479F3-AE2F-4CC5-D287-9EB885620DFF}"/>
              </a:ext>
            </a:extLst>
          </p:cNvPr>
          <p:cNvSpPr>
            <a:spLocks noGrp="1"/>
          </p:cNvSpPr>
          <p:nvPr userDrawn="1">
            <p:ph sz="quarter" idx="20"/>
          </p:nvPr>
        </p:nvSpPr>
        <p:spPr>
          <a:xfrm>
            <a:off x="1044205"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5">
            <a:extLst>
              <a:ext uri="{FF2B5EF4-FFF2-40B4-BE49-F238E27FC236}">
                <a16:creationId xmlns:a16="http://schemas.microsoft.com/office/drawing/2014/main" id="{464CAAD2-654B-6DCA-2543-EAB76BE9DD8D}"/>
              </a:ext>
            </a:extLst>
          </p:cNvPr>
          <p:cNvSpPr>
            <a:spLocks noGrp="1"/>
          </p:cNvSpPr>
          <p:nvPr userDrawn="1">
            <p:ph sz="quarter" idx="21"/>
          </p:nvPr>
        </p:nvSpPr>
        <p:spPr>
          <a:xfrm>
            <a:off x="1044205"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C1704C04-9CB2-B0BF-1810-583C049D4A90}"/>
              </a:ext>
            </a:extLst>
          </p:cNvPr>
          <p:cNvSpPr>
            <a:spLocks noGrp="1"/>
          </p:cNvSpPr>
          <p:nvPr userDrawn="1">
            <p:ph sz="quarter" idx="22"/>
          </p:nvPr>
        </p:nvSpPr>
        <p:spPr>
          <a:xfrm>
            <a:off x="6093232"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AE3AA688-094A-F84B-FF21-472B882DAB02}"/>
              </a:ext>
            </a:extLst>
          </p:cNvPr>
          <p:cNvSpPr>
            <a:spLocks noGrp="1"/>
          </p:cNvSpPr>
          <p:nvPr userDrawn="1">
            <p:ph sz="quarter" idx="23"/>
          </p:nvPr>
        </p:nvSpPr>
        <p:spPr>
          <a:xfrm>
            <a:off x="6093232"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BC28513F-A5A1-9131-B9A0-01AD39AE7A15}"/>
              </a:ext>
            </a:extLst>
          </p:cNvPr>
          <p:cNvCxnSpPr>
            <a:cxnSpLocks/>
          </p:cNvCxnSpPr>
          <p:nvPr userDrawn="1"/>
        </p:nvCxnSpPr>
        <p:spPr bwMode="auto">
          <a:xfrm>
            <a:off x="6414227"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24" name="Octagon 23">
            <a:extLst>
              <a:ext uri="{FF2B5EF4-FFF2-40B4-BE49-F238E27FC236}">
                <a16:creationId xmlns:a16="http://schemas.microsoft.com/office/drawing/2014/main" id="{54D851A6-FA83-F073-96F1-A60C4526306B}"/>
              </a:ext>
            </a:extLst>
          </p:cNvPr>
          <p:cNvSpPr/>
          <p:nvPr userDrawn="1"/>
        </p:nvSpPr>
        <p:spPr>
          <a:xfrm>
            <a:off x="5817721" y="3434897"/>
            <a:ext cx="413272" cy="413272"/>
          </a:xfrm>
          <a:prstGeom prst="octagon">
            <a:avLst/>
          </a:prstGeom>
          <a:noFill/>
          <a:ln w="19050" cap="rnd">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cxnSp>
        <p:nvCxnSpPr>
          <p:cNvPr id="26" name="Straight Connector 25">
            <a:extLst>
              <a:ext uri="{FF2B5EF4-FFF2-40B4-BE49-F238E27FC236}">
                <a16:creationId xmlns:a16="http://schemas.microsoft.com/office/drawing/2014/main" id="{A190F1A6-7BD3-1E26-69E9-BE485297F66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E1BA952-2C68-9063-FA5A-0D0945C7117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4" name="Picture 3" descr="A blue and grey text on a black background&#10;&#10;AI-generated content may be incorrect.">
            <a:extLst>
              <a:ext uri="{FF2B5EF4-FFF2-40B4-BE49-F238E27FC236}">
                <a16:creationId xmlns:a16="http://schemas.microsoft.com/office/drawing/2014/main" id="{888B8A50-01DF-0A80-06F1-E44DF5423CD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274713856"/>
      </p:ext>
    </p:extLst>
  </p:cSld>
  <p:clrMapOvr>
    <a:masterClrMapping/>
  </p:clrMapOvr>
  <p:transition spd="med"/>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Dashboard-3boxes+Takeaway">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14000">
                <a:schemeClr val="accent4"/>
              </a:gs>
              <a:gs pos="84000">
                <a:schemeClr val="accent2"/>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4922"/>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00B8E5DA-C61F-4682-81DC-8AEEDB256155}"/>
              </a:ext>
            </a:extLst>
          </p:cNvPr>
          <p:cNvSpPr>
            <a:spLocks noGrp="1"/>
          </p:cNvSpPr>
          <p:nvPr>
            <p:ph type="body" sz="quarter" idx="24"/>
          </p:nvPr>
        </p:nvSpPr>
        <p:spPr>
          <a:xfrm>
            <a:off x="4303713" y="5843588"/>
            <a:ext cx="7653337" cy="368300"/>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sp>
        <p:nvSpPr>
          <p:cNvPr id="2" name="Title 1">
            <a:extLst>
              <a:ext uri="{FF2B5EF4-FFF2-40B4-BE49-F238E27FC236}">
                <a16:creationId xmlns:a16="http://schemas.microsoft.com/office/drawing/2014/main" id="{BD81C799-FB79-F74C-F6C2-5C1E0B4D2ED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6CAE54AF-0164-4244-1607-5F54E0FF9A5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8" name="Picture 7" descr="A blue and grey text on a black background&#10;&#10;AI-generated content may be incorrect.">
            <a:extLst>
              <a:ext uri="{FF2B5EF4-FFF2-40B4-BE49-F238E27FC236}">
                <a16:creationId xmlns:a16="http://schemas.microsoft.com/office/drawing/2014/main" id="{920D111F-CB95-1B2A-3C34-D87A7726DFC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76813708"/>
      </p:ext>
    </p:extLst>
  </p:cSld>
  <p:clrMapOvr>
    <a:masterClrMapping/>
  </p:clrMapOvr>
  <p:transition spd="med"/>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Highlights-5 boxes">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8192195" y="144966"/>
            <a:ext cx="3886198" cy="6316099"/>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Round Same Side Corner Rectangle 1">
            <a:extLst>
              <a:ext uri="{FF2B5EF4-FFF2-40B4-BE49-F238E27FC236}">
                <a16:creationId xmlns:a16="http://schemas.microsoft.com/office/drawing/2014/main" id="{2CAB64C5-159F-2095-A1A9-78F4C574992B}"/>
              </a:ext>
            </a:extLst>
          </p:cNvPr>
          <p:cNvSpPr/>
          <p:nvPr userDrawn="1"/>
        </p:nvSpPr>
        <p:spPr>
          <a:xfrm flipH="1">
            <a:off x="4232960" y="890751"/>
            <a:ext cx="3886198" cy="5570313"/>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308400" y="925246"/>
            <a:ext cx="3731392"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08399" y="1359067"/>
            <a:ext cx="3731393" cy="5018085"/>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3405"/>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2559"/>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262971"/>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3958777"/>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696791"/>
            <a:ext cx="3786187" cy="2005413"/>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396989"/>
            <a:ext cx="3786187" cy="1959205"/>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6" name="Text Placeholder 2">
            <a:extLst>
              <a:ext uri="{FF2B5EF4-FFF2-40B4-BE49-F238E27FC236}">
                <a16:creationId xmlns:a16="http://schemas.microsoft.com/office/drawing/2014/main" id="{9880CD87-5D12-F85A-6FA0-C25A7876485C}"/>
              </a:ext>
            </a:extLst>
          </p:cNvPr>
          <p:cNvSpPr>
            <a:spLocks noGrp="1"/>
          </p:cNvSpPr>
          <p:nvPr>
            <p:ph type="body" sz="quarter" idx="27" hasCustomPrompt="1"/>
          </p:nvPr>
        </p:nvSpPr>
        <p:spPr>
          <a:xfrm>
            <a:off x="8242964" y="189689"/>
            <a:ext cx="374004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3" name="Title 1">
            <a:extLst>
              <a:ext uri="{FF2B5EF4-FFF2-40B4-BE49-F238E27FC236}">
                <a16:creationId xmlns:a16="http://schemas.microsoft.com/office/drawing/2014/main" id="{7F8D1696-9A2B-ACF1-0176-94271C1C6556}"/>
              </a:ext>
            </a:extLst>
          </p:cNvPr>
          <p:cNvSpPr>
            <a:spLocks noGrp="1"/>
          </p:cNvSpPr>
          <p:nvPr>
            <p:ph type="title" hasCustomPrompt="1"/>
          </p:nvPr>
        </p:nvSpPr>
        <p:spPr>
          <a:xfrm>
            <a:off x="1044205" y="351138"/>
            <a:ext cx="6995587"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6" name="Picture 5" descr="A blue and grey text on a black background&#10;&#10;AI-generated content may be incorrect.">
            <a:extLst>
              <a:ext uri="{FF2B5EF4-FFF2-40B4-BE49-F238E27FC236}">
                <a16:creationId xmlns:a16="http://schemas.microsoft.com/office/drawing/2014/main" id="{E135E731-2F39-DD98-B0C7-35B48C2DA125}"/>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74695893"/>
      </p:ext>
    </p:extLst>
  </p:cSld>
  <p:clrMapOvr>
    <a:masterClrMapping/>
  </p:clrMapOvr>
  <p:transition spd="med"/>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Dashboard 3 boxe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650F2426-66F8-976F-4B48-A49E8EFEF02A}"/>
              </a:ext>
            </a:extLst>
          </p:cNvPr>
          <p:cNvSpPr/>
          <p:nvPr userDrawn="1"/>
        </p:nvSpPr>
        <p:spPr>
          <a:xfrm flipV="1">
            <a:off x="186985" y="139700"/>
            <a:ext cx="11818030" cy="1001562"/>
          </a:xfrm>
          <a:prstGeom prst="round2SameRect">
            <a:avLst>
              <a:gd name="adj1" fmla="val 10978"/>
              <a:gd name="adj2" fmla="val 895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lvl="0"/>
            <a:endParaRPr lang="en-US" b="0" i="0">
              <a:latin typeface="Barlow Light" pitchFamily="2" charset="77"/>
            </a:endParaRPr>
          </a:p>
        </p:txBody>
      </p:sp>
      <p:sp>
        <p:nvSpPr>
          <p:cNvPr id="8" name="Freeform 7">
            <a:extLst>
              <a:ext uri="{FF2B5EF4-FFF2-40B4-BE49-F238E27FC236}">
                <a16:creationId xmlns:a16="http://schemas.microsoft.com/office/drawing/2014/main" id="{84714496-134E-7866-68E5-0C42014D990F}"/>
              </a:ext>
            </a:extLst>
          </p:cNvPr>
          <p:cNvSpPr/>
          <p:nvPr userDrawn="1"/>
        </p:nvSpPr>
        <p:spPr>
          <a:xfrm rot="5400000" flipH="1">
            <a:off x="801522" y="-263641"/>
            <a:ext cx="462551" cy="989833"/>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4" name="Text Placeholder 2">
            <a:extLst>
              <a:ext uri="{FF2B5EF4-FFF2-40B4-BE49-F238E27FC236}">
                <a16:creationId xmlns:a16="http://schemas.microsoft.com/office/drawing/2014/main" id="{D48A63FD-F58D-3236-84A4-DF2F8BA7A8E1}"/>
              </a:ext>
            </a:extLst>
          </p:cNvPr>
          <p:cNvSpPr>
            <a:spLocks noGrp="1"/>
          </p:cNvSpPr>
          <p:nvPr>
            <p:ph type="body" sz="quarter" idx="16"/>
          </p:nvPr>
        </p:nvSpPr>
        <p:spPr>
          <a:xfrm>
            <a:off x="3833894" y="426205"/>
            <a:ext cx="7913606" cy="400110"/>
          </a:xfrm>
          <a:prstGeom prst="rect">
            <a:avLst/>
          </a:prstGeom>
        </p:spPr>
        <p:txBody>
          <a:bodyPr wrap="square" anchor="ctr">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a:solidFill>
                  <a:schemeClr val="bg1"/>
                </a:solidFill>
                <a:latin typeface="+mn-lt"/>
              </a:defRPr>
            </a:lvl2pPr>
            <a:lvl3pPr marL="342900" indent="0">
              <a:buClr>
                <a:schemeClr val="bg2"/>
              </a:buClr>
              <a:buSzPct val="100000"/>
              <a:buFont typeface="Arial" panose="020B0604020202020204" pitchFamily="34" charset="0"/>
              <a:buNone/>
              <a:tabLst/>
              <a:defRPr sz="1400">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6" name="Text Placeholder 2">
            <a:extLst>
              <a:ext uri="{FF2B5EF4-FFF2-40B4-BE49-F238E27FC236}">
                <a16:creationId xmlns:a16="http://schemas.microsoft.com/office/drawing/2014/main" id="{805DE77A-998E-A544-AC94-E4C3653BB907}"/>
              </a:ext>
            </a:extLst>
          </p:cNvPr>
          <p:cNvSpPr>
            <a:spLocks noGrp="1"/>
          </p:cNvSpPr>
          <p:nvPr>
            <p:ph type="body" sz="quarter" idx="17" hasCustomPrompt="1"/>
          </p:nvPr>
        </p:nvSpPr>
        <p:spPr>
          <a:xfrm>
            <a:off x="239794" y="456983"/>
            <a:ext cx="3492501"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0">
                <a:schemeClr val="accent4"/>
              </a:gs>
              <a:gs pos="100000">
                <a:schemeClr val="accent2"/>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2827"/>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8B18D126-5EE8-F59F-E83F-01EDD4F64267}"/>
              </a:ext>
            </a:extLst>
          </p:cNvPr>
          <p:cNvSpPr>
            <a:spLocks noGrp="1"/>
          </p:cNvSpPr>
          <p:nvPr>
            <p:ph type="body" sz="quarter" idx="24"/>
          </p:nvPr>
        </p:nvSpPr>
        <p:spPr>
          <a:xfrm>
            <a:off x="4343401" y="5843588"/>
            <a:ext cx="7513638" cy="407987"/>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pic>
        <p:nvPicPr>
          <p:cNvPr id="6" name="Picture 5" descr="A blue and grey text on a black background&#10;&#10;AI-generated content may be incorrect.">
            <a:extLst>
              <a:ext uri="{FF2B5EF4-FFF2-40B4-BE49-F238E27FC236}">
                <a16:creationId xmlns:a16="http://schemas.microsoft.com/office/drawing/2014/main" id="{125CAE4C-B02F-E37D-DB91-874B580D07DC}"/>
              </a:ext>
            </a:extLst>
          </p:cNvPr>
          <p:cNvPicPr>
            <a:picLocks noChangeAspect="1"/>
          </p:cNvPicPr>
          <p:nvPr userDrawn="1"/>
        </p:nvPicPr>
        <p:blipFill>
          <a:blip r:embed="rId2"/>
          <a:srcRect l="5454" t="16383" r="73842" b="32609"/>
          <a:stretch/>
        </p:blipFill>
        <p:spPr>
          <a:xfrm>
            <a:off x="876587" y="67340"/>
            <a:ext cx="282302" cy="265844"/>
          </a:xfrm>
          <a:prstGeom prst="rect">
            <a:avLst/>
          </a:prstGeom>
        </p:spPr>
      </p:pic>
    </p:spTree>
    <p:extLst>
      <p:ext uri="{BB962C8B-B14F-4D97-AF65-F5344CB8AC3E}">
        <p14:creationId xmlns:p14="http://schemas.microsoft.com/office/powerpoint/2010/main" val="2323095522"/>
      </p:ext>
    </p:extLst>
  </p:cSld>
  <p:clrMapOvr>
    <a:masterClrMapping/>
  </p:clrMapOvr>
  <p:transition spd="med"/>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Dashboard 5 boxe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2CF3B352-BA50-0B57-9002-92315646989A}"/>
              </a:ext>
            </a:extLst>
          </p:cNvPr>
          <p:cNvSpPr/>
          <p:nvPr userDrawn="1"/>
        </p:nvSpPr>
        <p:spPr>
          <a:xfrm>
            <a:off x="7875038" y="1307167"/>
            <a:ext cx="3911285" cy="5112160"/>
          </a:xfrm>
          <a:prstGeom prst="roundRect">
            <a:avLst>
              <a:gd name="adj" fmla="val 1773"/>
            </a:avLst>
          </a:prstGeom>
          <a:gradFill>
            <a:gsLst>
              <a:gs pos="100000">
                <a:schemeClr val="bg1"/>
              </a:gs>
              <a:gs pos="0">
                <a:schemeClr val="bg1">
                  <a:lumMod val="85000"/>
                </a:schemeClr>
              </a:gs>
            </a:gsLst>
            <a:lin ang="2700000" scaled="1"/>
          </a:gradFill>
          <a:ln w="31750" cap="flat">
            <a:noFill/>
            <a:prstDash val="solid"/>
            <a:miter/>
          </a:ln>
          <a:effectLst>
            <a:outerShdw blurRad="177125" dist="38100" dir="2700000" algn="tl" rotWithShape="0">
              <a:prstClr val="black">
                <a:alpha val="23519"/>
              </a:prstClr>
            </a:outerShdw>
          </a:effectLst>
        </p:spPr>
        <p:txBody>
          <a:bodyPr rtlCol="0" anchor="ctr"/>
          <a:lstStyle/>
          <a:p>
            <a:pPr lvl="0"/>
            <a:endParaRPr lang="en-US" b="0" i="0">
              <a:latin typeface="Barlow Light" pitchFamily="2" charset="77"/>
            </a:endParaRPr>
          </a:p>
        </p:txBody>
      </p:sp>
      <p:cxnSp>
        <p:nvCxnSpPr>
          <p:cNvPr id="12" name="Straight Connector 11">
            <a:extLst>
              <a:ext uri="{FF2B5EF4-FFF2-40B4-BE49-F238E27FC236}">
                <a16:creationId xmlns:a16="http://schemas.microsoft.com/office/drawing/2014/main" id="{00D46176-7F36-3D55-54BC-BB7BDBF1B5EE}"/>
              </a:ext>
            </a:extLst>
          </p:cNvPr>
          <p:cNvCxnSpPr>
            <a:cxnSpLocks/>
          </p:cNvCxnSpPr>
          <p:nvPr userDrawn="1"/>
        </p:nvCxnSpPr>
        <p:spPr bwMode="auto">
          <a:xfrm>
            <a:off x="405677" y="6419334"/>
            <a:ext cx="7421331" cy="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3" name="Rounded Rectangle 12">
            <a:extLst>
              <a:ext uri="{FF2B5EF4-FFF2-40B4-BE49-F238E27FC236}">
                <a16:creationId xmlns:a16="http://schemas.microsoft.com/office/drawing/2014/main" id="{6F8F1BCE-7115-8124-4FCC-4E6521E58943}"/>
              </a:ext>
            </a:extLst>
          </p:cNvPr>
          <p:cNvSpPr/>
          <p:nvPr userDrawn="1"/>
        </p:nvSpPr>
        <p:spPr>
          <a:xfrm>
            <a:off x="607378" y="1307167"/>
            <a:ext cx="3337560" cy="369332"/>
          </a:xfrm>
          <a:prstGeom prst="roundRect">
            <a:avLst>
              <a:gd name="adj" fmla="val 19095"/>
            </a:avLst>
          </a:prstGeom>
          <a:gradFill flip="none" rotWithShape="1">
            <a:gsLst>
              <a:gs pos="84000">
                <a:schemeClr val="accent2"/>
              </a:gs>
              <a:gs pos="14000">
                <a:schemeClr val="accent4"/>
              </a:gs>
            </a:gsLst>
            <a:lin ang="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Rounded Rectangle 15">
            <a:extLst>
              <a:ext uri="{FF2B5EF4-FFF2-40B4-BE49-F238E27FC236}">
                <a16:creationId xmlns:a16="http://schemas.microsoft.com/office/drawing/2014/main" id="{663D9B64-D99E-9265-AD58-F7C26251688F}"/>
              </a:ext>
            </a:extLst>
          </p:cNvPr>
          <p:cNvSpPr/>
          <p:nvPr userDrawn="1"/>
        </p:nvSpPr>
        <p:spPr>
          <a:xfrm>
            <a:off x="4264977" y="1307167"/>
            <a:ext cx="3337560" cy="369332"/>
          </a:xfrm>
          <a:prstGeom prst="roundRect">
            <a:avLst>
              <a:gd name="adj" fmla="val 19095"/>
            </a:avLst>
          </a:prstGeom>
          <a:gradFill flip="none" rotWithShape="1">
            <a:gsLst>
              <a:gs pos="84000">
                <a:schemeClr val="accent2"/>
              </a:gs>
              <a:gs pos="14000">
                <a:schemeClr val="accent4"/>
              </a:gs>
            </a:gsLst>
            <a:lin ang="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8" name="Rounded Rectangle 17">
            <a:extLst>
              <a:ext uri="{FF2B5EF4-FFF2-40B4-BE49-F238E27FC236}">
                <a16:creationId xmlns:a16="http://schemas.microsoft.com/office/drawing/2014/main" id="{102F8DAE-2AEC-4F5B-EED6-DFD88B37A677}"/>
              </a:ext>
            </a:extLst>
          </p:cNvPr>
          <p:cNvSpPr/>
          <p:nvPr userDrawn="1"/>
        </p:nvSpPr>
        <p:spPr>
          <a:xfrm flipH="1">
            <a:off x="435147"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19" name="Rounded Rectangle 18">
            <a:extLst>
              <a:ext uri="{FF2B5EF4-FFF2-40B4-BE49-F238E27FC236}">
                <a16:creationId xmlns:a16="http://schemas.microsoft.com/office/drawing/2014/main" id="{04231578-A33B-5227-CDB5-9B4F64CD3A3C}"/>
              </a:ext>
            </a:extLst>
          </p:cNvPr>
          <p:cNvSpPr/>
          <p:nvPr userDrawn="1"/>
        </p:nvSpPr>
        <p:spPr>
          <a:xfrm>
            <a:off x="4181416"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1" name="Rounded Rectangle 20">
            <a:extLst>
              <a:ext uri="{FF2B5EF4-FFF2-40B4-BE49-F238E27FC236}">
                <a16:creationId xmlns:a16="http://schemas.microsoft.com/office/drawing/2014/main" id="{C701D814-2263-D781-37E3-58C17CC9920D}"/>
              </a:ext>
            </a:extLst>
          </p:cNvPr>
          <p:cNvSpPr/>
          <p:nvPr userDrawn="1"/>
        </p:nvSpPr>
        <p:spPr>
          <a:xfrm>
            <a:off x="436041" y="4169108"/>
            <a:ext cx="238553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2" name="Rounded Rectangle 21">
            <a:extLst>
              <a:ext uri="{FF2B5EF4-FFF2-40B4-BE49-F238E27FC236}">
                <a16:creationId xmlns:a16="http://schemas.microsoft.com/office/drawing/2014/main" id="{2A2F2EB1-39D3-E286-3FB6-BB416B06BB4E}"/>
              </a:ext>
            </a:extLst>
          </p:cNvPr>
          <p:cNvSpPr/>
          <p:nvPr userDrawn="1"/>
        </p:nvSpPr>
        <p:spPr>
          <a:xfrm>
            <a:off x="2928730" y="4169108"/>
            <a:ext cx="488246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502276" y="4261588"/>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7" name="Text Placeholder 2">
            <a:extLst>
              <a:ext uri="{FF2B5EF4-FFF2-40B4-BE49-F238E27FC236}">
                <a16:creationId xmlns:a16="http://schemas.microsoft.com/office/drawing/2014/main" id="{436F9891-38D9-64C2-79FD-33DC73468F4B}"/>
              </a:ext>
            </a:extLst>
          </p:cNvPr>
          <p:cNvSpPr>
            <a:spLocks noGrp="1"/>
          </p:cNvSpPr>
          <p:nvPr>
            <p:ph type="body" sz="quarter" idx="17" hasCustomPrompt="1"/>
          </p:nvPr>
        </p:nvSpPr>
        <p:spPr>
          <a:xfrm>
            <a:off x="47651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8" name="Text Placeholder 2">
            <a:extLst>
              <a:ext uri="{FF2B5EF4-FFF2-40B4-BE49-F238E27FC236}">
                <a16:creationId xmlns:a16="http://schemas.microsoft.com/office/drawing/2014/main" id="{36D932A8-E6C6-2BF2-5CC0-FDAF4ED53789}"/>
              </a:ext>
            </a:extLst>
          </p:cNvPr>
          <p:cNvSpPr>
            <a:spLocks noGrp="1"/>
          </p:cNvSpPr>
          <p:nvPr>
            <p:ph type="body" sz="quarter" idx="18" hasCustomPrompt="1"/>
          </p:nvPr>
        </p:nvSpPr>
        <p:spPr>
          <a:xfrm>
            <a:off x="421675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9" name="Text Placeholder 2">
            <a:extLst>
              <a:ext uri="{FF2B5EF4-FFF2-40B4-BE49-F238E27FC236}">
                <a16:creationId xmlns:a16="http://schemas.microsoft.com/office/drawing/2014/main" id="{3DDC0CE8-7DCE-FDED-F796-5755D91E3D79}"/>
              </a:ext>
            </a:extLst>
          </p:cNvPr>
          <p:cNvSpPr>
            <a:spLocks noGrp="1"/>
          </p:cNvSpPr>
          <p:nvPr>
            <p:ph type="body" sz="quarter" idx="19" hasCustomPrompt="1"/>
          </p:nvPr>
        </p:nvSpPr>
        <p:spPr>
          <a:xfrm>
            <a:off x="541929" y="979868"/>
            <a:ext cx="7211154" cy="308020"/>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0" name="Text Placeholder 2">
            <a:extLst>
              <a:ext uri="{FF2B5EF4-FFF2-40B4-BE49-F238E27FC236}">
                <a16:creationId xmlns:a16="http://schemas.microsoft.com/office/drawing/2014/main" id="{FDA87CB4-D56E-601B-9EBD-D641CB21BD8D}"/>
              </a:ext>
            </a:extLst>
          </p:cNvPr>
          <p:cNvSpPr>
            <a:spLocks noGrp="1"/>
          </p:cNvSpPr>
          <p:nvPr>
            <p:ph type="body" sz="quarter" idx="20" hasCustomPrompt="1"/>
          </p:nvPr>
        </p:nvSpPr>
        <p:spPr>
          <a:xfrm>
            <a:off x="7920506" y="979868"/>
            <a:ext cx="3862647"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1" name="Text Placeholder 2">
            <a:extLst>
              <a:ext uri="{FF2B5EF4-FFF2-40B4-BE49-F238E27FC236}">
                <a16:creationId xmlns:a16="http://schemas.microsoft.com/office/drawing/2014/main" id="{3AD700A8-6822-1B55-18B8-D96051AA137A}"/>
              </a:ext>
            </a:extLst>
          </p:cNvPr>
          <p:cNvSpPr>
            <a:spLocks noGrp="1"/>
          </p:cNvSpPr>
          <p:nvPr>
            <p:ph type="body" sz="quarter" idx="21" hasCustomPrompt="1"/>
          </p:nvPr>
        </p:nvSpPr>
        <p:spPr>
          <a:xfrm>
            <a:off x="438897"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2" name="Text Placeholder 2">
            <a:extLst>
              <a:ext uri="{FF2B5EF4-FFF2-40B4-BE49-F238E27FC236}">
                <a16:creationId xmlns:a16="http://schemas.microsoft.com/office/drawing/2014/main" id="{8FD6CEF7-348F-E30B-D61F-97A9E893D08E}"/>
              </a:ext>
            </a:extLst>
          </p:cNvPr>
          <p:cNvSpPr>
            <a:spLocks noGrp="1"/>
          </p:cNvSpPr>
          <p:nvPr>
            <p:ph type="body" sz="quarter" idx="22" hasCustomPrompt="1"/>
          </p:nvPr>
        </p:nvSpPr>
        <p:spPr>
          <a:xfrm>
            <a:off x="2924520"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4" name="Text Placeholder 2">
            <a:extLst>
              <a:ext uri="{FF2B5EF4-FFF2-40B4-BE49-F238E27FC236}">
                <a16:creationId xmlns:a16="http://schemas.microsoft.com/office/drawing/2014/main" id="{11A35F09-3890-A9DB-557F-26386C78DF3E}"/>
              </a:ext>
            </a:extLst>
          </p:cNvPr>
          <p:cNvSpPr>
            <a:spLocks noGrp="1"/>
          </p:cNvSpPr>
          <p:nvPr>
            <p:ph type="body" sz="quarter" idx="24"/>
          </p:nvPr>
        </p:nvSpPr>
        <p:spPr>
          <a:xfrm>
            <a:off x="2970727" y="4261588"/>
            <a:ext cx="4707080"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Content Placeholder 36">
            <a:extLst>
              <a:ext uri="{FF2B5EF4-FFF2-40B4-BE49-F238E27FC236}">
                <a16:creationId xmlns:a16="http://schemas.microsoft.com/office/drawing/2014/main" id="{1872CEED-1F44-72A4-2AFB-BDDF5A9DF95A}"/>
              </a:ext>
            </a:extLst>
          </p:cNvPr>
          <p:cNvSpPr>
            <a:spLocks noGrp="1"/>
          </p:cNvSpPr>
          <p:nvPr>
            <p:ph sz="quarter" idx="26"/>
          </p:nvPr>
        </p:nvSpPr>
        <p:spPr>
          <a:xfrm>
            <a:off x="604838"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38" name="Content Placeholder 36">
            <a:extLst>
              <a:ext uri="{FF2B5EF4-FFF2-40B4-BE49-F238E27FC236}">
                <a16:creationId xmlns:a16="http://schemas.microsoft.com/office/drawing/2014/main" id="{ED843EA1-6AA3-6D5E-1252-1A97A62A83F0}"/>
              </a:ext>
            </a:extLst>
          </p:cNvPr>
          <p:cNvSpPr>
            <a:spLocks noGrp="1"/>
          </p:cNvSpPr>
          <p:nvPr>
            <p:ph sz="quarter" idx="27"/>
          </p:nvPr>
        </p:nvSpPr>
        <p:spPr>
          <a:xfrm>
            <a:off x="4267200"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2" name="Title 1">
            <a:extLst>
              <a:ext uri="{FF2B5EF4-FFF2-40B4-BE49-F238E27FC236}">
                <a16:creationId xmlns:a16="http://schemas.microsoft.com/office/drawing/2014/main" id="{E35DFCA2-6F84-800B-AEA2-BE0FF62AA89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5" name="Picture 4" descr="A blue and grey text on a black background&#10;&#10;AI-generated content may be incorrect.">
            <a:extLst>
              <a:ext uri="{FF2B5EF4-FFF2-40B4-BE49-F238E27FC236}">
                <a16:creationId xmlns:a16="http://schemas.microsoft.com/office/drawing/2014/main" id="{3FD2A99F-87B3-FF0F-01BE-8142CBF2B54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980634258"/>
      </p:ext>
    </p:extLst>
  </p:cSld>
  <p:clrMapOvr>
    <a:masterClrMapping/>
  </p:clrMapOvr>
  <p:transition spd="med"/>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hank you -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4000">
                <a:schemeClr val="accent2"/>
              </a:gs>
              <a:gs pos="84000">
                <a:schemeClr val="accent4"/>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1FB847-3782-87E6-5A32-AC3E717BB7D9}"/>
              </a:ext>
            </a:extLst>
          </p:cNvPr>
          <p:cNvSpPr/>
          <p:nvPr userDrawn="1"/>
        </p:nvSpPr>
        <p:spPr>
          <a:xfrm rot="5400000" flipH="1">
            <a:off x="4827382" y="-1487618"/>
            <a:ext cx="2537237" cy="5429545"/>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3493633"/>
            <a:ext cx="11468100" cy="646331"/>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4000" b="0" i="0"/>
              <a:t>Thank you</a:t>
            </a:r>
          </a:p>
        </p:txBody>
      </p:sp>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2123" y="6328738"/>
            <a:ext cx="201251" cy="199351"/>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57624" y="6328738"/>
            <a:ext cx="201251" cy="201249"/>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233125" y="6327788"/>
            <a:ext cx="201251" cy="201249"/>
          </a:xfrm>
          <a:prstGeom prst="rect">
            <a:avLst/>
          </a:prstGeom>
        </p:spPr>
      </p:pic>
      <p:pic>
        <p:nvPicPr>
          <p:cNvPr id="17" name="Graphic 16">
            <a:hlinkClick r:id="rId10"/>
            <a:extLst>
              <a:ext uri="{FF2B5EF4-FFF2-40B4-BE49-F238E27FC236}">
                <a16:creationId xmlns:a16="http://schemas.microsoft.com/office/drawing/2014/main" id="{CFE2FD11-092D-FA74-699F-06CE06D1E7E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708626" y="6327788"/>
            <a:ext cx="201251" cy="201249"/>
          </a:xfrm>
          <a:prstGeom prst="rect">
            <a:avLst/>
          </a:prstGeom>
        </p:spPr>
      </p:pic>
      <p:sp>
        <p:nvSpPr>
          <p:cNvPr id="24" name="TextBox 23">
            <a:extLst>
              <a:ext uri="{FF2B5EF4-FFF2-40B4-BE49-F238E27FC236}">
                <a16:creationId xmlns:a16="http://schemas.microsoft.com/office/drawing/2014/main" id="{B39C05EF-4CDF-5BE4-2B3B-0FAAF598A2A5}"/>
              </a:ext>
            </a:extLst>
          </p:cNvPr>
          <p:cNvSpPr txBox="1"/>
          <p:nvPr userDrawn="1"/>
        </p:nvSpPr>
        <p:spPr>
          <a:xfrm>
            <a:off x="4405822" y="5904807"/>
            <a:ext cx="3380356" cy="307777"/>
          </a:xfrm>
          <a:prstGeom prst="rect">
            <a:avLst/>
          </a:prstGeom>
        </p:spPr>
        <p:txBody>
          <a:bodyPr wrap="square" rtlCol="0" anchor="t">
            <a:spAutoFit/>
          </a:bodyPr>
          <a:lstStyle/>
          <a:p>
            <a:pPr algn="ctr" defTabSz="914400">
              <a:buClr>
                <a:schemeClr val="bg2"/>
              </a:buClr>
              <a:tabLst/>
            </a:pPr>
            <a:r>
              <a:rPr lang="en-US" sz="1400" b="0" i="0" kern="0">
                <a:solidFill>
                  <a:schemeClr val="bg1"/>
                </a:solidFill>
                <a:latin typeface="Barlow Light" pitchFamily="2" charset="77"/>
                <a:hlinkClick r:id="rId13">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pic>
        <p:nvPicPr>
          <p:cNvPr id="4" name="Picture 3" descr="A blue and grey text on a black background&#10;&#10;AI-generated content may be incorrect.">
            <a:extLst>
              <a:ext uri="{FF2B5EF4-FFF2-40B4-BE49-F238E27FC236}">
                <a16:creationId xmlns:a16="http://schemas.microsoft.com/office/drawing/2014/main" id="{FCBDC590-5CFA-A282-7940-0A0594A022E9}"/>
              </a:ext>
            </a:extLst>
          </p:cNvPr>
          <p:cNvPicPr>
            <a:picLocks noChangeAspect="1"/>
          </p:cNvPicPr>
          <p:nvPr userDrawn="1"/>
        </p:nvPicPr>
        <p:blipFill>
          <a:blip r:embed="rId14"/>
          <a:srcRect l="5453" t="-3794" r="2663" b="-2921"/>
          <a:stretch/>
        </p:blipFill>
        <p:spPr>
          <a:xfrm>
            <a:off x="5070122" y="775598"/>
            <a:ext cx="2051756" cy="910832"/>
          </a:xfrm>
          <a:prstGeom prst="rect">
            <a:avLst/>
          </a:prstGeom>
        </p:spPr>
      </p:pic>
    </p:spTree>
    <p:extLst>
      <p:ext uri="{BB962C8B-B14F-4D97-AF65-F5344CB8AC3E}">
        <p14:creationId xmlns:p14="http://schemas.microsoft.com/office/powerpoint/2010/main" val="2659064421"/>
      </p:ext>
    </p:extLst>
  </p:cSld>
  <p:clrMapOvr>
    <a:masterClrMapping/>
  </p:clrMapOvr>
  <p:transition spd="med"/>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hank you - Email,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4000">
                <a:schemeClr val="accent2"/>
              </a:gs>
              <a:gs pos="84000">
                <a:schemeClr val="accent4"/>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Freeform 6">
            <a:extLst>
              <a:ext uri="{FF2B5EF4-FFF2-40B4-BE49-F238E27FC236}">
                <a16:creationId xmlns:a16="http://schemas.microsoft.com/office/drawing/2014/main" id="{A0A2BD92-F6C0-B941-9072-D571DC874F9A}"/>
              </a:ext>
            </a:extLst>
          </p:cNvPr>
          <p:cNvSpPr/>
          <p:nvPr userDrawn="1"/>
        </p:nvSpPr>
        <p:spPr>
          <a:xfrm rot="5400000" flipH="1">
            <a:off x="5354506" y="-886725"/>
            <a:ext cx="1482988" cy="3173511"/>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4" name="Picture 3" descr="A blue and grey text on a black background&#10;&#10;AI-generated content may be incorrect.">
            <a:extLst>
              <a:ext uri="{FF2B5EF4-FFF2-40B4-BE49-F238E27FC236}">
                <a16:creationId xmlns:a16="http://schemas.microsoft.com/office/drawing/2014/main" id="{B206A44C-C9A5-FED2-BAB0-62C44D54D956}"/>
              </a:ext>
            </a:extLst>
          </p:cNvPr>
          <p:cNvPicPr>
            <a:picLocks noChangeAspect="1"/>
          </p:cNvPicPr>
          <p:nvPr userDrawn="1"/>
        </p:nvPicPr>
        <p:blipFill>
          <a:blip r:embed="rId2"/>
          <a:srcRect l="5454" t="16383" r="73842" b="32609"/>
          <a:stretch/>
        </p:blipFill>
        <p:spPr>
          <a:xfrm>
            <a:off x="5796080" y="632614"/>
            <a:ext cx="631533" cy="594714"/>
          </a:xfrm>
          <a:prstGeom prst="rect">
            <a:avLst/>
          </a:prstGeom>
        </p:spPr>
      </p:pic>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443488" y="5885915"/>
            <a:ext cx="3606800" cy="286232"/>
          </a:xfrm>
          <a:prstGeom prst="rect">
            <a:avLst/>
          </a:prstGeom>
        </p:spPr>
        <p:txBody>
          <a:bodyPr wrap="square" anchor="t">
            <a:spAutoFit/>
          </a:bodyPr>
          <a:lstStyle>
            <a:lvl1pPr marL="0" indent="0">
              <a:lnSpc>
                <a:spcPct val="90000"/>
              </a:lnSpc>
              <a:spcAft>
                <a:spcPts val="0"/>
              </a:spcAft>
              <a:buNone/>
              <a:defRPr sz="14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Enter your email @</a:t>
            </a:r>
            <a:r>
              <a:rPr lang="en-US" err="1"/>
              <a:t>rockwellautomation.com</a:t>
            </a:r>
            <a:endParaRPr lang="en-US"/>
          </a:p>
        </p:txBody>
      </p:sp>
      <p:cxnSp>
        <p:nvCxnSpPr>
          <p:cNvPr id="5" name="Straight Connector 4">
            <a:extLst>
              <a:ext uri="{FF2B5EF4-FFF2-40B4-BE49-F238E27FC236}">
                <a16:creationId xmlns:a16="http://schemas.microsoft.com/office/drawing/2014/main" id="{1024A1FD-51CE-57BF-F968-4D972ED70FD5}"/>
              </a:ext>
            </a:extLst>
          </p:cNvPr>
          <p:cNvCxnSpPr>
            <a:cxnSpLocks/>
          </p:cNvCxnSpPr>
          <p:nvPr userDrawn="1"/>
        </p:nvCxnSpPr>
        <p:spPr bwMode="auto">
          <a:xfrm>
            <a:off x="2067944" y="5713840"/>
            <a:ext cx="2755900" cy="0"/>
          </a:xfrm>
          <a:prstGeom prst="line">
            <a:avLst/>
          </a:prstGeom>
          <a:noFill/>
          <a:ln w="19050" cap="flat" cmpd="sng" algn="ctr">
            <a:solidFill>
              <a:schemeClr val="bg1"/>
            </a:solidFill>
            <a:prstDash val="solid"/>
            <a:round/>
            <a:headEnd type="none" w="med" len="med"/>
            <a:tailEnd type="none" w="med" len="med"/>
          </a:ln>
          <a:effectLst/>
        </p:spPr>
      </p:cxnSp>
      <p:grpSp>
        <p:nvGrpSpPr>
          <p:cNvPr id="31" name="Group 30">
            <a:extLst>
              <a:ext uri="{FF2B5EF4-FFF2-40B4-BE49-F238E27FC236}">
                <a16:creationId xmlns:a16="http://schemas.microsoft.com/office/drawing/2014/main" id="{433280F2-DBF6-9243-5F12-6FFA6E313F67}"/>
              </a:ext>
            </a:extLst>
          </p:cNvPr>
          <p:cNvGrpSpPr/>
          <p:nvPr userDrawn="1"/>
        </p:nvGrpSpPr>
        <p:grpSpPr>
          <a:xfrm>
            <a:off x="8519546" y="5985530"/>
            <a:ext cx="1627754" cy="202199"/>
            <a:chOff x="8697346" y="4398030"/>
            <a:chExt cx="1899060" cy="235901"/>
          </a:xfrm>
        </p:grpSpPr>
        <p:pic>
          <p:nvPicPr>
            <p:cNvPr id="14" name="Graphic 13">
              <a:hlinkClick r:id="rId3"/>
              <a:extLst>
                <a:ext uri="{FF2B5EF4-FFF2-40B4-BE49-F238E27FC236}">
                  <a16:creationId xmlns:a16="http://schemas.microsoft.com/office/drawing/2014/main" id="{18CB9590-6772-E2B7-F245-37597E51E79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697346" y="4399138"/>
              <a:ext cx="234794" cy="232578"/>
            </a:xfrm>
            <a:prstGeom prst="rect">
              <a:avLst/>
            </a:prstGeom>
          </p:spPr>
        </p:pic>
        <p:pic>
          <p:nvPicPr>
            <p:cNvPr id="15" name="Graphic 14">
              <a:hlinkClick r:id="rId6"/>
              <a:extLst>
                <a:ext uri="{FF2B5EF4-FFF2-40B4-BE49-F238E27FC236}">
                  <a16:creationId xmlns:a16="http://schemas.microsoft.com/office/drawing/2014/main" id="{4B4B53A1-5EF0-A62B-5710-3AE9D81E7E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252101" y="4399138"/>
              <a:ext cx="234794" cy="234793"/>
            </a:xfrm>
            <a:prstGeom prst="rect">
              <a:avLst/>
            </a:prstGeom>
          </p:spPr>
        </p:pic>
        <p:pic>
          <p:nvPicPr>
            <p:cNvPr id="16" name="Graphic 15">
              <a:hlinkClick r:id="rId6"/>
              <a:extLst>
                <a:ext uri="{FF2B5EF4-FFF2-40B4-BE49-F238E27FC236}">
                  <a16:creationId xmlns:a16="http://schemas.microsoft.com/office/drawing/2014/main" id="{9611B9B1-8321-9E56-6F44-6564745FB5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806856" y="4398030"/>
              <a:ext cx="234794" cy="234793"/>
            </a:xfrm>
            <a:prstGeom prst="rect">
              <a:avLst/>
            </a:prstGeom>
          </p:spPr>
        </p:pic>
        <p:pic>
          <p:nvPicPr>
            <p:cNvPr id="17" name="Graphic 16">
              <a:hlinkClick r:id="rId11"/>
              <a:extLst>
                <a:ext uri="{FF2B5EF4-FFF2-40B4-BE49-F238E27FC236}">
                  <a16:creationId xmlns:a16="http://schemas.microsoft.com/office/drawing/2014/main" id="{CFE2FD11-092D-FA74-699F-06CE06D1E7E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0361612" y="4398030"/>
              <a:ext cx="234794" cy="234793"/>
            </a:xfrm>
            <a:prstGeom prst="rect">
              <a:avLst/>
            </a:prstGeom>
          </p:spPr>
        </p:pic>
      </p:gr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4014914"/>
            <a:ext cx="11468100" cy="1421928"/>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9600" b="0" i="0"/>
              <a:t>Thank you</a:t>
            </a:r>
          </a:p>
        </p:txBody>
      </p:sp>
      <p:sp>
        <p:nvSpPr>
          <p:cNvPr id="20" name="TextBox 19">
            <a:extLst>
              <a:ext uri="{FF2B5EF4-FFF2-40B4-BE49-F238E27FC236}">
                <a16:creationId xmlns:a16="http://schemas.microsoft.com/office/drawing/2014/main" id="{032FEF84-C675-A6FD-811C-4BA4859DB4DE}"/>
              </a:ext>
            </a:extLst>
          </p:cNvPr>
          <p:cNvSpPr txBox="1"/>
          <p:nvPr userDrawn="1"/>
        </p:nvSpPr>
        <p:spPr>
          <a:xfrm>
            <a:off x="14434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EMAIL</a:t>
            </a:r>
          </a:p>
        </p:txBody>
      </p:sp>
      <p:sp>
        <p:nvSpPr>
          <p:cNvPr id="21" name="TextBox 20">
            <a:extLst>
              <a:ext uri="{FF2B5EF4-FFF2-40B4-BE49-F238E27FC236}">
                <a16:creationId xmlns:a16="http://schemas.microsoft.com/office/drawing/2014/main" id="{87C534E7-7C8E-CBC4-2654-37A5C918DC2E}"/>
              </a:ext>
            </a:extLst>
          </p:cNvPr>
          <p:cNvSpPr txBox="1"/>
          <p:nvPr userDrawn="1"/>
        </p:nvSpPr>
        <p:spPr>
          <a:xfrm>
            <a:off x="50502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WEBSITE</a:t>
            </a:r>
          </a:p>
        </p:txBody>
      </p:sp>
      <p:sp>
        <p:nvSpPr>
          <p:cNvPr id="22" name="TextBox 21">
            <a:extLst>
              <a:ext uri="{FF2B5EF4-FFF2-40B4-BE49-F238E27FC236}">
                <a16:creationId xmlns:a16="http://schemas.microsoft.com/office/drawing/2014/main" id="{021438E8-826D-1933-6C4F-4D060504D56F}"/>
              </a:ext>
            </a:extLst>
          </p:cNvPr>
          <p:cNvSpPr txBox="1"/>
          <p:nvPr userDrawn="1"/>
        </p:nvSpPr>
        <p:spPr>
          <a:xfrm>
            <a:off x="8430644"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SOCIAL MEDIA</a:t>
            </a:r>
          </a:p>
        </p:txBody>
      </p:sp>
      <p:sp>
        <p:nvSpPr>
          <p:cNvPr id="24" name="TextBox 23">
            <a:extLst>
              <a:ext uri="{FF2B5EF4-FFF2-40B4-BE49-F238E27FC236}">
                <a16:creationId xmlns:a16="http://schemas.microsoft.com/office/drawing/2014/main" id="{B39C05EF-4CDF-5BE4-2B3B-0FAAF598A2A5}"/>
              </a:ext>
            </a:extLst>
          </p:cNvPr>
          <p:cNvSpPr txBox="1"/>
          <p:nvPr userDrawn="1"/>
        </p:nvSpPr>
        <p:spPr>
          <a:xfrm>
            <a:off x="5050288" y="586744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4">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cxnSp>
        <p:nvCxnSpPr>
          <p:cNvPr id="27" name="Straight Connector 26">
            <a:extLst>
              <a:ext uri="{FF2B5EF4-FFF2-40B4-BE49-F238E27FC236}">
                <a16:creationId xmlns:a16="http://schemas.microsoft.com/office/drawing/2014/main" id="{01CDE4B7-4755-9190-6346-D8C55BAD2417}"/>
              </a:ext>
            </a:extLst>
          </p:cNvPr>
          <p:cNvCxnSpPr>
            <a:cxnSpLocks/>
          </p:cNvCxnSpPr>
          <p:nvPr userDrawn="1"/>
        </p:nvCxnSpPr>
        <p:spPr bwMode="auto">
          <a:xfrm>
            <a:off x="5890644" y="5713840"/>
            <a:ext cx="2260600" cy="0"/>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832FC6DC-2747-1F8F-3F97-0D1140B8DF52}"/>
              </a:ext>
            </a:extLst>
          </p:cNvPr>
          <p:cNvCxnSpPr>
            <a:cxnSpLocks/>
          </p:cNvCxnSpPr>
          <p:nvPr userDrawn="1"/>
        </p:nvCxnSpPr>
        <p:spPr bwMode="auto">
          <a:xfrm>
            <a:off x="9550400" y="5713840"/>
            <a:ext cx="876300" cy="0"/>
          </a:xfrm>
          <a:prstGeom prst="line">
            <a:avLst/>
          </a:prstGeom>
          <a:noFill/>
          <a:ln w="19050" cap="flat" cmpd="sng" algn="ctr">
            <a:solidFill>
              <a:schemeClr val="bg1"/>
            </a:solidFill>
            <a:prstDash val="solid"/>
            <a:round/>
            <a:headEnd type="none" w="med" len="med"/>
            <a:tailEnd type="none" w="med" len="med"/>
          </a:ln>
          <a:effectLst/>
        </p:spPr>
      </p:cxnSp>
    </p:spTree>
    <p:extLst>
      <p:ext uri="{BB962C8B-B14F-4D97-AF65-F5344CB8AC3E}">
        <p14:creationId xmlns:p14="http://schemas.microsoft.com/office/powerpoint/2010/main" val="2764227063"/>
      </p:ext>
    </p:extLst>
  </p:cSld>
  <p:clrMapOvr>
    <a:masterClrMapping/>
  </p:clrMapOvr>
  <p:transition spd="med"/>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hank you - website, social opt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flip="none" rotWithShape="1">
            <a:gsLst>
              <a:gs pos="14000">
                <a:schemeClr val="accent4"/>
              </a:gs>
              <a:gs pos="84000">
                <a:schemeClr val="accent2"/>
              </a:gs>
            </a:gsLst>
            <a:lin ang="13500000" scaled="1"/>
            <a:tileRect/>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A9C51BF9-7AAE-721D-8857-A71D6E3ADE82}"/>
              </a:ext>
            </a:extLst>
          </p:cNvPr>
          <p:cNvSpPr/>
          <p:nvPr userDrawn="1"/>
        </p:nvSpPr>
        <p:spPr>
          <a:xfrm>
            <a:off x="0" y="1079780"/>
            <a:ext cx="1333500" cy="2858172"/>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1663700" y="1923635"/>
            <a:ext cx="11468100" cy="1200329"/>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l"/>
            <a:r>
              <a:rPr lang="en-US" sz="8000" b="0" i="0"/>
              <a:t>Thank you</a:t>
            </a:r>
          </a:p>
        </p:txBody>
      </p:sp>
      <p:grpSp>
        <p:nvGrpSpPr>
          <p:cNvPr id="31" name="Group 30">
            <a:extLst>
              <a:ext uri="{FF2B5EF4-FFF2-40B4-BE49-F238E27FC236}">
                <a16:creationId xmlns:a16="http://schemas.microsoft.com/office/drawing/2014/main" id="{433280F2-DBF6-9243-5F12-6FFA6E313F67}"/>
              </a:ext>
            </a:extLst>
          </p:cNvPr>
          <p:cNvGrpSpPr/>
          <p:nvPr userDrawn="1"/>
        </p:nvGrpSpPr>
        <p:grpSpPr>
          <a:xfrm>
            <a:off x="1981200" y="3698092"/>
            <a:ext cx="1627754" cy="202199"/>
            <a:chOff x="8697346" y="4398030"/>
            <a:chExt cx="1899060" cy="235901"/>
          </a:xfrm>
          <a:solidFill>
            <a:schemeClr val="bg1"/>
          </a:solidFill>
        </p:grpSpPr>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697346" y="4399138"/>
              <a:ext cx="234794" cy="232578"/>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252101" y="4399138"/>
              <a:ext cx="234794" cy="234793"/>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806856" y="4398030"/>
              <a:ext cx="234794" cy="234793"/>
            </a:xfrm>
            <a:prstGeom prst="rect">
              <a:avLst/>
            </a:prstGeom>
          </p:spPr>
        </p:pic>
        <p:pic>
          <p:nvPicPr>
            <p:cNvPr id="17" name="Graphic 16">
              <a:hlinkClick r:id="rId10"/>
              <a:extLst>
                <a:ext uri="{FF2B5EF4-FFF2-40B4-BE49-F238E27FC236}">
                  <a16:creationId xmlns:a16="http://schemas.microsoft.com/office/drawing/2014/main" id="{CFE2FD11-092D-FA74-699F-06CE06D1E7E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361612" y="4398030"/>
              <a:ext cx="234794" cy="234793"/>
            </a:xfrm>
            <a:prstGeom prst="rect">
              <a:avLst/>
            </a:prstGeom>
          </p:spPr>
        </p:pic>
      </p:grpSp>
      <p:sp>
        <p:nvSpPr>
          <p:cNvPr id="24" name="TextBox 23">
            <a:extLst>
              <a:ext uri="{FF2B5EF4-FFF2-40B4-BE49-F238E27FC236}">
                <a16:creationId xmlns:a16="http://schemas.microsoft.com/office/drawing/2014/main" id="{B39C05EF-4CDF-5BE4-2B3B-0FAAF598A2A5}"/>
              </a:ext>
            </a:extLst>
          </p:cNvPr>
          <p:cNvSpPr txBox="1"/>
          <p:nvPr userDrawn="1"/>
        </p:nvSpPr>
        <p:spPr>
          <a:xfrm>
            <a:off x="1879600" y="327511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3">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pic>
        <p:nvPicPr>
          <p:cNvPr id="5" name="Picture 4" descr="A blue and grey text on a black background&#10;&#10;AI-generated content may be incorrect.">
            <a:extLst>
              <a:ext uri="{FF2B5EF4-FFF2-40B4-BE49-F238E27FC236}">
                <a16:creationId xmlns:a16="http://schemas.microsoft.com/office/drawing/2014/main" id="{E138EEC4-B237-0210-353A-7833F36CE0DB}"/>
              </a:ext>
            </a:extLst>
          </p:cNvPr>
          <p:cNvPicPr>
            <a:picLocks noChangeAspect="1"/>
          </p:cNvPicPr>
          <p:nvPr userDrawn="1"/>
        </p:nvPicPr>
        <p:blipFill>
          <a:blip r:embed="rId14"/>
          <a:srcRect l="5454" t="16383" r="73842" b="32609"/>
          <a:stretch/>
        </p:blipFill>
        <p:spPr>
          <a:xfrm>
            <a:off x="299379" y="2161445"/>
            <a:ext cx="737859" cy="694841"/>
          </a:xfrm>
          <a:prstGeom prst="rect">
            <a:avLst/>
          </a:prstGeom>
        </p:spPr>
      </p:pic>
    </p:spTree>
    <p:extLst>
      <p:ext uri="{BB962C8B-B14F-4D97-AF65-F5344CB8AC3E}">
        <p14:creationId xmlns:p14="http://schemas.microsoft.com/office/powerpoint/2010/main" val="1886806093"/>
      </p:ext>
    </p:extLst>
  </p:cSld>
  <p:clrMapOvr>
    <a:masterClrMapping/>
  </p:clrMapOvr>
  <p:transition spd="med"/>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5000">
                <a:schemeClr val="accent3"/>
              </a:gs>
              <a:gs pos="61000">
                <a:schemeClr val="accent1"/>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a:extLst>
              <a:ext uri="{FF2B5EF4-FFF2-40B4-BE49-F238E27FC236}">
                <a16:creationId xmlns:a16="http://schemas.microsoft.com/office/drawing/2014/main" id="{D29B9B0F-FFF5-D866-C546-752A35FCC1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2052045318"/>
      </p:ext>
    </p:extLst>
  </p:cSld>
  <p:clrMapOvr>
    <a:masterClrMapping/>
  </p:clrMapOvr>
  <p:transition spd="med"/>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18" name="Picture 17" descr="A blue and grey text on a black background&#10;&#10;AI-generated content may be incorrect.">
            <a:extLst>
              <a:ext uri="{FF2B5EF4-FFF2-40B4-BE49-F238E27FC236}">
                <a16:creationId xmlns:a16="http://schemas.microsoft.com/office/drawing/2014/main" id="{83813A8B-B134-B73F-BA37-566CF121675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grpSp>
        <p:nvGrpSpPr>
          <p:cNvPr id="12" name="Group 11">
            <a:extLst>
              <a:ext uri="{FF2B5EF4-FFF2-40B4-BE49-F238E27FC236}">
                <a16:creationId xmlns:a16="http://schemas.microsoft.com/office/drawing/2014/main" id="{79CC8E45-557C-2570-B96A-54927082176F}"/>
              </a:ext>
            </a:extLst>
          </p:cNvPr>
          <p:cNvGrpSpPr/>
          <p:nvPr userDrawn="1"/>
        </p:nvGrpSpPr>
        <p:grpSpPr>
          <a:xfrm>
            <a:off x="447265" y="1603356"/>
            <a:ext cx="11341925" cy="4111644"/>
            <a:chOff x="930361" y="1603356"/>
            <a:chExt cx="11481319"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930361" y="1603356"/>
              <a:ext cx="2257806" cy="4111644"/>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3236240"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542117"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847996"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10153874" y="1603356"/>
              <a:ext cx="2257806" cy="4111644"/>
            </a:xfrm>
            <a:prstGeom prst="rect">
              <a:avLst/>
            </a:prstGeom>
            <a:gradFill flip="none" rotWithShape="1">
              <a:gsLst>
                <a:gs pos="0">
                  <a:schemeClr val="accent4"/>
                </a:gs>
                <a:gs pos="100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3" name="Text Placeholder 2">
            <a:extLst>
              <a:ext uri="{FF2B5EF4-FFF2-40B4-BE49-F238E27FC236}">
                <a16:creationId xmlns:a16="http://schemas.microsoft.com/office/drawing/2014/main" id="{8C3EBD0E-14C8-3FC0-AA11-523D4D21D6A2}"/>
              </a:ext>
            </a:extLst>
          </p:cNvPr>
          <p:cNvSpPr>
            <a:spLocks noGrp="1"/>
          </p:cNvSpPr>
          <p:nvPr>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grpSp>
        <p:nvGrpSpPr>
          <p:cNvPr id="31" name="Group 30">
            <a:extLst>
              <a:ext uri="{FF2B5EF4-FFF2-40B4-BE49-F238E27FC236}">
                <a16:creationId xmlns:a16="http://schemas.microsoft.com/office/drawing/2014/main" id="{25F3528B-8DDE-F756-A084-7FCF6F277F8C}"/>
              </a:ext>
            </a:extLst>
          </p:cNvPr>
          <p:cNvGrpSpPr/>
          <p:nvPr userDrawn="1"/>
        </p:nvGrpSpPr>
        <p:grpSpPr>
          <a:xfrm>
            <a:off x="1044205" y="1573954"/>
            <a:ext cx="9094305" cy="841255"/>
            <a:chOff x="1044205" y="2007704"/>
            <a:chExt cx="9094305" cy="407505"/>
          </a:xfrm>
        </p:grpSpPr>
        <p:cxnSp>
          <p:nvCxnSpPr>
            <p:cNvPr id="26" name="Straight Connector 25">
              <a:extLst>
                <a:ext uri="{FF2B5EF4-FFF2-40B4-BE49-F238E27FC236}">
                  <a16:creationId xmlns:a16="http://schemas.microsoft.com/office/drawing/2014/main" id="{E894AC74-2876-C413-E27F-05BC09E57C20}"/>
                </a:ext>
              </a:extLst>
            </p:cNvPr>
            <p:cNvCxnSpPr/>
            <p:nvPr userDrawn="1"/>
          </p:nvCxnSpPr>
          <p:spPr bwMode="auto">
            <a:xfrm>
              <a:off x="1044205"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0F9B4F2C-6131-A0F9-2247-688A9347CC7F}"/>
                </a:ext>
              </a:extLst>
            </p:cNvPr>
            <p:cNvCxnSpPr/>
            <p:nvPr userDrawn="1"/>
          </p:nvCxnSpPr>
          <p:spPr bwMode="auto">
            <a:xfrm>
              <a:off x="3409718"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8" name="Straight Connector 27">
              <a:extLst>
                <a:ext uri="{FF2B5EF4-FFF2-40B4-BE49-F238E27FC236}">
                  <a16:creationId xmlns:a16="http://schemas.microsoft.com/office/drawing/2014/main" id="{2146CFD0-08AD-E76C-C52E-E231727CB71A}"/>
                </a:ext>
              </a:extLst>
            </p:cNvPr>
            <p:cNvCxnSpPr/>
            <p:nvPr userDrawn="1"/>
          </p:nvCxnSpPr>
          <p:spPr bwMode="auto">
            <a:xfrm>
              <a:off x="5665901"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1764D819-AF14-5D58-7EC2-553D8572A57D}"/>
                </a:ext>
              </a:extLst>
            </p:cNvPr>
            <p:cNvCxnSpPr/>
            <p:nvPr userDrawn="1"/>
          </p:nvCxnSpPr>
          <p:spPr bwMode="auto">
            <a:xfrm>
              <a:off x="7961840" y="2007704"/>
              <a:ext cx="0" cy="407505"/>
            </a:xfrm>
            <a:prstGeom prst="line">
              <a:avLst/>
            </a:prstGeom>
            <a:noFill/>
            <a:ln w="19050" cap="flat" cmpd="sng" algn="ctr">
              <a:solidFill>
                <a:schemeClr val="bg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65B8583C-E107-873B-A596-96328920D04B}"/>
                </a:ext>
              </a:extLst>
            </p:cNvPr>
            <p:cNvCxnSpPr/>
            <p:nvPr userDrawn="1"/>
          </p:nvCxnSpPr>
          <p:spPr bwMode="auto">
            <a:xfrm>
              <a:off x="10138510" y="2007704"/>
              <a:ext cx="0" cy="407505"/>
            </a:xfrm>
            <a:prstGeom prst="line">
              <a:avLst/>
            </a:prstGeom>
            <a:noFill/>
            <a:ln w="19050" cap="flat" cmpd="sng" algn="ctr">
              <a:solidFill>
                <a:schemeClr val="bg1"/>
              </a:solidFill>
              <a:prstDash val="solid"/>
              <a:round/>
              <a:headEnd type="none" w="med" len="med"/>
              <a:tailEnd type="none" w="med" len="med"/>
            </a:ln>
            <a:effectLst/>
          </p:spPr>
        </p:cxnSp>
      </p:grpSp>
      <p:sp>
        <p:nvSpPr>
          <p:cNvPr id="9" name="Title 1">
            <a:extLst>
              <a:ext uri="{FF2B5EF4-FFF2-40B4-BE49-F238E27FC236}">
                <a16:creationId xmlns:a16="http://schemas.microsoft.com/office/drawing/2014/main" id="{5EE6C912-905A-73F5-BAA7-B16865C1B6F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Tree>
    <p:extLst>
      <p:ext uri="{BB962C8B-B14F-4D97-AF65-F5344CB8AC3E}">
        <p14:creationId xmlns:p14="http://schemas.microsoft.com/office/powerpoint/2010/main" val="3745787450"/>
      </p:ext>
    </p:extLst>
  </p:cSld>
  <p:clrMapOvr>
    <a:masterClrMapping/>
  </p:clrMapOvr>
  <p:transition spd="med"/>
  <p:extLst>
    <p:ext uri="{DCECCB84-F9BA-43D5-87BE-67443E8EF086}">
      <p15:sldGuideLst xmlns:p15="http://schemas.microsoft.com/office/powerpoint/2012/main">
        <p15:guide id="1" pos="648">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Agenda Outlines">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E88D321-BEB4-EB87-E7D9-3FCF32CDBA39}"/>
              </a:ext>
            </a:extLst>
          </p:cNvPr>
          <p:cNvGrpSpPr/>
          <p:nvPr userDrawn="1"/>
        </p:nvGrpSpPr>
        <p:grpSpPr>
          <a:xfrm>
            <a:off x="447265" y="1603356"/>
            <a:ext cx="11341921" cy="4111644"/>
            <a:chOff x="447266" y="1603356"/>
            <a:chExt cx="11242948" cy="4111644"/>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6"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10266"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4973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36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499264" y="1603356"/>
              <a:ext cx="2190950" cy="4111644"/>
            </a:xfrm>
            <a:prstGeom prst="rect">
              <a:avLst/>
            </a:prstGeom>
            <a:noFill/>
            <a:ln w="19050">
              <a:gradFill>
                <a:gsLst>
                  <a:gs pos="14000">
                    <a:schemeClr val="accent4"/>
                  </a:gs>
                  <a:gs pos="84000">
                    <a:schemeClr val="accent2"/>
                  </a:gs>
                </a:gsLst>
                <a:lin ang="2700000" scaled="0"/>
              </a:grad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lgn="ctr">
              <a:buNone/>
              <a:defRPr sz="11500" b="0" i="0">
                <a:ln w="19050">
                  <a:gradFill>
                    <a:gsLst>
                      <a:gs pos="14000">
                        <a:schemeClr val="accent4"/>
                      </a:gs>
                      <a:gs pos="84000">
                        <a:schemeClr val="accent2"/>
                      </a:gs>
                    </a:gsLst>
                    <a:lin ang="2700000" scaled="0"/>
                  </a:gra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cxnSp>
        <p:nvCxnSpPr>
          <p:cNvPr id="19" name="Straight Connector 18">
            <a:extLst>
              <a:ext uri="{FF2B5EF4-FFF2-40B4-BE49-F238E27FC236}">
                <a16:creationId xmlns:a16="http://schemas.microsoft.com/office/drawing/2014/main" id="{A3B1F656-C622-0556-00B3-F1E0E0FD1B6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19F1E74D-D433-EF81-34B5-CB111B149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9" name="Picture 8" descr="A blue and grey text on a black background&#10;&#10;AI-generated content may be incorrect.">
            <a:extLst>
              <a:ext uri="{FF2B5EF4-FFF2-40B4-BE49-F238E27FC236}">
                <a16:creationId xmlns:a16="http://schemas.microsoft.com/office/drawing/2014/main" id="{CEFD8300-47A2-3CD3-07DA-2AFBF254CAD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739097339"/>
      </p:ext>
    </p:extLst>
  </p:cSld>
  <p:clrMapOvr>
    <a:masterClrMapping/>
  </p:clrMapOvr>
  <p:transition spd="med"/>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Agenda Color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01E2DD4-33EC-EAEC-F78C-B5FC9D498837}"/>
              </a:ext>
            </a:extLst>
          </p:cNvPr>
          <p:cNvGrpSpPr/>
          <p:nvPr userDrawn="1"/>
        </p:nvGrpSpPr>
        <p:grpSpPr>
          <a:xfrm>
            <a:off x="447265" y="1603356"/>
            <a:ext cx="11341925" cy="4111644"/>
            <a:chOff x="447265" y="1603356"/>
            <a:chExt cx="11341925" cy="4111644"/>
          </a:xfrm>
          <a:gradFill>
            <a:gsLst>
              <a:gs pos="14000">
                <a:schemeClr val="accent4"/>
              </a:gs>
              <a:gs pos="84000">
                <a:schemeClr val="accent2"/>
              </a:gs>
            </a:gsLst>
            <a:lin ang="2700000" scaled="1"/>
          </a:gradFill>
        </p:grpSpPr>
        <p:sp>
          <p:nvSpPr>
            <p:cNvPr id="5" name="Rectangle 4">
              <a:extLst>
                <a:ext uri="{FF2B5EF4-FFF2-40B4-BE49-F238E27FC236}">
                  <a16:creationId xmlns:a16="http://schemas.microsoft.com/office/drawing/2014/main" id="{D5430690-5C41-19A7-B481-EFBF1407B485}"/>
                </a:ext>
              </a:extLst>
            </p:cNvPr>
            <p:cNvSpPr/>
            <p:nvPr userDrawn="1"/>
          </p:nvSpPr>
          <p:spPr bwMode="auto">
            <a:xfrm>
              <a:off x="447265"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a:off x="2725148"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a:off x="5003030"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a:off x="7280913"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a:off x="9558796" y="1603356"/>
              <a:ext cx="2230394" cy="4111644"/>
            </a:xfrm>
            <a:prstGeom prst="rect">
              <a:avLst/>
            </a:prstGeom>
            <a:grp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447266"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2725148" y="4692848"/>
            <a:ext cx="2230394"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4955541" y="4692848"/>
            <a:ext cx="2274710"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7277738"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9558795" y="4692848"/>
            <a:ext cx="2230393" cy="841256"/>
          </a:xfrm>
          <a:prstGeom prst="rect">
            <a:avLst/>
          </a:prstGeom>
        </p:spPr>
        <p:txBody>
          <a:bodyPr wrap="square" anchor="b">
            <a:spAutoFit/>
          </a:bodyPr>
          <a:lstStyle>
            <a:lvl1pPr marL="9525" indent="0" algn="ctr">
              <a:buClr>
                <a:schemeClr val="bg2"/>
              </a:buClr>
              <a:buFont typeface="Arial" panose="020B0604020202020204" pitchFamily="34" charset="0"/>
              <a:buNone/>
              <a:tabLst/>
              <a:defRPr sz="2400" b="0" i="0">
                <a:solidFill>
                  <a:schemeClr val="bg1"/>
                </a:solidFill>
                <a:latin typeface="Barlow Light" pitchFamily="2" charset="77"/>
              </a:defRPr>
            </a:lvl1pPr>
            <a:lvl2pPr marL="9525" indent="0" algn="ctr">
              <a:buClr>
                <a:schemeClr val="bg2"/>
              </a:buClr>
              <a:buSzPct val="100000"/>
              <a:buFont typeface="Arial" panose="020B0604020202020204" pitchFamily="34" charset="0"/>
              <a:buNone/>
              <a:tabLst/>
              <a:defRPr sz="18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625475"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2911474"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177597"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7453658"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9689963" y="1828800"/>
            <a:ext cx="1898650" cy="1709738"/>
          </a:xfrm>
          <a:prstGeom prst="rect">
            <a:avLst/>
          </a:prstGeom>
        </p:spPr>
        <p:txBody>
          <a:bodyPr/>
          <a:lstStyle>
            <a:lvl1pPr marL="0" indent="0">
              <a:buNone/>
              <a:defRPr sz="4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5</a:t>
            </a:r>
          </a:p>
        </p:txBody>
      </p:sp>
      <p:cxnSp>
        <p:nvCxnSpPr>
          <p:cNvPr id="18" name="Straight Connector 17">
            <a:extLst>
              <a:ext uri="{FF2B5EF4-FFF2-40B4-BE49-F238E27FC236}">
                <a16:creationId xmlns:a16="http://schemas.microsoft.com/office/drawing/2014/main" id="{CE2E81E1-9C05-40B8-809D-F0BFD9956B5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C29C7DC5-D5FC-37A4-1BB4-431660839FF1}"/>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9" name="Picture 8" descr="A blue and grey text on a black background&#10;&#10;AI-generated content may be incorrect.">
            <a:extLst>
              <a:ext uri="{FF2B5EF4-FFF2-40B4-BE49-F238E27FC236}">
                <a16:creationId xmlns:a16="http://schemas.microsoft.com/office/drawing/2014/main" id="{3D6C3DE3-54C3-0768-7A40-C1607C5CA2F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599878869"/>
      </p:ext>
    </p:extLst>
  </p:cSld>
  <p:clrMapOvr>
    <a:masterClrMapping/>
  </p:clrMapOvr>
  <p:transition spd="med"/>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Agenda lis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flip="none" rotWithShape="1">
            <a:gsLst>
              <a:gs pos="14000">
                <a:schemeClr val="accent4"/>
              </a:gs>
              <a:gs pos="84000">
                <a:schemeClr val="accent2"/>
              </a:gs>
            </a:gsLst>
            <a:lin ang="81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295241"/>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360266"/>
            <a:ext cx="10744989"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25291"/>
            <a:ext cx="10744985"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490316"/>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55341"/>
            <a:ext cx="10744984" cy="6740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cxnSp>
        <p:nvCxnSpPr>
          <p:cNvPr id="12" name="Straight Connector 11">
            <a:extLst>
              <a:ext uri="{FF2B5EF4-FFF2-40B4-BE49-F238E27FC236}">
                <a16:creationId xmlns:a16="http://schemas.microsoft.com/office/drawing/2014/main" id="{340F3CD0-B2A9-3E1D-C106-08B30BF7F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61F1521B-E99A-BE90-5FA5-B16038BBC8C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BEAE8CF2-9F07-E53E-272B-D4D45B7B5AD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0109154"/>
      </p:ext>
    </p:extLst>
  </p:cSld>
  <p:clrMapOvr>
    <a:masterClrMapping/>
  </p:clrMapOvr>
  <p:transition spd="med"/>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Agena list 2 column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430690-5C41-19A7-B481-EFBF1407B485}"/>
              </a:ext>
            </a:extLst>
          </p:cNvPr>
          <p:cNvSpPr/>
          <p:nvPr userDrawn="1"/>
        </p:nvSpPr>
        <p:spPr bwMode="auto">
          <a:xfrm rot="16200000">
            <a:off x="78534" y="5334835"/>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6" name="Rectangle 5">
            <a:extLst>
              <a:ext uri="{FF2B5EF4-FFF2-40B4-BE49-F238E27FC236}">
                <a16:creationId xmlns:a16="http://schemas.microsoft.com/office/drawing/2014/main" id="{E00AEE73-21B5-3E40-6D46-BA1B38351E6A}"/>
              </a:ext>
            </a:extLst>
          </p:cNvPr>
          <p:cNvSpPr/>
          <p:nvPr userDrawn="1"/>
        </p:nvSpPr>
        <p:spPr bwMode="auto">
          <a:xfrm rot="16200000">
            <a:off x="78534" y="4280775"/>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7" name="Rectangle 6">
            <a:extLst>
              <a:ext uri="{FF2B5EF4-FFF2-40B4-BE49-F238E27FC236}">
                <a16:creationId xmlns:a16="http://schemas.microsoft.com/office/drawing/2014/main" id="{C65A8030-9DA8-8B50-0F63-11C8FB0FD518}"/>
              </a:ext>
            </a:extLst>
          </p:cNvPr>
          <p:cNvSpPr/>
          <p:nvPr userDrawn="1"/>
        </p:nvSpPr>
        <p:spPr bwMode="auto">
          <a:xfrm rot="16200000">
            <a:off x="78534" y="3226716"/>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0" name="Rectangle 9">
            <a:extLst>
              <a:ext uri="{FF2B5EF4-FFF2-40B4-BE49-F238E27FC236}">
                <a16:creationId xmlns:a16="http://schemas.microsoft.com/office/drawing/2014/main" id="{FFEFDC67-2914-3155-1D9F-852F8D482252}"/>
              </a:ext>
            </a:extLst>
          </p:cNvPr>
          <p:cNvSpPr/>
          <p:nvPr userDrawn="1"/>
        </p:nvSpPr>
        <p:spPr bwMode="auto">
          <a:xfrm rot="16200000">
            <a:off x="78534" y="2172657"/>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78534" y="1118598"/>
            <a:ext cx="752644" cy="951009"/>
          </a:xfrm>
          <a:prstGeom prst="rect">
            <a:avLst/>
          </a:prstGeom>
          <a:gradFill flip="none" rotWithShape="1">
            <a:gsLst>
              <a:gs pos="14000">
                <a:schemeClr val="accent4"/>
              </a:gs>
              <a:gs pos="84000">
                <a:schemeClr val="accent2"/>
              </a:gs>
            </a:gsLst>
            <a:lin ang="8100000" scaled="0"/>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10442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10442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10442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5" name="Text Placeholder 2">
            <a:extLst>
              <a:ext uri="{FF2B5EF4-FFF2-40B4-BE49-F238E27FC236}">
                <a16:creationId xmlns:a16="http://schemas.microsoft.com/office/drawing/2014/main" id="{C17E55E8-7F6C-ECF8-3476-4AD112D65780}"/>
              </a:ext>
            </a:extLst>
          </p:cNvPr>
          <p:cNvSpPr>
            <a:spLocks noGrp="1"/>
          </p:cNvSpPr>
          <p:nvPr userDrawn="1">
            <p:ph type="body" sz="quarter" idx="19"/>
          </p:nvPr>
        </p:nvSpPr>
        <p:spPr>
          <a:xfrm>
            <a:off x="10442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16" name="Text Placeholder 2">
            <a:extLst>
              <a:ext uri="{FF2B5EF4-FFF2-40B4-BE49-F238E27FC236}">
                <a16:creationId xmlns:a16="http://schemas.microsoft.com/office/drawing/2014/main" id="{B0DCEAC2-EC32-DA30-BB74-E5EF4DFF2B1E}"/>
              </a:ext>
            </a:extLst>
          </p:cNvPr>
          <p:cNvSpPr>
            <a:spLocks noGrp="1"/>
          </p:cNvSpPr>
          <p:nvPr userDrawn="1">
            <p:ph type="body" sz="quarter" idx="20"/>
          </p:nvPr>
        </p:nvSpPr>
        <p:spPr>
          <a:xfrm>
            <a:off x="10442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0" name="Content Placeholder 19">
            <a:extLst>
              <a:ext uri="{FF2B5EF4-FFF2-40B4-BE49-F238E27FC236}">
                <a16:creationId xmlns:a16="http://schemas.microsoft.com/office/drawing/2014/main" id="{AF5244F9-F143-F270-12B0-06E47BEE0219}"/>
              </a:ext>
            </a:extLst>
          </p:cNvPr>
          <p:cNvSpPr>
            <a:spLocks noGrp="1"/>
          </p:cNvSpPr>
          <p:nvPr userDrawn="1">
            <p:ph sz="quarter" idx="21" hasCustomPrompt="1"/>
          </p:nvPr>
        </p:nvSpPr>
        <p:spPr>
          <a:xfrm>
            <a:off x="-521119"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01</a:t>
            </a:r>
          </a:p>
        </p:txBody>
      </p:sp>
      <p:sp>
        <p:nvSpPr>
          <p:cNvPr id="21" name="Content Placeholder 19">
            <a:extLst>
              <a:ext uri="{FF2B5EF4-FFF2-40B4-BE49-F238E27FC236}">
                <a16:creationId xmlns:a16="http://schemas.microsoft.com/office/drawing/2014/main" id="{156DDBA7-30BA-21BF-1CC4-85D062FA2348}"/>
              </a:ext>
            </a:extLst>
          </p:cNvPr>
          <p:cNvSpPr>
            <a:spLocks noGrp="1"/>
          </p:cNvSpPr>
          <p:nvPr userDrawn="1">
            <p:ph sz="quarter" idx="22" hasCustomPrompt="1"/>
          </p:nvPr>
        </p:nvSpPr>
        <p:spPr>
          <a:xfrm>
            <a:off x="-521119"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02</a:t>
            </a:r>
          </a:p>
        </p:txBody>
      </p:sp>
      <p:sp>
        <p:nvSpPr>
          <p:cNvPr id="22" name="Content Placeholder 19">
            <a:extLst>
              <a:ext uri="{FF2B5EF4-FFF2-40B4-BE49-F238E27FC236}">
                <a16:creationId xmlns:a16="http://schemas.microsoft.com/office/drawing/2014/main" id="{EE618733-5874-D073-E561-9A90AC13F4F1}"/>
              </a:ext>
            </a:extLst>
          </p:cNvPr>
          <p:cNvSpPr>
            <a:spLocks noGrp="1"/>
          </p:cNvSpPr>
          <p:nvPr userDrawn="1">
            <p:ph sz="quarter" idx="23" hasCustomPrompt="1"/>
          </p:nvPr>
        </p:nvSpPr>
        <p:spPr>
          <a:xfrm>
            <a:off x="-52111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03</a:t>
            </a:r>
          </a:p>
        </p:txBody>
      </p:sp>
      <p:sp>
        <p:nvSpPr>
          <p:cNvPr id="23" name="Content Placeholder 19">
            <a:extLst>
              <a:ext uri="{FF2B5EF4-FFF2-40B4-BE49-F238E27FC236}">
                <a16:creationId xmlns:a16="http://schemas.microsoft.com/office/drawing/2014/main" id="{8A8F39DC-7C60-7DF6-FE59-7FBB2C1A5961}"/>
              </a:ext>
            </a:extLst>
          </p:cNvPr>
          <p:cNvSpPr>
            <a:spLocks noGrp="1"/>
          </p:cNvSpPr>
          <p:nvPr userDrawn="1">
            <p:ph sz="quarter" idx="24" hasCustomPrompt="1"/>
          </p:nvPr>
        </p:nvSpPr>
        <p:spPr>
          <a:xfrm>
            <a:off x="-510021"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04</a:t>
            </a:r>
          </a:p>
        </p:txBody>
      </p:sp>
      <p:sp>
        <p:nvSpPr>
          <p:cNvPr id="24" name="Content Placeholder 19">
            <a:extLst>
              <a:ext uri="{FF2B5EF4-FFF2-40B4-BE49-F238E27FC236}">
                <a16:creationId xmlns:a16="http://schemas.microsoft.com/office/drawing/2014/main" id="{06C092DE-C225-BD31-32AD-0AF6B406617B}"/>
              </a:ext>
            </a:extLst>
          </p:cNvPr>
          <p:cNvSpPr>
            <a:spLocks noGrp="1"/>
          </p:cNvSpPr>
          <p:nvPr userDrawn="1">
            <p:ph sz="quarter" idx="25" hasCustomPrompt="1"/>
          </p:nvPr>
        </p:nvSpPr>
        <p:spPr>
          <a:xfrm>
            <a:off x="-498927"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05</a:t>
            </a:r>
          </a:p>
        </p:txBody>
      </p:sp>
      <p:sp>
        <p:nvSpPr>
          <p:cNvPr id="9" name="Rectangle 8">
            <a:extLst>
              <a:ext uri="{FF2B5EF4-FFF2-40B4-BE49-F238E27FC236}">
                <a16:creationId xmlns:a16="http://schemas.microsoft.com/office/drawing/2014/main" id="{ACF37157-9D5C-371C-3D39-451B6BFA9F27}"/>
              </a:ext>
            </a:extLst>
          </p:cNvPr>
          <p:cNvSpPr/>
          <p:nvPr userDrawn="1"/>
        </p:nvSpPr>
        <p:spPr bwMode="auto">
          <a:xfrm rot="16200000">
            <a:off x="6225334" y="5334835"/>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F5C2CEDC-B41E-1663-31E6-659568EEA82D}"/>
              </a:ext>
            </a:extLst>
          </p:cNvPr>
          <p:cNvSpPr/>
          <p:nvPr userDrawn="1"/>
        </p:nvSpPr>
        <p:spPr bwMode="auto">
          <a:xfrm rot="16200000">
            <a:off x="6225334" y="4280775"/>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1F523286-AFA0-6B94-69D3-14752C94404B}"/>
              </a:ext>
            </a:extLst>
          </p:cNvPr>
          <p:cNvSpPr/>
          <p:nvPr userDrawn="1"/>
        </p:nvSpPr>
        <p:spPr bwMode="auto">
          <a:xfrm rot="16200000">
            <a:off x="6225334" y="3226716"/>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8" name="Rectangle 17">
            <a:extLst>
              <a:ext uri="{FF2B5EF4-FFF2-40B4-BE49-F238E27FC236}">
                <a16:creationId xmlns:a16="http://schemas.microsoft.com/office/drawing/2014/main" id="{CE2875A6-EBC7-7D37-F847-4C4757434ECE}"/>
              </a:ext>
            </a:extLst>
          </p:cNvPr>
          <p:cNvSpPr/>
          <p:nvPr userDrawn="1"/>
        </p:nvSpPr>
        <p:spPr bwMode="auto">
          <a:xfrm rot="16200000">
            <a:off x="6225334" y="2172657"/>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9" name="Rectangle 18">
            <a:extLst>
              <a:ext uri="{FF2B5EF4-FFF2-40B4-BE49-F238E27FC236}">
                <a16:creationId xmlns:a16="http://schemas.microsoft.com/office/drawing/2014/main" id="{1229E952-D06D-9D1C-8E97-1CA7371E3E19}"/>
              </a:ext>
            </a:extLst>
          </p:cNvPr>
          <p:cNvSpPr/>
          <p:nvPr userDrawn="1"/>
        </p:nvSpPr>
        <p:spPr bwMode="auto">
          <a:xfrm rot="16200000">
            <a:off x="6225334" y="1118598"/>
            <a:ext cx="752644" cy="951009"/>
          </a:xfrm>
          <a:prstGeom prst="rect">
            <a:avLst/>
          </a:prstGeom>
          <a:gradFill>
            <a:gsLst>
              <a:gs pos="14000">
                <a:schemeClr val="accent4"/>
              </a:gs>
              <a:gs pos="84000">
                <a:schemeClr val="accent2"/>
              </a:gs>
            </a:gsLst>
            <a:lin ang="8100000" scaled="0"/>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Text Placeholder 2">
            <a:extLst>
              <a:ext uri="{FF2B5EF4-FFF2-40B4-BE49-F238E27FC236}">
                <a16:creationId xmlns:a16="http://schemas.microsoft.com/office/drawing/2014/main" id="{76486324-29EA-9423-926C-5B99C75D5F48}"/>
              </a:ext>
            </a:extLst>
          </p:cNvPr>
          <p:cNvSpPr>
            <a:spLocks noGrp="1"/>
          </p:cNvSpPr>
          <p:nvPr>
            <p:ph type="body" sz="quarter" idx="26"/>
          </p:nvPr>
        </p:nvSpPr>
        <p:spPr>
          <a:xfrm>
            <a:off x="7191005" y="1336791"/>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6" name="Text Placeholder 2">
            <a:extLst>
              <a:ext uri="{FF2B5EF4-FFF2-40B4-BE49-F238E27FC236}">
                <a16:creationId xmlns:a16="http://schemas.microsoft.com/office/drawing/2014/main" id="{EE685F01-2B90-EB05-A6ED-67226C8A91C5}"/>
              </a:ext>
            </a:extLst>
          </p:cNvPr>
          <p:cNvSpPr>
            <a:spLocks noGrp="1"/>
          </p:cNvSpPr>
          <p:nvPr>
            <p:ph type="body" sz="quarter" idx="27"/>
          </p:nvPr>
        </p:nvSpPr>
        <p:spPr>
          <a:xfrm>
            <a:off x="7191005" y="2401816"/>
            <a:ext cx="4594595"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7" name="Text Placeholder 2">
            <a:extLst>
              <a:ext uri="{FF2B5EF4-FFF2-40B4-BE49-F238E27FC236}">
                <a16:creationId xmlns:a16="http://schemas.microsoft.com/office/drawing/2014/main" id="{878886AD-05C9-F1AA-1C4B-C3BFF80C528A}"/>
              </a:ext>
            </a:extLst>
          </p:cNvPr>
          <p:cNvSpPr>
            <a:spLocks noGrp="1"/>
          </p:cNvSpPr>
          <p:nvPr>
            <p:ph type="body" sz="quarter" idx="28"/>
          </p:nvPr>
        </p:nvSpPr>
        <p:spPr>
          <a:xfrm>
            <a:off x="7191005" y="346684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8" name="Text Placeholder 2">
            <a:extLst>
              <a:ext uri="{FF2B5EF4-FFF2-40B4-BE49-F238E27FC236}">
                <a16:creationId xmlns:a16="http://schemas.microsoft.com/office/drawing/2014/main" id="{8AA9D7C6-FB85-1340-655B-11595CBC7ACA}"/>
              </a:ext>
            </a:extLst>
          </p:cNvPr>
          <p:cNvSpPr>
            <a:spLocks noGrp="1"/>
          </p:cNvSpPr>
          <p:nvPr>
            <p:ph type="body" sz="quarter" idx="29"/>
          </p:nvPr>
        </p:nvSpPr>
        <p:spPr>
          <a:xfrm>
            <a:off x="7191006" y="4531866"/>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6407E569-9548-FBE4-8E25-877847ECFEB8}"/>
              </a:ext>
            </a:extLst>
          </p:cNvPr>
          <p:cNvSpPr>
            <a:spLocks noGrp="1"/>
          </p:cNvSpPr>
          <p:nvPr>
            <p:ph type="body" sz="quarter" idx="30"/>
          </p:nvPr>
        </p:nvSpPr>
        <p:spPr>
          <a:xfrm>
            <a:off x="7191006" y="5596891"/>
            <a:ext cx="4594593" cy="590931"/>
          </a:xfrm>
          <a:prstGeom prst="rect">
            <a:avLst/>
          </a:prstGeom>
        </p:spPr>
        <p:txBody>
          <a:bodyPr wrap="square" anchor="ctr">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30" name="Content Placeholder 19">
            <a:extLst>
              <a:ext uri="{FF2B5EF4-FFF2-40B4-BE49-F238E27FC236}">
                <a16:creationId xmlns:a16="http://schemas.microsoft.com/office/drawing/2014/main" id="{F90BE522-E4EC-63B8-390D-E576F3F5012A}"/>
              </a:ext>
            </a:extLst>
          </p:cNvPr>
          <p:cNvSpPr>
            <a:spLocks noGrp="1"/>
          </p:cNvSpPr>
          <p:nvPr>
            <p:ph sz="quarter" idx="31" hasCustomPrompt="1"/>
          </p:nvPr>
        </p:nvSpPr>
        <p:spPr>
          <a:xfrm>
            <a:off x="5625681" y="115365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06</a:t>
            </a:r>
          </a:p>
        </p:txBody>
      </p:sp>
      <p:sp>
        <p:nvSpPr>
          <p:cNvPr id="31" name="Content Placeholder 19">
            <a:extLst>
              <a:ext uri="{FF2B5EF4-FFF2-40B4-BE49-F238E27FC236}">
                <a16:creationId xmlns:a16="http://schemas.microsoft.com/office/drawing/2014/main" id="{5B43E6E4-C5BA-2A2C-4AD1-FCCC5E3C43D4}"/>
              </a:ext>
            </a:extLst>
          </p:cNvPr>
          <p:cNvSpPr>
            <a:spLocks noGrp="1"/>
          </p:cNvSpPr>
          <p:nvPr>
            <p:ph sz="quarter" idx="32" hasCustomPrompt="1"/>
          </p:nvPr>
        </p:nvSpPr>
        <p:spPr>
          <a:xfrm>
            <a:off x="5625681" y="2180635"/>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07</a:t>
            </a:r>
          </a:p>
        </p:txBody>
      </p:sp>
      <p:sp>
        <p:nvSpPr>
          <p:cNvPr id="32" name="Content Placeholder 19">
            <a:extLst>
              <a:ext uri="{FF2B5EF4-FFF2-40B4-BE49-F238E27FC236}">
                <a16:creationId xmlns:a16="http://schemas.microsoft.com/office/drawing/2014/main" id="{66ADF6C3-4885-0A37-45BD-3CF44EF58EE8}"/>
              </a:ext>
            </a:extLst>
          </p:cNvPr>
          <p:cNvSpPr>
            <a:spLocks noGrp="1"/>
          </p:cNvSpPr>
          <p:nvPr>
            <p:ph sz="quarter" idx="33" hasCustomPrompt="1"/>
          </p:nvPr>
        </p:nvSpPr>
        <p:spPr>
          <a:xfrm>
            <a:off x="5625685" y="327059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08</a:t>
            </a:r>
          </a:p>
        </p:txBody>
      </p:sp>
      <p:sp>
        <p:nvSpPr>
          <p:cNvPr id="33" name="Content Placeholder 19">
            <a:extLst>
              <a:ext uri="{FF2B5EF4-FFF2-40B4-BE49-F238E27FC236}">
                <a16:creationId xmlns:a16="http://schemas.microsoft.com/office/drawing/2014/main" id="{41705D1B-3717-240B-C1A7-D529BAC4CED9}"/>
              </a:ext>
            </a:extLst>
          </p:cNvPr>
          <p:cNvSpPr>
            <a:spLocks noGrp="1"/>
          </p:cNvSpPr>
          <p:nvPr>
            <p:ph sz="quarter" idx="34" hasCustomPrompt="1"/>
          </p:nvPr>
        </p:nvSpPr>
        <p:spPr>
          <a:xfrm>
            <a:off x="5636779" y="4300548"/>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09</a:t>
            </a:r>
          </a:p>
        </p:txBody>
      </p:sp>
      <p:sp>
        <p:nvSpPr>
          <p:cNvPr id="34" name="Content Placeholder 19">
            <a:extLst>
              <a:ext uri="{FF2B5EF4-FFF2-40B4-BE49-F238E27FC236}">
                <a16:creationId xmlns:a16="http://schemas.microsoft.com/office/drawing/2014/main" id="{45F0BE7C-AD1D-CBE1-BB9F-8F09808E0847}"/>
              </a:ext>
            </a:extLst>
          </p:cNvPr>
          <p:cNvSpPr>
            <a:spLocks noGrp="1"/>
          </p:cNvSpPr>
          <p:nvPr>
            <p:ph sz="quarter" idx="35" hasCustomPrompt="1"/>
          </p:nvPr>
        </p:nvSpPr>
        <p:spPr>
          <a:xfrm>
            <a:off x="5647873" y="5393482"/>
            <a:ext cx="1898650" cy="1709738"/>
          </a:xfrm>
          <a:prstGeom prst="rect">
            <a:avLst/>
          </a:prstGeom>
        </p:spPr>
        <p:txBody>
          <a:bodyPr/>
          <a:lstStyle>
            <a:lvl1pPr marL="0" indent="0" algn="ctr">
              <a:buNone/>
              <a:defRPr sz="4800" b="0" i="0">
                <a:ln w="19050">
                  <a:solidFill>
                    <a:schemeClr val="bg1"/>
                  </a:solidFill>
                </a:ln>
                <a:no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10</a:t>
            </a:r>
          </a:p>
        </p:txBody>
      </p:sp>
      <p:cxnSp>
        <p:nvCxnSpPr>
          <p:cNvPr id="38" name="Straight Connector 37">
            <a:extLst>
              <a:ext uri="{FF2B5EF4-FFF2-40B4-BE49-F238E27FC236}">
                <a16:creationId xmlns:a16="http://schemas.microsoft.com/office/drawing/2014/main" id="{8033E04A-D198-2F16-1A6F-0473A626E3C5}"/>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B697B694-A1BD-6AD6-E340-B0102E28903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1301FF4B-F120-AFCF-C622-3DC8CC2E148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21820281"/>
      </p:ext>
    </p:extLst>
  </p:cSld>
  <p:clrMapOvr>
    <a:masterClrMapping/>
  </p:clrMapOvr>
  <p:transition spd="med"/>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Agenda 3 items stagger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0623B3-E6FD-9695-3530-BF94456717BB}"/>
              </a:ext>
            </a:extLst>
          </p:cNvPr>
          <p:cNvSpPr/>
          <p:nvPr userDrawn="1"/>
        </p:nvSpPr>
        <p:spPr bwMode="auto">
          <a:xfrm rot="16200000">
            <a:off x="2433930" y="557020"/>
            <a:ext cx="75481" cy="4078102"/>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341773" y="2112186"/>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3" name="Text Placeholder 2">
            <a:extLst>
              <a:ext uri="{FF2B5EF4-FFF2-40B4-BE49-F238E27FC236}">
                <a16:creationId xmlns:a16="http://schemas.microsoft.com/office/drawing/2014/main" id="{8C3EBD0E-14C8-3FC0-AA11-523D4D21D6A2}"/>
              </a:ext>
            </a:extLst>
          </p:cNvPr>
          <p:cNvSpPr>
            <a:spLocks noGrp="1"/>
          </p:cNvSpPr>
          <p:nvPr userDrawn="1">
            <p:ph type="body" sz="quarter" idx="17"/>
          </p:nvPr>
        </p:nvSpPr>
        <p:spPr>
          <a:xfrm>
            <a:off x="4001902" y="3236465"/>
            <a:ext cx="4188195"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4" name="Text Placeholder 2">
            <a:extLst>
              <a:ext uri="{FF2B5EF4-FFF2-40B4-BE49-F238E27FC236}">
                <a16:creationId xmlns:a16="http://schemas.microsoft.com/office/drawing/2014/main" id="{1BD8A462-217F-CBDC-3261-492491BFAEBC}"/>
              </a:ext>
            </a:extLst>
          </p:cNvPr>
          <p:cNvSpPr>
            <a:spLocks noGrp="1"/>
          </p:cNvSpPr>
          <p:nvPr userDrawn="1">
            <p:ph type="body" sz="quarter" idx="18"/>
          </p:nvPr>
        </p:nvSpPr>
        <p:spPr>
          <a:xfrm>
            <a:off x="7600998" y="4301490"/>
            <a:ext cx="4188193" cy="369332"/>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2"/>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a:solidFill>
                  <a:schemeClr val="bg2"/>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9" name="Rectangle 8">
            <a:extLst>
              <a:ext uri="{FF2B5EF4-FFF2-40B4-BE49-F238E27FC236}">
                <a16:creationId xmlns:a16="http://schemas.microsoft.com/office/drawing/2014/main" id="{31923C44-E737-F802-E2EA-3E1693727967}"/>
              </a:ext>
            </a:extLst>
          </p:cNvPr>
          <p:cNvSpPr/>
          <p:nvPr userDrawn="1"/>
        </p:nvSpPr>
        <p:spPr bwMode="auto">
          <a:xfrm rot="16200000">
            <a:off x="6130760" y="1659601"/>
            <a:ext cx="75476" cy="4078102"/>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2" name="Rectangle 11">
            <a:extLst>
              <a:ext uri="{FF2B5EF4-FFF2-40B4-BE49-F238E27FC236}">
                <a16:creationId xmlns:a16="http://schemas.microsoft.com/office/drawing/2014/main" id="{DB5AF96E-7D94-1599-0E8B-F65B79291503}"/>
              </a:ext>
            </a:extLst>
          </p:cNvPr>
          <p:cNvSpPr/>
          <p:nvPr userDrawn="1"/>
        </p:nvSpPr>
        <p:spPr bwMode="auto">
          <a:xfrm rot="16200000">
            <a:off x="9712403" y="2728885"/>
            <a:ext cx="75480" cy="4078101"/>
          </a:xfrm>
          <a:prstGeom prst="rect">
            <a:avLst/>
          </a:prstGeom>
          <a:gradFill flip="none" rotWithShape="1">
            <a:gsLst>
              <a:gs pos="14000">
                <a:schemeClr val="accent4"/>
              </a:gs>
              <a:gs pos="84000">
                <a:schemeClr val="accent2"/>
              </a:gs>
            </a:gsLst>
            <a:lin ang="5400000" scaled="1"/>
            <a:tileRect/>
          </a:gradFill>
          <a:ln w="19050">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cxnSp>
        <p:nvCxnSpPr>
          <p:cNvPr id="26" name="Straight Connector 25">
            <a:extLst>
              <a:ext uri="{FF2B5EF4-FFF2-40B4-BE49-F238E27FC236}">
                <a16:creationId xmlns:a16="http://schemas.microsoft.com/office/drawing/2014/main" id="{62EFAC38-F6D5-6623-79B6-B4B7F031BC9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6B7AD00-9149-AA43-6BB5-9CC22F6F20B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5" name="Picture 4" descr="A blue and grey text on a black background&#10;&#10;AI-generated content may be incorrect.">
            <a:extLst>
              <a:ext uri="{FF2B5EF4-FFF2-40B4-BE49-F238E27FC236}">
                <a16:creationId xmlns:a16="http://schemas.microsoft.com/office/drawing/2014/main" id="{4454C77E-C413-4769-E2A5-4F061E65A02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561120093"/>
      </p:ext>
    </p:extLst>
  </p:cSld>
  <p:clrMapOvr>
    <a:masterClrMapping/>
  </p:clrMapOvr>
  <p:transition spd="med"/>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Headshot Full Photo">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2B6771DB-E18B-9612-A2AD-43B2BA0933B8}"/>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9" name="Picture Placeholder 8">
            <a:extLst>
              <a:ext uri="{FF2B5EF4-FFF2-40B4-BE49-F238E27FC236}">
                <a16:creationId xmlns:a16="http://schemas.microsoft.com/office/drawing/2014/main" id="{ADB0F5C8-B370-53E5-C819-03C32860557B}"/>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4400" b="0" i="0">
                <a:solidFill>
                  <a:schemeClr val="bg1"/>
                </a:solidFill>
                <a:latin typeface="Barlow Light" pitchFamily="2" charset="77"/>
              </a:defRPr>
            </a:lvl1pPr>
          </a:lstStyle>
          <a:p>
            <a:endParaRPr lang="en-US"/>
          </a:p>
        </p:txBody>
      </p:sp>
      <p:sp>
        <p:nvSpPr>
          <p:cNvPr id="2" name="Text Placeholder 2">
            <a:extLst>
              <a:ext uri="{FF2B5EF4-FFF2-40B4-BE49-F238E27FC236}">
                <a16:creationId xmlns:a16="http://schemas.microsoft.com/office/drawing/2014/main" id="{6250C76E-D614-52D3-D0A0-9B6FDC42C4F0}"/>
              </a:ext>
            </a:extLst>
          </p:cNvPr>
          <p:cNvSpPr>
            <a:spLocks noGrp="1"/>
          </p:cNvSpPr>
          <p:nvPr>
            <p:ph type="body" sz="quarter" idx="16"/>
          </p:nvPr>
        </p:nvSpPr>
        <p:spPr>
          <a:xfrm>
            <a:off x="6349736" y="2828022"/>
            <a:ext cx="4770548" cy="923330"/>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6000" b="1"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3" name="Text Placeholder 2">
            <a:extLst>
              <a:ext uri="{FF2B5EF4-FFF2-40B4-BE49-F238E27FC236}">
                <a16:creationId xmlns:a16="http://schemas.microsoft.com/office/drawing/2014/main" id="{9ACAA5A8-4156-6C72-089D-C06E0C333EF0}"/>
              </a:ext>
            </a:extLst>
          </p:cNvPr>
          <p:cNvSpPr>
            <a:spLocks noGrp="1"/>
          </p:cNvSpPr>
          <p:nvPr>
            <p:ph type="body" sz="quarter" idx="17"/>
          </p:nvPr>
        </p:nvSpPr>
        <p:spPr>
          <a:xfrm>
            <a:off x="6349736" y="3802719"/>
            <a:ext cx="4915164" cy="5355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3200" b="0" i="0">
                <a:solidFill>
                  <a:schemeClr val="bg1"/>
                </a:solidFill>
                <a:effectLst>
                  <a:outerShdw blurRad="260481" sx="102000" sy="102000" algn="ctr" rotWithShape="0">
                    <a:prstClr val="black">
                      <a:alpha val="86110"/>
                    </a:prstClr>
                  </a:outerShdw>
                </a:effectLst>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2400">
                <a:solidFill>
                  <a:schemeClr val="bg1"/>
                </a:solidFill>
                <a:effectLst>
                  <a:outerShdw blurRad="260481" sx="102000" sy="102000" algn="ctr" rotWithShape="0">
                    <a:prstClr val="black">
                      <a:alpha val="86110"/>
                    </a:prstClr>
                  </a:outerShdw>
                </a:effectLst>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pic>
        <p:nvPicPr>
          <p:cNvPr id="6" name="Picture 5" descr="A blue and grey text on a black background&#10;&#10;AI-generated content may be incorrect.">
            <a:extLst>
              <a:ext uri="{FF2B5EF4-FFF2-40B4-BE49-F238E27FC236}">
                <a16:creationId xmlns:a16="http://schemas.microsoft.com/office/drawing/2014/main" id="{5B2BBCCF-9C34-181A-D6FE-104C9B40E5A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1606803194"/>
      </p:ext>
    </p:extLst>
  </p:cSld>
  <p:clrMapOvr>
    <a:masterClrMapping/>
  </p:clrMapOvr>
  <p:transition spd="med"/>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Headshot 1 pers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4747043" y="-860007"/>
            <a:ext cx="2679700" cy="8273214"/>
          </a:xfrm>
          <a:prstGeom prst="rect">
            <a:avLst/>
          </a:prstGeom>
          <a:gradFill flip="none" rotWithShape="1">
            <a:gsLst>
              <a:gs pos="0">
                <a:schemeClr val="accent3"/>
              </a:gs>
              <a:gs pos="78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0" name="Picture Placeholder 19">
            <a:extLst>
              <a:ext uri="{FF2B5EF4-FFF2-40B4-BE49-F238E27FC236}">
                <a16:creationId xmlns:a16="http://schemas.microsoft.com/office/drawing/2014/main" id="{0DEEA39D-5AF7-C3CD-448C-18CFE8E259BE}"/>
              </a:ext>
            </a:extLst>
          </p:cNvPr>
          <p:cNvSpPr>
            <a:spLocks noGrp="1"/>
          </p:cNvSpPr>
          <p:nvPr>
            <p:ph type="pic" sz="quarter" idx="10"/>
          </p:nvPr>
        </p:nvSpPr>
        <p:spPr>
          <a:xfrm>
            <a:off x="2270572" y="1936748"/>
            <a:ext cx="3212778" cy="2679700"/>
          </a:xfrm>
          <a:prstGeom prst="rect">
            <a:avLst/>
          </a:prstGeom>
          <a:solidFill>
            <a:schemeClr val="tx2"/>
          </a:solidFill>
          <a:ln w="19050">
            <a:solidFill>
              <a:schemeClr val="bg1"/>
            </a:solid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5803636" y="3046627"/>
            <a:ext cx="4117792"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5803636" y="3654542"/>
            <a:ext cx="4117792"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Freeform 6">
            <a:extLst>
              <a:ext uri="{FF2B5EF4-FFF2-40B4-BE49-F238E27FC236}">
                <a16:creationId xmlns:a16="http://schemas.microsoft.com/office/drawing/2014/main" id="{7B0DBA7B-D46A-C001-0C0E-428CBBA6AF2D}"/>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8" name="Picture 7" descr="A blue and grey text on a black background&#10;&#10;AI-generated content may be incorrect.">
            <a:extLst>
              <a:ext uri="{FF2B5EF4-FFF2-40B4-BE49-F238E27FC236}">
                <a16:creationId xmlns:a16="http://schemas.microsoft.com/office/drawing/2014/main" id="{7529319F-1EAF-4E9F-DA67-F0A917494760}"/>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2437295069"/>
      </p:ext>
    </p:extLst>
  </p:cSld>
  <p:clrMapOvr>
    <a:masterClrMapping/>
  </p:clrMapOvr>
  <p:transition spd="med"/>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Headshot 2 peop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70D0DF-8E7F-323E-E4F2-2E232E81781A}"/>
              </a:ext>
            </a:extLst>
          </p:cNvPr>
          <p:cNvSpPr/>
          <p:nvPr userDrawn="1"/>
        </p:nvSpPr>
        <p:spPr>
          <a:xfrm rot="16200000" flipH="1">
            <a:off x="3727868" y="-1727651"/>
            <a:ext cx="2432050" cy="8273214"/>
          </a:xfrm>
          <a:prstGeom prst="rect">
            <a:avLst/>
          </a:prstGeom>
          <a:gradFill flip="none" rotWithShape="1">
            <a:gsLst>
              <a:gs pos="23000">
                <a:schemeClr val="accent3"/>
              </a:gs>
              <a:gs pos="91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F4740B2F-7CA4-F522-F2F5-7827C622543E}"/>
              </a:ext>
            </a:extLst>
          </p:cNvPr>
          <p:cNvSpPr>
            <a:spLocks noGrp="1"/>
          </p:cNvSpPr>
          <p:nvPr>
            <p:ph type="body" sz="quarter" idx="16"/>
          </p:nvPr>
        </p:nvSpPr>
        <p:spPr>
          <a:xfrm>
            <a:off x="4660636" y="2171076"/>
            <a:ext cx="3861064" cy="563231"/>
          </a:xfrm>
          <a:prstGeom prst="rect">
            <a:avLst/>
          </a:prstGeom>
        </p:spPr>
        <p:txBody>
          <a:bodyPr wrap="square" anchor="b">
            <a:spAutoFit/>
          </a:bodyPr>
          <a:lstStyle>
            <a:lvl1pPr marL="9525" indent="0" algn="l">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11AF6608-C7DF-A82B-9334-B95CF4BBA85E}"/>
              </a:ext>
            </a:extLst>
          </p:cNvPr>
          <p:cNvSpPr>
            <a:spLocks noGrp="1"/>
          </p:cNvSpPr>
          <p:nvPr>
            <p:ph type="body" sz="quarter" idx="17"/>
          </p:nvPr>
        </p:nvSpPr>
        <p:spPr>
          <a:xfrm>
            <a:off x="4660636" y="2692046"/>
            <a:ext cx="3861064" cy="590931"/>
          </a:xfrm>
          <a:prstGeom prst="rect">
            <a:avLst/>
          </a:prstGeom>
        </p:spPr>
        <p:txBody>
          <a:bodyPr wrap="square" anchor="t">
            <a:spAutoFit/>
          </a:bodyPr>
          <a:lstStyle>
            <a:lvl1pPr marL="9525" indent="0" algn="l">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sp>
        <p:nvSpPr>
          <p:cNvPr id="7" name="Rectangle 6">
            <a:extLst>
              <a:ext uri="{FF2B5EF4-FFF2-40B4-BE49-F238E27FC236}">
                <a16:creationId xmlns:a16="http://schemas.microsoft.com/office/drawing/2014/main" id="{BF6C097D-BD2D-BA4B-0334-DE56A7030151}"/>
              </a:ext>
            </a:extLst>
          </p:cNvPr>
          <p:cNvSpPr/>
          <p:nvPr userDrawn="1"/>
        </p:nvSpPr>
        <p:spPr>
          <a:xfrm rot="16200000" flipH="1">
            <a:off x="6267868" y="704397"/>
            <a:ext cx="2432050" cy="8273214"/>
          </a:xfrm>
          <a:prstGeom prst="rect">
            <a:avLst/>
          </a:prstGeom>
          <a:gradFill flip="none" rotWithShape="1">
            <a:gsLst>
              <a:gs pos="23000">
                <a:schemeClr val="accent3"/>
              </a:gs>
              <a:gs pos="91000">
                <a:schemeClr val="accent1"/>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8" name="Picture Placeholder 19">
            <a:extLst>
              <a:ext uri="{FF2B5EF4-FFF2-40B4-BE49-F238E27FC236}">
                <a16:creationId xmlns:a16="http://schemas.microsoft.com/office/drawing/2014/main" id="{DC68A78C-AC66-6B5D-92AE-A7C9F0B655CE}"/>
              </a:ext>
            </a:extLst>
          </p:cNvPr>
          <p:cNvSpPr>
            <a:spLocks noGrp="1"/>
          </p:cNvSpPr>
          <p:nvPr>
            <p:ph type="pic" sz="quarter" idx="18"/>
          </p:nvPr>
        </p:nvSpPr>
        <p:spPr>
          <a:xfrm>
            <a:off x="8105650" y="3624977"/>
            <a:ext cx="3212778" cy="2432050"/>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9" name="Text Placeholder 2">
            <a:extLst>
              <a:ext uri="{FF2B5EF4-FFF2-40B4-BE49-F238E27FC236}">
                <a16:creationId xmlns:a16="http://schemas.microsoft.com/office/drawing/2014/main" id="{5686A4CB-2930-2DB1-3FE3-49F664BB3DA4}"/>
              </a:ext>
            </a:extLst>
          </p:cNvPr>
          <p:cNvSpPr>
            <a:spLocks noGrp="1"/>
          </p:cNvSpPr>
          <p:nvPr>
            <p:ph type="body" sz="quarter" idx="19"/>
          </p:nvPr>
        </p:nvSpPr>
        <p:spPr>
          <a:xfrm>
            <a:off x="3797036" y="4617612"/>
            <a:ext cx="4117792" cy="563231"/>
          </a:xfrm>
          <a:prstGeom prst="rect">
            <a:avLst/>
          </a:prstGeom>
        </p:spPr>
        <p:txBody>
          <a:bodyPr wrap="square" anchor="b">
            <a:spAutoFit/>
          </a:bodyPr>
          <a:lstStyle>
            <a:lvl1pPr marL="9525" indent="0" algn="r">
              <a:lnSpc>
                <a:spcPct val="90000"/>
              </a:lnSpc>
              <a:spcAft>
                <a:spcPts val="0"/>
              </a:spcAft>
              <a:buClr>
                <a:schemeClr val="bg2"/>
              </a:buClr>
              <a:buFont typeface="Arial" panose="020B0604020202020204" pitchFamily="34" charset="0"/>
              <a:buNone/>
              <a:tabLst/>
              <a:defRPr sz="34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DF1EBAE6-C58D-47D8-7308-203F4510B344}"/>
              </a:ext>
            </a:extLst>
          </p:cNvPr>
          <p:cNvSpPr>
            <a:spLocks noGrp="1"/>
          </p:cNvSpPr>
          <p:nvPr>
            <p:ph type="body" sz="quarter" idx="20"/>
          </p:nvPr>
        </p:nvSpPr>
        <p:spPr>
          <a:xfrm>
            <a:off x="3797036" y="5124094"/>
            <a:ext cx="4117792" cy="590931"/>
          </a:xfrm>
          <a:prstGeom prst="rect">
            <a:avLst/>
          </a:prstGeom>
        </p:spPr>
        <p:txBody>
          <a:bodyPr wrap="square" anchor="t">
            <a:spAutoFit/>
          </a:bodyPr>
          <a:lstStyle>
            <a:lvl1pPr marL="9525" indent="0" algn="r">
              <a:lnSpc>
                <a:spcPct val="90000"/>
              </a:lnSpc>
              <a:spcAft>
                <a:spcPts val="0"/>
              </a:spcAft>
              <a:buClr>
                <a:schemeClr val="bg2"/>
              </a:buClr>
              <a:buFont typeface="Arial" panose="020B0604020202020204" pitchFamily="34" charset="0"/>
              <a:buNone/>
              <a:tabLst/>
              <a:defRPr sz="2000" b="0" i="0">
                <a:solidFill>
                  <a:schemeClr val="bg1"/>
                </a:solidFill>
                <a:latin typeface="Barlow Light" pitchFamily="2" charset="77"/>
              </a:defRPr>
            </a:lvl1pPr>
            <a:lvl2pPr marL="9525" indent="0" algn="r">
              <a:lnSpc>
                <a:spcPct val="90000"/>
              </a:lnSpc>
              <a:spcAft>
                <a:spcPts val="0"/>
              </a:spcAft>
              <a:buClr>
                <a:schemeClr val="bg2"/>
              </a:buClr>
              <a:buSzPct val="100000"/>
              <a:buFont typeface="Arial" panose="020B0604020202020204" pitchFamily="34" charset="0"/>
              <a:buNone/>
              <a:tabLst/>
              <a:defRPr sz="16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a:t>
            </a:r>
          </a:p>
          <a:p>
            <a:pPr lvl="1"/>
            <a:r>
              <a:rPr lang="en-US"/>
              <a:t>Second level</a:t>
            </a:r>
          </a:p>
        </p:txBody>
      </p:sp>
      <p:cxnSp>
        <p:nvCxnSpPr>
          <p:cNvPr id="12" name="Straight Connector 11">
            <a:extLst>
              <a:ext uri="{FF2B5EF4-FFF2-40B4-BE49-F238E27FC236}">
                <a16:creationId xmlns:a16="http://schemas.microsoft.com/office/drawing/2014/main" id="{0FA1A5DC-0E75-3669-950A-942732CFE935}"/>
              </a:ext>
            </a:extLst>
          </p:cNvPr>
          <p:cNvCxnSpPr>
            <a:cxnSpLocks/>
          </p:cNvCxnSpPr>
          <p:nvPr userDrawn="1"/>
        </p:nvCxnSpPr>
        <p:spPr bwMode="auto">
          <a:xfrm>
            <a:off x="808463" y="3612995"/>
            <a:ext cx="10816683" cy="0"/>
          </a:xfrm>
          <a:prstGeom prst="line">
            <a:avLst/>
          </a:prstGeom>
          <a:noFill/>
          <a:ln w="25400" cap="flat" cmpd="sng" algn="ctr">
            <a:solidFill>
              <a:schemeClr val="bg1"/>
            </a:solidFill>
            <a:prstDash val="solid"/>
            <a:round/>
            <a:headEnd type="none" w="med" len="med"/>
            <a:tailEnd type="none" w="med" len="med"/>
          </a:ln>
          <a:effectLst/>
        </p:spPr>
      </p:cxnSp>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396CE53F-4A5B-F2F5-1240-C54A38F11134}"/>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
        <p:nvSpPr>
          <p:cNvPr id="2" name="Picture Placeholder 19">
            <a:extLst>
              <a:ext uri="{FF2B5EF4-FFF2-40B4-BE49-F238E27FC236}">
                <a16:creationId xmlns:a16="http://schemas.microsoft.com/office/drawing/2014/main" id="{FDAADDDA-7DBA-6146-F29D-3572E74CCE10}"/>
              </a:ext>
            </a:extLst>
          </p:cNvPr>
          <p:cNvSpPr>
            <a:spLocks noGrp="1"/>
          </p:cNvSpPr>
          <p:nvPr>
            <p:ph type="pic" sz="quarter" idx="10"/>
          </p:nvPr>
        </p:nvSpPr>
        <p:spPr>
          <a:xfrm>
            <a:off x="1127572" y="1192549"/>
            <a:ext cx="3212778" cy="2408458"/>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Tree>
    <p:extLst>
      <p:ext uri="{BB962C8B-B14F-4D97-AF65-F5344CB8AC3E}">
        <p14:creationId xmlns:p14="http://schemas.microsoft.com/office/powerpoint/2010/main" val="2777962213"/>
      </p:ext>
    </p:extLst>
  </p:cSld>
  <p:clrMapOvr>
    <a:masterClrMapping/>
  </p:clrMapOvr>
  <p:transition spd="med"/>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2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585386" y="1880758"/>
            <a:ext cx="11021228" cy="4067979"/>
            <a:chOff x="930361" y="1603356"/>
            <a:chExt cx="9175441"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6" name="Rectangle 15">
              <a:extLst>
                <a:ext uri="{FF2B5EF4-FFF2-40B4-BE49-F238E27FC236}">
                  <a16:creationId xmlns:a16="http://schemas.microsoft.com/office/drawing/2014/main" id="{7378489D-082F-1AF0-4167-1C22AA6A9D0F}"/>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585387" y="2048290"/>
            <a:ext cx="2712000"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3360141" y="2048290"/>
            <a:ext cx="2706987"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6124871" y="2048290"/>
            <a:ext cx="2712000"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7" name="Picture Placeholder 19">
            <a:extLst>
              <a:ext uri="{FF2B5EF4-FFF2-40B4-BE49-F238E27FC236}">
                <a16:creationId xmlns:a16="http://schemas.microsoft.com/office/drawing/2014/main" id="{9A62EF0B-E5E7-F1E2-38A8-33EF3E3BF2D4}"/>
              </a:ext>
            </a:extLst>
          </p:cNvPr>
          <p:cNvSpPr>
            <a:spLocks noGrp="1"/>
          </p:cNvSpPr>
          <p:nvPr>
            <p:ph type="pic" sz="quarter" idx="13"/>
          </p:nvPr>
        </p:nvSpPr>
        <p:spPr>
          <a:xfrm>
            <a:off x="8894612" y="2048290"/>
            <a:ext cx="2706983"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718627" y="4203171"/>
            <a:ext cx="2417044"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718627" y="4927209"/>
            <a:ext cx="2417044"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3495928" y="4203171"/>
            <a:ext cx="2483243"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3495928" y="4927209"/>
            <a:ext cx="2483243"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6258470" y="4203171"/>
            <a:ext cx="243270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6258470" y="4927209"/>
            <a:ext cx="2432702"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6" name="Text Placeholder 2">
            <a:extLst>
              <a:ext uri="{FF2B5EF4-FFF2-40B4-BE49-F238E27FC236}">
                <a16:creationId xmlns:a16="http://schemas.microsoft.com/office/drawing/2014/main" id="{2C588E8A-B63F-3CE6-7294-F909C328E845}"/>
              </a:ext>
            </a:extLst>
          </p:cNvPr>
          <p:cNvSpPr>
            <a:spLocks noGrp="1"/>
          </p:cNvSpPr>
          <p:nvPr>
            <p:ph type="body" sz="quarter" idx="22" hasCustomPrompt="1"/>
          </p:nvPr>
        </p:nvSpPr>
        <p:spPr>
          <a:xfrm>
            <a:off x="9032377" y="4203171"/>
            <a:ext cx="2436177"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7" name="Text Placeholder 2">
            <a:extLst>
              <a:ext uri="{FF2B5EF4-FFF2-40B4-BE49-F238E27FC236}">
                <a16:creationId xmlns:a16="http://schemas.microsoft.com/office/drawing/2014/main" id="{C2DC1D7D-4B04-54E3-6FD6-CA4DA03F5956}"/>
              </a:ext>
            </a:extLst>
          </p:cNvPr>
          <p:cNvSpPr>
            <a:spLocks noGrp="1"/>
          </p:cNvSpPr>
          <p:nvPr>
            <p:ph type="body" sz="quarter" idx="23" hasCustomPrompt="1"/>
          </p:nvPr>
        </p:nvSpPr>
        <p:spPr>
          <a:xfrm>
            <a:off x="9032377" y="4927209"/>
            <a:ext cx="2436177"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pic>
        <p:nvPicPr>
          <p:cNvPr id="4" name="Picture 3" descr="A blue and grey text on a black background&#10;&#10;AI-generated content may be incorrect.">
            <a:extLst>
              <a:ext uri="{FF2B5EF4-FFF2-40B4-BE49-F238E27FC236}">
                <a16:creationId xmlns:a16="http://schemas.microsoft.com/office/drawing/2014/main" id="{FCDCFA72-9209-5B84-5760-3BF990A16577}"/>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475274584"/>
      </p:ext>
    </p:extLst>
  </p:cSld>
  <p:clrMapOvr>
    <a:masterClrMapping/>
  </p:clrMapOvr>
  <p:transition spd="med"/>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1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447265" y="1880758"/>
            <a:ext cx="11341925" cy="4067979"/>
            <a:chOff x="930361" y="1603356"/>
            <a:chExt cx="11481319"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6" name="Rectangle 15">
              <a:extLst>
                <a:ext uri="{FF2B5EF4-FFF2-40B4-BE49-F238E27FC236}">
                  <a16:creationId xmlns:a16="http://schemas.microsoft.com/office/drawing/2014/main" id="{7378489D-082F-1AF0-4167-1C22AA6A9D0F}"/>
                </a:ext>
              </a:extLst>
            </p:cNvPr>
            <p:cNvSpPr/>
            <p:nvPr userDrawn="1"/>
          </p:nvSpPr>
          <p:spPr bwMode="auto">
            <a:xfrm>
              <a:off x="7847996"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7" name="Rectangle 16">
              <a:extLst>
                <a:ext uri="{FF2B5EF4-FFF2-40B4-BE49-F238E27FC236}">
                  <a16:creationId xmlns:a16="http://schemas.microsoft.com/office/drawing/2014/main" id="{C50F8700-2DF8-5A46-BA32-E0C9245E6FAB}"/>
                </a:ext>
              </a:extLst>
            </p:cNvPr>
            <p:cNvSpPr/>
            <p:nvPr userDrawn="1"/>
          </p:nvSpPr>
          <p:spPr bwMode="auto">
            <a:xfrm>
              <a:off x="10153874"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447265"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2728128" y="2032524"/>
            <a:ext cx="2223099"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5002986"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7" name="Picture Placeholder 19">
            <a:extLst>
              <a:ext uri="{FF2B5EF4-FFF2-40B4-BE49-F238E27FC236}">
                <a16:creationId xmlns:a16="http://schemas.microsoft.com/office/drawing/2014/main" id="{9A62EF0B-E5E7-F1E2-38A8-33EF3E3BF2D4}"/>
              </a:ext>
            </a:extLst>
          </p:cNvPr>
          <p:cNvSpPr>
            <a:spLocks noGrp="1"/>
          </p:cNvSpPr>
          <p:nvPr>
            <p:ph type="pic" sz="quarter" idx="13"/>
          </p:nvPr>
        </p:nvSpPr>
        <p:spPr>
          <a:xfrm>
            <a:off x="7280824" y="2032524"/>
            <a:ext cx="2230395"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8" name="Picture Placeholder 19">
            <a:extLst>
              <a:ext uri="{FF2B5EF4-FFF2-40B4-BE49-F238E27FC236}">
                <a16:creationId xmlns:a16="http://schemas.microsoft.com/office/drawing/2014/main" id="{3CC2ECB0-4750-22D2-77C8-6349CF3AE775}"/>
              </a:ext>
            </a:extLst>
          </p:cNvPr>
          <p:cNvSpPr>
            <a:spLocks noGrp="1"/>
          </p:cNvSpPr>
          <p:nvPr>
            <p:ph type="pic" sz="quarter" idx="14"/>
          </p:nvPr>
        </p:nvSpPr>
        <p:spPr>
          <a:xfrm>
            <a:off x="9558619" y="2032524"/>
            <a:ext cx="2230394" cy="1977945"/>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581795"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581795"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2863441"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2863441"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5136378"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5136378"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6" name="Text Placeholder 2">
            <a:extLst>
              <a:ext uri="{FF2B5EF4-FFF2-40B4-BE49-F238E27FC236}">
                <a16:creationId xmlns:a16="http://schemas.microsoft.com/office/drawing/2014/main" id="{2C588E8A-B63F-3CE6-7294-F909C328E845}"/>
              </a:ext>
            </a:extLst>
          </p:cNvPr>
          <p:cNvSpPr>
            <a:spLocks noGrp="1"/>
          </p:cNvSpPr>
          <p:nvPr>
            <p:ph type="body" sz="quarter" idx="22" hasCustomPrompt="1"/>
          </p:nvPr>
        </p:nvSpPr>
        <p:spPr>
          <a:xfrm>
            <a:off x="7417123"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7" name="Text Placeholder 2">
            <a:extLst>
              <a:ext uri="{FF2B5EF4-FFF2-40B4-BE49-F238E27FC236}">
                <a16:creationId xmlns:a16="http://schemas.microsoft.com/office/drawing/2014/main" id="{C2DC1D7D-4B04-54E3-6FD6-CA4DA03F5956}"/>
              </a:ext>
            </a:extLst>
          </p:cNvPr>
          <p:cNvSpPr>
            <a:spLocks noGrp="1"/>
          </p:cNvSpPr>
          <p:nvPr>
            <p:ph type="body" sz="quarter" idx="23" hasCustomPrompt="1"/>
          </p:nvPr>
        </p:nvSpPr>
        <p:spPr>
          <a:xfrm>
            <a:off x="7417123"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sp>
        <p:nvSpPr>
          <p:cNvPr id="38" name="Text Placeholder 2">
            <a:extLst>
              <a:ext uri="{FF2B5EF4-FFF2-40B4-BE49-F238E27FC236}">
                <a16:creationId xmlns:a16="http://schemas.microsoft.com/office/drawing/2014/main" id="{655D63C3-9C5E-EEAF-B9E8-1E9ADDA1BBC7}"/>
              </a:ext>
            </a:extLst>
          </p:cNvPr>
          <p:cNvSpPr>
            <a:spLocks noGrp="1"/>
          </p:cNvSpPr>
          <p:nvPr>
            <p:ph type="body" sz="quarter" idx="24" hasCustomPrompt="1"/>
          </p:nvPr>
        </p:nvSpPr>
        <p:spPr>
          <a:xfrm>
            <a:off x="9687358" y="4187931"/>
            <a:ext cx="1955922"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name</a:t>
            </a:r>
          </a:p>
        </p:txBody>
      </p:sp>
      <p:sp>
        <p:nvSpPr>
          <p:cNvPr id="39" name="Text Placeholder 2">
            <a:extLst>
              <a:ext uri="{FF2B5EF4-FFF2-40B4-BE49-F238E27FC236}">
                <a16:creationId xmlns:a16="http://schemas.microsoft.com/office/drawing/2014/main" id="{688A8A20-430F-78DF-BC60-B99B8966EAB4}"/>
              </a:ext>
            </a:extLst>
          </p:cNvPr>
          <p:cNvSpPr>
            <a:spLocks noGrp="1"/>
          </p:cNvSpPr>
          <p:nvPr>
            <p:ph type="body" sz="quarter" idx="25" hasCustomPrompt="1"/>
          </p:nvPr>
        </p:nvSpPr>
        <p:spPr>
          <a:xfrm>
            <a:off x="9687358" y="4911969"/>
            <a:ext cx="1955922" cy="4801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a:t>
            </a:r>
            <a:br>
              <a:rPr lang="en-US"/>
            </a:br>
            <a:r>
              <a:rPr lang="en-US"/>
              <a:t>panelist’s title</a:t>
            </a:r>
          </a:p>
        </p:txBody>
      </p:sp>
      <p:pic>
        <p:nvPicPr>
          <p:cNvPr id="5" name="Picture 4" descr="A blue and grey text on a black background&#10;&#10;AI-generated content may be incorrect.">
            <a:extLst>
              <a:ext uri="{FF2B5EF4-FFF2-40B4-BE49-F238E27FC236}">
                <a16:creationId xmlns:a16="http://schemas.microsoft.com/office/drawing/2014/main" id="{4D3FC9FA-87D8-3827-ED44-D793D4710DA7}"/>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4146741479"/>
      </p:ext>
    </p:extLst>
  </p:cSld>
  <p:clrMapOvr>
    <a:masterClrMapping/>
  </p:clrMapOvr>
  <p:transition spd="med"/>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3_Headshot 2 people">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53B7A7C3-D641-0B3B-2968-7FF439346D6E}"/>
              </a:ext>
            </a:extLst>
          </p:cNvPr>
          <p:cNvSpPr/>
          <p:nvPr userDrawn="1"/>
        </p:nvSpPr>
        <p:spPr>
          <a:xfrm rot="5400000" flipH="1">
            <a:off x="5641731" y="-517840"/>
            <a:ext cx="908538" cy="1944219"/>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grpSp>
        <p:nvGrpSpPr>
          <p:cNvPr id="2" name="Group 1">
            <a:extLst>
              <a:ext uri="{FF2B5EF4-FFF2-40B4-BE49-F238E27FC236}">
                <a16:creationId xmlns:a16="http://schemas.microsoft.com/office/drawing/2014/main" id="{95D5456A-D5B5-F769-1631-4CFFDA39A2F8}"/>
              </a:ext>
            </a:extLst>
          </p:cNvPr>
          <p:cNvGrpSpPr/>
          <p:nvPr userDrawn="1"/>
        </p:nvGrpSpPr>
        <p:grpSpPr>
          <a:xfrm>
            <a:off x="656825" y="1880758"/>
            <a:ext cx="10883107" cy="4067979"/>
            <a:chOff x="930361" y="1603356"/>
            <a:chExt cx="6869562" cy="4111644"/>
          </a:xfrm>
        </p:grpSpPr>
        <p:sp>
          <p:nvSpPr>
            <p:cNvPr id="3" name="Rectangle 2">
              <a:extLst>
                <a:ext uri="{FF2B5EF4-FFF2-40B4-BE49-F238E27FC236}">
                  <a16:creationId xmlns:a16="http://schemas.microsoft.com/office/drawing/2014/main" id="{A31A2741-213C-A9FA-BF65-17392AFADCB1}"/>
                </a:ext>
              </a:extLst>
            </p:cNvPr>
            <p:cNvSpPr/>
            <p:nvPr userDrawn="1"/>
          </p:nvSpPr>
          <p:spPr bwMode="auto">
            <a:xfrm>
              <a:off x="930361"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4" name="Rectangle 13">
              <a:extLst>
                <a:ext uri="{FF2B5EF4-FFF2-40B4-BE49-F238E27FC236}">
                  <a16:creationId xmlns:a16="http://schemas.microsoft.com/office/drawing/2014/main" id="{189291DD-AED3-439B-65E5-492A72E54113}"/>
                </a:ext>
              </a:extLst>
            </p:cNvPr>
            <p:cNvSpPr/>
            <p:nvPr userDrawn="1"/>
          </p:nvSpPr>
          <p:spPr bwMode="auto">
            <a:xfrm>
              <a:off x="3236240"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15" name="Rectangle 14">
              <a:extLst>
                <a:ext uri="{FF2B5EF4-FFF2-40B4-BE49-F238E27FC236}">
                  <a16:creationId xmlns:a16="http://schemas.microsoft.com/office/drawing/2014/main" id="{69B1218F-78A4-ECA8-5C63-A6E9DD478F9D}"/>
                </a:ext>
              </a:extLst>
            </p:cNvPr>
            <p:cNvSpPr/>
            <p:nvPr userDrawn="1"/>
          </p:nvSpPr>
          <p:spPr bwMode="auto">
            <a:xfrm>
              <a:off x="5542117" y="1603356"/>
              <a:ext cx="2257806" cy="4111644"/>
            </a:xfrm>
            <a:prstGeom prst="rect">
              <a:avLst/>
            </a:prstGeom>
            <a:gradFill flip="none" rotWithShape="1">
              <a:gsLst>
                <a:gs pos="0">
                  <a:schemeClr val="accent3"/>
                </a:gs>
                <a:gs pos="82000">
                  <a:schemeClr val="accent1"/>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grpSp>
      <p:sp>
        <p:nvSpPr>
          <p:cNvPr id="24" name="Picture Placeholder 19">
            <a:extLst>
              <a:ext uri="{FF2B5EF4-FFF2-40B4-BE49-F238E27FC236}">
                <a16:creationId xmlns:a16="http://schemas.microsoft.com/office/drawing/2014/main" id="{AD896CCB-D0E0-30A6-97AC-552E6273BF4F}"/>
              </a:ext>
            </a:extLst>
          </p:cNvPr>
          <p:cNvSpPr>
            <a:spLocks noGrp="1"/>
          </p:cNvSpPr>
          <p:nvPr>
            <p:ph type="pic" sz="quarter" idx="10"/>
          </p:nvPr>
        </p:nvSpPr>
        <p:spPr>
          <a:xfrm>
            <a:off x="656827" y="2048290"/>
            <a:ext cx="3576928"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5" name="Picture Placeholder 19">
            <a:extLst>
              <a:ext uri="{FF2B5EF4-FFF2-40B4-BE49-F238E27FC236}">
                <a16:creationId xmlns:a16="http://schemas.microsoft.com/office/drawing/2014/main" id="{534C2A9C-2FA9-BB2A-9627-73B993FE6765}"/>
              </a:ext>
            </a:extLst>
          </p:cNvPr>
          <p:cNvSpPr>
            <a:spLocks noGrp="1"/>
          </p:cNvSpPr>
          <p:nvPr>
            <p:ph type="pic" sz="quarter" idx="11"/>
          </p:nvPr>
        </p:nvSpPr>
        <p:spPr>
          <a:xfrm>
            <a:off x="4309912" y="2048290"/>
            <a:ext cx="3576930"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6" name="Picture Placeholder 19">
            <a:extLst>
              <a:ext uri="{FF2B5EF4-FFF2-40B4-BE49-F238E27FC236}">
                <a16:creationId xmlns:a16="http://schemas.microsoft.com/office/drawing/2014/main" id="{F85D8D15-7414-9235-58A0-4C0561BAA81F}"/>
              </a:ext>
            </a:extLst>
          </p:cNvPr>
          <p:cNvSpPr>
            <a:spLocks noGrp="1"/>
          </p:cNvSpPr>
          <p:nvPr>
            <p:ph type="pic" sz="quarter" idx="12"/>
          </p:nvPr>
        </p:nvSpPr>
        <p:spPr>
          <a:xfrm>
            <a:off x="7963002" y="2048290"/>
            <a:ext cx="3576930" cy="2441261"/>
          </a:xfrm>
          <a:prstGeom prst="rect">
            <a:avLst/>
          </a:prstGeom>
          <a:solidFill>
            <a:schemeClr val="tx2"/>
          </a:solidFill>
          <a:ln w="19050">
            <a:noFill/>
          </a:ln>
          <a:effectLst>
            <a:innerShdw blurRad="361619" dist="50800" dir="13500000">
              <a:prstClr val="black">
                <a:alpha val="57000"/>
              </a:prstClr>
            </a:innerShdw>
          </a:effectLst>
        </p:spPr>
        <p:txBody>
          <a:bodyPr anchor="ctr"/>
          <a:lstStyle>
            <a:lvl1pPr marL="0" indent="0" algn="ctr">
              <a:buNone/>
              <a:defRPr b="0" i="0">
                <a:solidFill>
                  <a:schemeClr val="bg1"/>
                </a:solidFill>
                <a:latin typeface="Barlow Light" pitchFamily="2" charset="77"/>
              </a:defRPr>
            </a:lvl1pPr>
          </a:lstStyle>
          <a:p>
            <a:endParaRPr lang="en-US"/>
          </a:p>
        </p:txBody>
      </p:sp>
      <p:sp>
        <p:nvSpPr>
          <p:cNvPr id="29" name="Title 1">
            <a:extLst>
              <a:ext uri="{FF2B5EF4-FFF2-40B4-BE49-F238E27FC236}">
                <a16:creationId xmlns:a16="http://schemas.microsoft.com/office/drawing/2014/main" id="{7CF23354-FC36-7A61-CF5C-6A00A90C5E9C}"/>
              </a:ext>
            </a:extLst>
          </p:cNvPr>
          <p:cNvSpPr>
            <a:spLocks noGrp="1"/>
          </p:cNvSpPr>
          <p:nvPr>
            <p:ph type="title" hasCustomPrompt="1"/>
          </p:nvPr>
        </p:nvSpPr>
        <p:spPr>
          <a:xfrm>
            <a:off x="723508" y="1130412"/>
            <a:ext cx="10744985" cy="522579"/>
          </a:xfrm>
          <a:prstGeom prst="rect">
            <a:avLst/>
          </a:prstGeom>
        </p:spPr>
        <p:txBody>
          <a:bodyPr wrap="square" anchor="ctr">
            <a:spAutoFit/>
          </a:bodyPr>
          <a:lstStyle>
            <a:lvl1pPr algn="ctr">
              <a:lnSpc>
                <a:spcPts val="3300"/>
              </a:lnSpc>
              <a:defRPr sz="3400" b="0" i="0">
                <a:latin typeface="Barlow Light" pitchFamily="2" charset="77"/>
              </a:defRPr>
            </a:lvl1pPr>
          </a:lstStyle>
          <a:p>
            <a:r>
              <a:rPr lang="en-US"/>
              <a:t>Click to edit name of panel</a:t>
            </a:r>
          </a:p>
        </p:txBody>
      </p:sp>
      <p:sp>
        <p:nvSpPr>
          <p:cNvPr id="30" name="Text Placeholder 2">
            <a:extLst>
              <a:ext uri="{FF2B5EF4-FFF2-40B4-BE49-F238E27FC236}">
                <a16:creationId xmlns:a16="http://schemas.microsoft.com/office/drawing/2014/main" id="{E74F7F33-ABBF-455E-0956-CA562473FAF5}"/>
              </a:ext>
            </a:extLst>
          </p:cNvPr>
          <p:cNvSpPr>
            <a:spLocks noGrp="1"/>
          </p:cNvSpPr>
          <p:nvPr>
            <p:ph type="body" sz="quarter" idx="16" hasCustomPrompt="1"/>
          </p:nvPr>
        </p:nvSpPr>
        <p:spPr>
          <a:xfrm>
            <a:off x="790066" y="4717318"/>
            <a:ext cx="3281873"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1" name="Text Placeholder 2">
            <a:extLst>
              <a:ext uri="{FF2B5EF4-FFF2-40B4-BE49-F238E27FC236}">
                <a16:creationId xmlns:a16="http://schemas.microsoft.com/office/drawing/2014/main" id="{6810F569-5270-F5B4-8B95-3CBB62139900}"/>
              </a:ext>
            </a:extLst>
          </p:cNvPr>
          <p:cNvSpPr>
            <a:spLocks noGrp="1"/>
          </p:cNvSpPr>
          <p:nvPr>
            <p:ph type="body" sz="quarter" idx="17" hasCustomPrompt="1"/>
          </p:nvPr>
        </p:nvSpPr>
        <p:spPr>
          <a:xfrm>
            <a:off x="790066" y="5441356"/>
            <a:ext cx="3281873"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2" name="Text Placeholder 2">
            <a:extLst>
              <a:ext uri="{FF2B5EF4-FFF2-40B4-BE49-F238E27FC236}">
                <a16:creationId xmlns:a16="http://schemas.microsoft.com/office/drawing/2014/main" id="{7ABEBAC7-30C3-9732-0B51-975D5E9CBEA9}"/>
              </a:ext>
            </a:extLst>
          </p:cNvPr>
          <p:cNvSpPr>
            <a:spLocks noGrp="1"/>
          </p:cNvSpPr>
          <p:nvPr>
            <p:ph type="body" sz="quarter" idx="18" hasCustomPrompt="1"/>
          </p:nvPr>
        </p:nvSpPr>
        <p:spPr>
          <a:xfrm>
            <a:off x="4516952" y="4717318"/>
            <a:ext cx="3212588"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3" name="Text Placeholder 2">
            <a:extLst>
              <a:ext uri="{FF2B5EF4-FFF2-40B4-BE49-F238E27FC236}">
                <a16:creationId xmlns:a16="http://schemas.microsoft.com/office/drawing/2014/main" id="{FDF68A14-114D-4F76-00EC-BAF1AA7F3EB1}"/>
              </a:ext>
            </a:extLst>
          </p:cNvPr>
          <p:cNvSpPr>
            <a:spLocks noGrp="1"/>
          </p:cNvSpPr>
          <p:nvPr>
            <p:ph type="body" sz="quarter" idx="19" hasCustomPrompt="1"/>
          </p:nvPr>
        </p:nvSpPr>
        <p:spPr>
          <a:xfrm>
            <a:off x="4516952" y="5441356"/>
            <a:ext cx="3212588"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sp>
        <p:nvSpPr>
          <p:cNvPr id="34" name="Text Placeholder 2">
            <a:extLst>
              <a:ext uri="{FF2B5EF4-FFF2-40B4-BE49-F238E27FC236}">
                <a16:creationId xmlns:a16="http://schemas.microsoft.com/office/drawing/2014/main" id="{72CF09B3-96D1-DC69-7BE1-CB714F6EEDFE}"/>
              </a:ext>
            </a:extLst>
          </p:cNvPr>
          <p:cNvSpPr>
            <a:spLocks noGrp="1"/>
          </p:cNvSpPr>
          <p:nvPr>
            <p:ph type="body" sz="quarter" idx="20" hasCustomPrompt="1"/>
          </p:nvPr>
        </p:nvSpPr>
        <p:spPr>
          <a:xfrm>
            <a:off x="8144423" y="4717318"/>
            <a:ext cx="3228430" cy="701731"/>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2200" b="1" i="0">
                <a:solidFill>
                  <a:schemeClr val="bg1"/>
                </a:solidFill>
                <a:latin typeface="Barlow Light" pitchFamily="2" charset="77"/>
              </a:defRPr>
            </a:lvl1pPr>
            <a:lvl2pPr marL="9525" indent="0" algn="l">
              <a:buClr>
                <a:schemeClr val="bg2"/>
              </a:buClr>
              <a:buSzPct val="100000"/>
              <a:buFont typeface="Arial" panose="020B0604020202020204" pitchFamily="34" charset="0"/>
              <a:buNone/>
              <a:tabLst/>
              <a:defRPr sz="2000">
                <a:solidFill>
                  <a:schemeClr val="bg1"/>
                </a:solidFill>
                <a:latin typeface="+mn-lt"/>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name</a:t>
            </a:r>
          </a:p>
        </p:txBody>
      </p:sp>
      <p:sp>
        <p:nvSpPr>
          <p:cNvPr id="35" name="Text Placeholder 2">
            <a:extLst>
              <a:ext uri="{FF2B5EF4-FFF2-40B4-BE49-F238E27FC236}">
                <a16:creationId xmlns:a16="http://schemas.microsoft.com/office/drawing/2014/main" id="{A10A09D0-FCA6-01B5-894D-9B8710219468}"/>
              </a:ext>
            </a:extLst>
          </p:cNvPr>
          <p:cNvSpPr>
            <a:spLocks noGrp="1"/>
          </p:cNvSpPr>
          <p:nvPr>
            <p:ph type="body" sz="quarter" idx="21" hasCustomPrompt="1"/>
          </p:nvPr>
        </p:nvSpPr>
        <p:spPr>
          <a:xfrm>
            <a:off x="8144423" y="5441356"/>
            <a:ext cx="3228430" cy="286232"/>
          </a:xfrm>
          <a:prstGeom prst="rect">
            <a:avLst/>
          </a:prstGeom>
        </p:spPr>
        <p:txBody>
          <a:bodyPr wrap="square" lIns="0" anchor="t">
            <a:spAutoFit/>
          </a:bodyPr>
          <a:lstStyle>
            <a:lvl1pPr marL="9525" indent="0" algn="l">
              <a:lnSpc>
                <a:spcPct val="90000"/>
              </a:lnSpc>
              <a:spcAft>
                <a:spcPts val="0"/>
              </a:spcAft>
              <a:buClr>
                <a:schemeClr val="bg2"/>
              </a:buClr>
              <a:buFont typeface="Arial" panose="020B0604020202020204" pitchFamily="34" charset="0"/>
              <a:buNone/>
              <a:tabLst/>
              <a:defRPr sz="1400" b="0" i="0">
                <a:solidFill>
                  <a:schemeClr val="bg1"/>
                </a:solidFill>
                <a:latin typeface="Barlow Light" pitchFamily="2" charset="77"/>
              </a:defRPr>
            </a:lvl1pPr>
            <a:lvl2pPr marL="9525" indent="0" algn="l">
              <a:lnSpc>
                <a:spcPct val="90000"/>
              </a:lnSpc>
              <a:spcAft>
                <a:spcPts val="0"/>
              </a:spcAft>
              <a:buClr>
                <a:schemeClr val="bg2"/>
              </a:buClr>
              <a:buSzPct val="100000"/>
              <a:buFont typeface="Arial" panose="020B0604020202020204" pitchFamily="34" charset="0"/>
              <a:buNone/>
              <a:tabLst/>
              <a:defRPr sz="1400" b="0" i="0">
                <a:solidFill>
                  <a:schemeClr val="bg1"/>
                </a:solidFill>
                <a:latin typeface="Barlow Light" pitchFamily="2" charset="77"/>
              </a:defRPr>
            </a:lvl2pPr>
            <a:lvl3pPr marL="342900" indent="0" algn="ctr">
              <a:buClr>
                <a:schemeClr val="bg2"/>
              </a:buClr>
              <a:buSzPct val="100000"/>
              <a:buFont typeface="Arial" panose="020B0604020202020204" pitchFamily="34" charset="0"/>
              <a:buNone/>
              <a:tabLst/>
              <a:defRPr sz="1600">
                <a:solidFill>
                  <a:schemeClr val="bg1"/>
                </a:solidFill>
                <a:latin typeface="+mn-lt"/>
              </a:defRPr>
            </a:lvl3pPr>
            <a:lvl4pPr marL="460375" indent="0" algn="ctr">
              <a:buClr>
                <a:schemeClr val="bg2"/>
              </a:buClr>
              <a:buFont typeface="Arial" panose="020B0604020202020204" pitchFamily="34" charset="0"/>
              <a:buNone/>
              <a:tabLst/>
              <a:defRPr sz="1400">
                <a:solidFill>
                  <a:schemeClr val="bg1"/>
                </a:solidFill>
                <a:latin typeface="+mn-lt"/>
              </a:defRPr>
            </a:lvl4pPr>
            <a:lvl5pPr marL="576263" indent="0" algn="ctr">
              <a:buClr>
                <a:schemeClr val="bg2"/>
              </a:buClr>
              <a:buFont typeface="Arial" panose="020B0604020202020204" pitchFamily="34" charset="0"/>
              <a:buNone/>
              <a:tabLst/>
              <a:defRPr sz="1400">
                <a:solidFill>
                  <a:schemeClr val="bg1"/>
                </a:solidFill>
                <a:latin typeface="+mn-lt"/>
              </a:defRPr>
            </a:lvl5pPr>
          </a:lstStyle>
          <a:p>
            <a:pPr lvl="0"/>
            <a:r>
              <a:rPr lang="en-US"/>
              <a:t>Click to edit panelist’s title</a:t>
            </a:r>
          </a:p>
        </p:txBody>
      </p:sp>
      <p:pic>
        <p:nvPicPr>
          <p:cNvPr id="5" name="Picture 4" descr="A blue and grey text on a black background&#10;&#10;AI-generated content may be incorrect.">
            <a:extLst>
              <a:ext uri="{FF2B5EF4-FFF2-40B4-BE49-F238E27FC236}">
                <a16:creationId xmlns:a16="http://schemas.microsoft.com/office/drawing/2014/main" id="{AFF14D7E-C338-910B-3323-6D1AEC460979}"/>
              </a:ext>
            </a:extLst>
          </p:cNvPr>
          <p:cNvPicPr>
            <a:picLocks noChangeAspect="1"/>
          </p:cNvPicPr>
          <p:nvPr userDrawn="1"/>
        </p:nvPicPr>
        <p:blipFill>
          <a:blip r:embed="rId2"/>
          <a:srcRect l="5454" t="16383" r="73842" b="32609"/>
          <a:stretch/>
        </p:blipFill>
        <p:spPr>
          <a:xfrm>
            <a:off x="5773944" y="124762"/>
            <a:ext cx="631533" cy="594714"/>
          </a:xfrm>
          <a:prstGeom prst="rect">
            <a:avLst/>
          </a:prstGeom>
        </p:spPr>
      </p:pic>
    </p:spTree>
    <p:extLst>
      <p:ext uri="{BB962C8B-B14F-4D97-AF65-F5344CB8AC3E}">
        <p14:creationId xmlns:p14="http://schemas.microsoft.com/office/powerpoint/2010/main" val="1407510216"/>
      </p:ext>
    </p:extLst>
  </p:cSld>
  <p:clrMapOvr>
    <a:masterClrMapping/>
  </p:clrMapOvr>
  <p:transition spd="med"/>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677890257"/>
      </p:ext>
    </p:extLst>
  </p:cSld>
  <p:clrMapOvr>
    <a:masterClrMapping/>
  </p:clrMapOvr>
  <p:transition spd="med"/>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E0A53E-EB9B-44E2-ECB7-06EA0FB945D8}"/>
              </a:ext>
            </a:extLst>
          </p:cNvPr>
          <p:cNvSpPr/>
          <p:nvPr userDrawn="1"/>
        </p:nvSpPr>
        <p:spPr>
          <a:xfrm>
            <a:off x="0" y="0"/>
            <a:ext cx="12192000" cy="1797269"/>
          </a:xfrm>
          <a:prstGeom prst="rect">
            <a:avLst/>
          </a:prstGeom>
          <a:solidFill>
            <a:schemeClr val="bg1"/>
          </a:solidFill>
          <a:ln w="31750" cap="flat">
            <a:noFill/>
            <a:prstDash val="solid"/>
            <a:miter/>
          </a:ln>
          <a:effectLst>
            <a:outerShdw blurRad="127000" dist="50800" dir="2700000" algn="tl" rotWithShape="0">
              <a:prstClr val="black">
                <a:alpha val="29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pitchFamily="2" charset="77"/>
              <a:ea typeface="+mn-ea"/>
              <a:cs typeface="+mn-cs"/>
            </a:endParaRPr>
          </a:p>
        </p:txBody>
      </p:sp>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07948869"/>
      </p:ext>
    </p:extLst>
  </p:cSld>
  <p:clrMapOvr>
    <a:masterClrMapping/>
  </p:clrMapOvr>
  <p:transition spd="med"/>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D2396D19-F8C5-4119-E265-680BB0EFE18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22635329"/>
      </p:ext>
    </p:extLst>
  </p:cSld>
  <p:clrMapOvr>
    <a:masterClrMapping/>
  </p:clrMapOvr>
  <p:transition spd="med"/>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2" name="Picture 1" descr="A blue and grey text on a black background&#10;&#10;AI-generated content may be incorrect.">
            <a:extLst>
              <a:ext uri="{FF2B5EF4-FFF2-40B4-BE49-F238E27FC236}">
                <a16:creationId xmlns:a16="http://schemas.microsoft.com/office/drawing/2014/main" id="{03F8E8B8-3053-B761-AF1E-EED280812FE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62300515"/>
      </p:ext>
    </p:extLst>
  </p:cSld>
  <p:clrMapOvr>
    <a:masterClrMapping/>
  </p:clrMapOvr>
  <p:transition spd="med"/>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990248-3C50-09BB-D472-FD0413AC95C8}"/>
              </a:ext>
            </a:extLst>
          </p:cNvPr>
          <p:cNvSpPr/>
          <p:nvPr userDrawn="1"/>
        </p:nvSpPr>
        <p:spPr>
          <a:xfrm>
            <a:off x="11625943" y="6527646"/>
            <a:ext cx="566057" cy="229414"/>
          </a:xfrm>
          <a:prstGeom prst="rect">
            <a:avLst/>
          </a:prstGeom>
          <a:gradFill>
            <a:gsLst>
              <a:gs pos="0">
                <a:schemeClr val="accent4"/>
              </a:gs>
              <a:gs pos="100000">
                <a:schemeClr val="accent2"/>
              </a:gs>
            </a:gsLst>
            <a:lin ang="2700000" scaled="0"/>
          </a:gradFill>
          <a:effectLst/>
        </p:spPr>
        <p:txBody>
          <a:bodyPr wrap="square" anchor="ctr">
            <a:noAutofit/>
          </a:bodyPr>
          <a:lstStyle/>
          <a:p>
            <a:pPr marL="383031" lvl="0" indent="-383031" algn="l" fontAlgn="base">
              <a:lnSpc>
                <a:spcPct val="100000"/>
              </a:lnSpc>
              <a:spcBef>
                <a:spcPts val="0"/>
              </a:spcBef>
              <a:spcAft>
                <a:spcPts val="800"/>
              </a:spcAft>
              <a:buClr>
                <a:srgbClr val="BB2332"/>
              </a:buClr>
              <a:buFontTx/>
              <a:buNone/>
            </a:pPr>
            <a:r>
              <a:rPr lang="en-US" sz="1100" b="0" i="0">
                <a:solidFill>
                  <a:schemeClr val="bg1"/>
                </a:solidFill>
                <a:latin typeface="Barlow Light" pitchFamily="2" charset="77"/>
              </a:rPr>
              <a:t>#</a:t>
            </a:r>
          </a:p>
        </p:txBody>
      </p:sp>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3" name="Picture 2" descr="A blue and grey text on a black background&#10;&#10;AI-generated content may be incorrect.">
            <a:extLst>
              <a:ext uri="{FF2B5EF4-FFF2-40B4-BE49-F238E27FC236}">
                <a16:creationId xmlns:a16="http://schemas.microsoft.com/office/drawing/2014/main" id="{A729109F-581D-E41D-B4D0-AD7E7E23A88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482967874"/>
      </p:ext>
    </p:extLst>
  </p:cSld>
  <p:clrMapOvr>
    <a:masterClrMapping/>
  </p:clrMapOvr>
  <p:transition spd="med"/>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 Bullet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pic>
        <p:nvPicPr>
          <p:cNvPr id="4" name="Picture 3" descr="A blue and grey text on a black background&#10;&#10;AI-generated content may be incorrect.">
            <a:extLst>
              <a:ext uri="{FF2B5EF4-FFF2-40B4-BE49-F238E27FC236}">
                <a16:creationId xmlns:a16="http://schemas.microsoft.com/office/drawing/2014/main" id="{7610D898-E076-64F6-1495-7A5ECE9464D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46088657"/>
      </p:ext>
    </p:extLst>
  </p:cSld>
  <p:clrMapOvr>
    <a:masterClrMapping/>
  </p:clrMapOvr>
  <p:transition spd="med"/>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1967039"/>
            <a:ext cx="10744985"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4" name="Text Placeholder 6">
            <a:extLst>
              <a:ext uri="{FF2B5EF4-FFF2-40B4-BE49-F238E27FC236}">
                <a16:creationId xmlns:a16="http://schemas.microsoft.com/office/drawing/2014/main" id="{4F6AC76B-2869-98E3-7299-3F862A29595E}"/>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47741138"/>
      </p:ext>
    </p:extLst>
  </p:cSld>
  <p:clrMapOvr>
    <a:masterClrMapping/>
  </p:clrMapOvr>
  <p:transition spd="med"/>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1_Two Line Title + Bullets ">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80444097"/>
      </p:ext>
    </p:extLst>
  </p:cSld>
  <p:clrMapOvr>
    <a:masterClrMapping/>
  </p:clrMapOvr>
  <p:transition spd="med"/>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2_Two Line Title + Bullets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F5F617-A310-F48D-6B35-8D48BC965BC6}"/>
              </a:ext>
            </a:extLst>
          </p:cNvPr>
          <p:cNvSpPr/>
          <p:nvPr userDrawn="1"/>
        </p:nvSpPr>
        <p:spPr>
          <a:xfrm>
            <a:off x="0" y="0"/>
            <a:ext cx="12192000" cy="1797269"/>
          </a:xfrm>
          <a:prstGeom prst="rect">
            <a:avLst/>
          </a:prstGeom>
          <a:solidFill>
            <a:schemeClr val="bg1"/>
          </a:solidFill>
          <a:ln w="31750" cap="flat">
            <a:noFill/>
            <a:prstDash val="solid"/>
            <a:miter/>
          </a:ln>
          <a:effectLst>
            <a:outerShdw blurRad="127000" dist="50800" dir="2700000" algn="tl" rotWithShape="0">
              <a:prstClr val="black">
                <a:alpha val="29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pitchFamily="2" charset="77"/>
              <a:ea typeface="+mn-ea"/>
              <a:cs typeface="+mn-cs"/>
            </a:endParaRPr>
          </a:p>
        </p:txBody>
      </p:sp>
      <p:cxnSp>
        <p:nvCxnSpPr>
          <p:cNvPr id="16" name="Straight Connector 15">
            <a:extLst>
              <a:ext uri="{FF2B5EF4-FFF2-40B4-BE49-F238E27FC236}">
                <a16:creationId xmlns:a16="http://schemas.microsoft.com/office/drawing/2014/main" id="{EB44D587-4FB6-2934-5221-87C49F5048FA}"/>
              </a:ext>
            </a:extLst>
          </p:cNvPr>
          <p:cNvCxnSpPr>
            <a:cxnSpLocks/>
          </p:cNvCxnSpPr>
          <p:nvPr userDrawn="1"/>
        </p:nvCxnSpPr>
        <p:spPr bwMode="auto">
          <a:xfrm flipV="1">
            <a:off x="930361" y="393761"/>
            <a:ext cx="0" cy="767527"/>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7921B36E-15F1-CF09-5E5F-204D4911775C}"/>
              </a:ext>
            </a:extLst>
          </p:cNvPr>
          <p:cNvSpPr>
            <a:spLocks noGrp="1"/>
          </p:cNvSpPr>
          <p:nvPr>
            <p:ph type="title" hasCustomPrompt="1"/>
          </p:nvPr>
        </p:nvSpPr>
        <p:spPr>
          <a:xfrm>
            <a:off x="1044205" y="240431"/>
            <a:ext cx="10744985" cy="1034129"/>
          </a:xfrm>
          <a:prstGeom prst="rect">
            <a:avLst/>
          </a:prstGeom>
        </p:spPr>
        <p:txBody>
          <a:bodyPr wrap="square" anchor="b">
            <a:spAutoFit/>
          </a:bodyPr>
          <a:lstStyle>
            <a:lvl1pPr>
              <a:lnSpc>
                <a:spcPct val="90000"/>
              </a:lnSpc>
              <a:defRPr sz="3400" b="0" i="0">
                <a:latin typeface="Barlow Light" pitchFamily="2" charset="77"/>
              </a:defRPr>
            </a:lvl1pPr>
          </a:lstStyle>
          <a:p>
            <a:r>
              <a:rPr lang="en-US"/>
              <a:t>Click to edit</a:t>
            </a:r>
            <a:br>
              <a:rPr lang="en-US"/>
            </a:br>
            <a:r>
              <a:rPr lang="en-US"/>
              <a:t>two line title</a:t>
            </a:r>
          </a:p>
        </p:txBody>
      </p:sp>
      <p:pic>
        <p:nvPicPr>
          <p:cNvPr id="6" name="Picture 5" descr="A blue and grey text on a black background&#10;&#10;AI-generated content may be incorrect.">
            <a:extLst>
              <a:ext uri="{FF2B5EF4-FFF2-40B4-BE49-F238E27FC236}">
                <a16:creationId xmlns:a16="http://schemas.microsoft.com/office/drawing/2014/main" id="{0EB7364A-9A65-FD2B-C211-D29019B813D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
        <p:nvSpPr>
          <p:cNvPr id="3" name="Text Placeholder 6">
            <a:extLst>
              <a:ext uri="{FF2B5EF4-FFF2-40B4-BE49-F238E27FC236}">
                <a16:creationId xmlns:a16="http://schemas.microsoft.com/office/drawing/2014/main" id="{66DF1F48-9702-F8FB-CDD6-9FE82341A5AF}"/>
              </a:ext>
            </a:extLst>
          </p:cNvPr>
          <p:cNvSpPr>
            <a:spLocks noGrp="1"/>
          </p:cNvSpPr>
          <p:nvPr>
            <p:ph type="body" sz="quarter" idx="10" hasCustomPrompt="1"/>
          </p:nvPr>
        </p:nvSpPr>
        <p:spPr>
          <a:xfrm>
            <a:off x="1044205" y="1252690"/>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612932469"/>
      </p:ext>
    </p:extLst>
  </p:cSld>
  <p:clrMapOvr>
    <a:masterClrMapping/>
  </p:clrMapOvr>
  <p:transition spd="med"/>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Two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899" y="2500439"/>
            <a:ext cx="4954501"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6513603" y="2500439"/>
            <a:ext cx="5106897"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9DC5E415-09BB-2A36-2B27-2795E44886F8}"/>
              </a:ext>
            </a:extLst>
          </p:cNvPr>
          <p:cNvSpPr>
            <a:spLocks noGrp="1"/>
          </p:cNvSpPr>
          <p:nvPr>
            <p:ph type="body" sz="quarter" idx="18"/>
          </p:nvPr>
        </p:nvSpPr>
        <p:spPr>
          <a:xfrm>
            <a:off x="723899" y="2030539"/>
            <a:ext cx="4954501"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E9E85716-54C9-AEEF-8D42-0F442EE7C86D}"/>
              </a:ext>
            </a:extLst>
          </p:cNvPr>
          <p:cNvSpPr>
            <a:spLocks noGrp="1"/>
          </p:cNvSpPr>
          <p:nvPr>
            <p:ph type="body" sz="quarter" idx="19"/>
          </p:nvPr>
        </p:nvSpPr>
        <p:spPr>
          <a:xfrm>
            <a:off x="6513603" y="2030539"/>
            <a:ext cx="5106897"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cxnSp>
        <p:nvCxnSpPr>
          <p:cNvPr id="11" name="Straight Connector 10">
            <a:extLst>
              <a:ext uri="{FF2B5EF4-FFF2-40B4-BE49-F238E27FC236}">
                <a16:creationId xmlns:a16="http://schemas.microsoft.com/office/drawing/2014/main" id="{DAAB6617-586B-351A-F206-AEC07C2A37B3}"/>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24AF1EB-0D34-A7F6-CAB1-1EFBE3C128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E557E2D3-B73E-9A55-7DDC-59D13362BC24}"/>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EBE4EC8B-39A0-5B0B-1F2A-2868DAB099C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143430914"/>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Three columns black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23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79629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4343400" y="2500439"/>
            <a:ext cx="365760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6454257A-988F-11BD-9BED-16CECA09F918}"/>
              </a:ext>
            </a:extLst>
          </p:cNvPr>
          <p:cNvSpPr>
            <a:spLocks noGrp="1"/>
          </p:cNvSpPr>
          <p:nvPr>
            <p:ph type="body" sz="quarter" idx="19"/>
          </p:nvPr>
        </p:nvSpPr>
        <p:spPr>
          <a:xfrm>
            <a:off x="723900" y="2035310"/>
            <a:ext cx="3619498"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0" name="Text Placeholder 2">
            <a:extLst>
              <a:ext uri="{FF2B5EF4-FFF2-40B4-BE49-F238E27FC236}">
                <a16:creationId xmlns:a16="http://schemas.microsoft.com/office/drawing/2014/main" id="{66C8F56F-30DC-4B58-F50E-EB97D263E422}"/>
              </a:ext>
            </a:extLst>
          </p:cNvPr>
          <p:cNvSpPr>
            <a:spLocks noGrp="1"/>
          </p:cNvSpPr>
          <p:nvPr>
            <p:ph type="body" sz="quarter" idx="20"/>
          </p:nvPr>
        </p:nvSpPr>
        <p:spPr>
          <a:xfrm>
            <a:off x="4381501" y="2035310"/>
            <a:ext cx="35814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1" name="Text Placeholder 2">
            <a:extLst>
              <a:ext uri="{FF2B5EF4-FFF2-40B4-BE49-F238E27FC236}">
                <a16:creationId xmlns:a16="http://schemas.microsoft.com/office/drawing/2014/main" id="{06A49F06-C1F6-841B-05E0-4800B08CF4AF}"/>
              </a:ext>
            </a:extLst>
          </p:cNvPr>
          <p:cNvSpPr>
            <a:spLocks noGrp="1"/>
          </p:cNvSpPr>
          <p:nvPr>
            <p:ph type="body" sz="quarter" idx="21"/>
          </p:nvPr>
        </p:nvSpPr>
        <p:spPr>
          <a:xfrm>
            <a:off x="8001000" y="2035310"/>
            <a:ext cx="36194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cxnSp>
        <p:nvCxnSpPr>
          <p:cNvPr id="13" name="Straight Connector 12">
            <a:extLst>
              <a:ext uri="{FF2B5EF4-FFF2-40B4-BE49-F238E27FC236}">
                <a16:creationId xmlns:a16="http://schemas.microsoft.com/office/drawing/2014/main" id="{C8474A0D-237D-0680-2B25-1FA17B34D9E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B3A5E78E-EAAF-15A2-3D8D-077A9BBE54F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55B6A2-D9DA-BBAC-906B-1FFC12FCB83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44FA2940-3B5C-4842-D0BE-5763C9EEEF3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55139694"/>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Four columns black headin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8A701299-E15C-F8A6-BF69-2A12D2D88C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2" name="Text Placeholder 2">
            <a:extLst>
              <a:ext uri="{FF2B5EF4-FFF2-40B4-BE49-F238E27FC236}">
                <a16:creationId xmlns:a16="http://schemas.microsoft.com/office/drawing/2014/main" id="{8FECFC75-80A2-6281-9F37-4DBBEED35AC7}"/>
              </a:ext>
            </a:extLst>
          </p:cNvPr>
          <p:cNvSpPr>
            <a:spLocks noGrp="1"/>
          </p:cNvSpPr>
          <p:nvPr>
            <p:ph type="body" sz="quarter" idx="22"/>
          </p:nvPr>
        </p:nvSpPr>
        <p:spPr>
          <a:xfrm>
            <a:off x="51054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1897DB20-863F-53F7-D9ED-98BDD9C49422}"/>
              </a:ext>
            </a:extLst>
          </p:cNvPr>
          <p:cNvSpPr>
            <a:spLocks noGrp="1"/>
          </p:cNvSpPr>
          <p:nvPr>
            <p:ph type="body" sz="quarter" idx="23"/>
          </p:nvPr>
        </p:nvSpPr>
        <p:spPr>
          <a:xfrm>
            <a:off x="8976360"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6" name="Text Placeholder 2">
            <a:extLst>
              <a:ext uri="{FF2B5EF4-FFF2-40B4-BE49-F238E27FC236}">
                <a16:creationId xmlns:a16="http://schemas.microsoft.com/office/drawing/2014/main" id="{27AC55C0-95A4-3555-CCA3-1B9077A12297}"/>
              </a:ext>
            </a:extLst>
          </p:cNvPr>
          <p:cNvSpPr>
            <a:spLocks noGrp="1"/>
          </p:cNvSpPr>
          <p:nvPr>
            <p:ph type="body" sz="quarter" idx="24"/>
          </p:nvPr>
        </p:nvSpPr>
        <p:spPr>
          <a:xfrm>
            <a:off x="3342132"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4F2DBFAF-3714-B65E-41F3-4D12BAF7A6F4}"/>
              </a:ext>
            </a:extLst>
          </p:cNvPr>
          <p:cNvSpPr>
            <a:spLocks noGrp="1"/>
          </p:cNvSpPr>
          <p:nvPr>
            <p:ph type="body" sz="quarter" idx="25"/>
          </p:nvPr>
        </p:nvSpPr>
        <p:spPr>
          <a:xfrm>
            <a:off x="6173724" y="2523299"/>
            <a:ext cx="2750820"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29AB863D-C1EB-DB6A-F67B-7E428FE8306E}"/>
              </a:ext>
            </a:extLst>
          </p:cNvPr>
          <p:cNvSpPr>
            <a:spLocks noGrp="1"/>
          </p:cNvSpPr>
          <p:nvPr>
            <p:ph type="body" sz="quarter" idx="26"/>
          </p:nvPr>
        </p:nvSpPr>
        <p:spPr>
          <a:xfrm>
            <a:off x="510540" y="2042930"/>
            <a:ext cx="274319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35D5D651-936C-414A-69C8-0D6DA740FFCD}"/>
              </a:ext>
            </a:extLst>
          </p:cNvPr>
          <p:cNvSpPr>
            <a:spLocks noGrp="1"/>
          </p:cNvSpPr>
          <p:nvPr>
            <p:ph type="body" sz="quarter" idx="27"/>
          </p:nvPr>
        </p:nvSpPr>
        <p:spPr>
          <a:xfrm>
            <a:off x="3342132" y="2042930"/>
            <a:ext cx="2750819"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0" name="Text Placeholder 2">
            <a:extLst>
              <a:ext uri="{FF2B5EF4-FFF2-40B4-BE49-F238E27FC236}">
                <a16:creationId xmlns:a16="http://schemas.microsoft.com/office/drawing/2014/main" id="{AD108612-B614-0530-2FB2-8967975D23FD}"/>
              </a:ext>
            </a:extLst>
          </p:cNvPr>
          <p:cNvSpPr>
            <a:spLocks noGrp="1"/>
          </p:cNvSpPr>
          <p:nvPr>
            <p:ph type="body" sz="quarter" idx="28"/>
          </p:nvPr>
        </p:nvSpPr>
        <p:spPr>
          <a:xfrm>
            <a:off x="6173724"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1" name="Text Placeholder 2">
            <a:extLst>
              <a:ext uri="{FF2B5EF4-FFF2-40B4-BE49-F238E27FC236}">
                <a16:creationId xmlns:a16="http://schemas.microsoft.com/office/drawing/2014/main" id="{ED5F2C16-C788-0FA6-08F9-1AFE2219A7BD}"/>
              </a:ext>
            </a:extLst>
          </p:cNvPr>
          <p:cNvSpPr>
            <a:spLocks noGrp="1"/>
          </p:cNvSpPr>
          <p:nvPr>
            <p:ph type="body" sz="quarter" idx="29"/>
          </p:nvPr>
        </p:nvSpPr>
        <p:spPr>
          <a:xfrm>
            <a:off x="8976360" y="2042930"/>
            <a:ext cx="2743200"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1" i="0">
                <a:solidFill>
                  <a:schemeClr val="bg2"/>
                </a:solidFill>
                <a:latin typeface="+mj-lt"/>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sp>
        <p:nvSpPr>
          <p:cNvPr id="2" name="Title 1">
            <a:extLst>
              <a:ext uri="{FF2B5EF4-FFF2-40B4-BE49-F238E27FC236}">
                <a16:creationId xmlns:a16="http://schemas.microsoft.com/office/drawing/2014/main" id="{1EDA1FEC-0275-0C08-20D5-975DB9F2A68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FE4A2E6A-F4F7-8BD1-1197-10E8234EE71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376A14D6-AE6C-0168-36BB-48880B59086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757506093"/>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Half and half - text and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6513602" y="1371600"/>
            <a:ext cx="5106897"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cxnSp>
        <p:nvCxnSpPr>
          <p:cNvPr id="6" name="Straight Connector 5">
            <a:extLst>
              <a:ext uri="{FF2B5EF4-FFF2-40B4-BE49-F238E27FC236}">
                <a16:creationId xmlns:a16="http://schemas.microsoft.com/office/drawing/2014/main" id="{8243EE58-DA37-A5C6-B77B-EBD8A8B9ED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3D6CCF-4594-DC5E-EF3D-B9865C9BDE4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77D88CEB-6D86-876B-553E-A12F18094096}"/>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0" name="Text Placeholder 2">
            <a:extLst>
              <a:ext uri="{FF2B5EF4-FFF2-40B4-BE49-F238E27FC236}">
                <a16:creationId xmlns:a16="http://schemas.microsoft.com/office/drawing/2014/main" id="{3AD746EA-F253-9309-E658-C01AD378A11D}"/>
              </a:ext>
            </a:extLst>
          </p:cNvPr>
          <p:cNvSpPr>
            <a:spLocks noGrp="1"/>
          </p:cNvSpPr>
          <p:nvPr>
            <p:ph type="body" sz="quarter" idx="22"/>
          </p:nvPr>
        </p:nvSpPr>
        <p:spPr>
          <a:xfrm>
            <a:off x="1044205" y="2711931"/>
            <a:ext cx="4634194"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AFA3F884-06DB-D939-634B-2C95170AE45C}"/>
              </a:ext>
            </a:extLst>
          </p:cNvPr>
          <p:cNvSpPr>
            <a:spLocks noGrp="1"/>
          </p:cNvSpPr>
          <p:nvPr>
            <p:ph type="body" sz="quarter" idx="26"/>
          </p:nvPr>
        </p:nvSpPr>
        <p:spPr>
          <a:xfrm>
            <a:off x="1044205" y="2042930"/>
            <a:ext cx="4621355"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3" name="Picture 2" descr="A blue and grey text on a black background&#10;&#10;AI-generated content may be incorrect.">
            <a:extLst>
              <a:ext uri="{FF2B5EF4-FFF2-40B4-BE49-F238E27FC236}">
                <a16:creationId xmlns:a16="http://schemas.microsoft.com/office/drawing/2014/main" id="{2272375B-3318-BFA3-1CF2-BCAFB064FCC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046362265"/>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Half and half photo and tex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C7C4B6A-3EC9-8B35-4011-397761BBFE27}"/>
              </a:ext>
            </a:extLst>
          </p:cNvPr>
          <p:cNvSpPr>
            <a:spLocks noGrp="1"/>
          </p:cNvSpPr>
          <p:nvPr>
            <p:ph type="pic" sz="quarter" idx="18"/>
          </p:nvPr>
        </p:nvSpPr>
        <p:spPr>
          <a:xfrm>
            <a:off x="930361" y="1371600"/>
            <a:ext cx="4748038" cy="4876800"/>
          </a:xfrm>
          <a:prstGeom prst="rect">
            <a:avLst/>
          </a:prstGeom>
          <a:solidFill>
            <a:schemeClr val="tx2"/>
          </a:solidFill>
        </p:spPr>
        <p:txBody>
          <a:bodyPr anchor="ctr"/>
          <a:lstStyle>
            <a:lvl1pPr marL="0" indent="0" algn="ctr">
              <a:buFont typeface="Arial" panose="020B0604020202020204" pitchFamily="34" charset="0"/>
              <a:buNone/>
              <a:defRPr sz="2800" b="0" i="0">
                <a:latin typeface="Barlow Light" pitchFamily="2" charset="77"/>
              </a:defRPr>
            </a:lvl1pPr>
          </a:lstStyle>
          <a:p>
            <a:endParaRPr lang="en-US"/>
          </a:p>
        </p:txBody>
      </p:sp>
      <p:cxnSp>
        <p:nvCxnSpPr>
          <p:cNvPr id="11" name="Straight Connector 10">
            <a:extLst>
              <a:ext uri="{FF2B5EF4-FFF2-40B4-BE49-F238E27FC236}">
                <a16:creationId xmlns:a16="http://schemas.microsoft.com/office/drawing/2014/main" id="{45CF24BF-6C34-CBED-7E23-E7216D5F2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84C55A1-DB54-1B07-6E8B-AE1E726968A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8C8A6623-AB9C-95B1-47EC-9A69E4A4E8B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4" name="Text Placeholder 2">
            <a:extLst>
              <a:ext uri="{FF2B5EF4-FFF2-40B4-BE49-F238E27FC236}">
                <a16:creationId xmlns:a16="http://schemas.microsoft.com/office/drawing/2014/main" id="{15133D54-A173-073C-0272-11B74D062C13}"/>
              </a:ext>
            </a:extLst>
          </p:cNvPr>
          <p:cNvSpPr>
            <a:spLocks noGrp="1"/>
          </p:cNvSpPr>
          <p:nvPr>
            <p:ph type="body" sz="quarter" idx="22"/>
          </p:nvPr>
        </p:nvSpPr>
        <p:spPr>
          <a:xfrm>
            <a:off x="6513603" y="2711931"/>
            <a:ext cx="47480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108B6FD4-169E-CBBE-D64C-A2376F48F0C6}"/>
              </a:ext>
            </a:extLst>
          </p:cNvPr>
          <p:cNvSpPr>
            <a:spLocks noGrp="1"/>
          </p:cNvSpPr>
          <p:nvPr>
            <p:ph type="body" sz="quarter" idx="26"/>
          </p:nvPr>
        </p:nvSpPr>
        <p:spPr>
          <a:xfrm>
            <a:off x="6513603" y="2042930"/>
            <a:ext cx="4734882" cy="461665"/>
          </a:xfrm>
          <a:prstGeom prst="rect">
            <a:avLst/>
          </a:prstGeom>
        </p:spPr>
        <p:txBody>
          <a:bodyPr wrap="square" anchor="b">
            <a:spAutoFit/>
          </a:bodyPr>
          <a:lstStyle>
            <a:lvl1pPr marL="0" indent="0">
              <a:buClr>
                <a:schemeClr val="bg2"/>
              </a:buClr>
              <a:buFont typeface="Arial" panose="020B0604020202020204" pitchFamily="34" charset="0"/>
              <a:buNone/>
              <a:tabLst/>
              <a:defRPr sz="2400" b="0" i="0">
                <a:solidFill>
                  <a:schemeClr val="tx1"/>
                </a:solidFill>
                <a:latin typeface="Barlow Light" pitchFamily="2" charset="77"/>
              </a:defRPr>
            </a:lvl1pPr>
            <a:lvl2pPr marL="174625" indent="0">
              <a:buClr>
                <a:schemeClr val="bg2"/>
              </a:buClr>
              <a:buSzPct val="100000"/>
              <a:buFont typeface="Arial" panose="020B0604020202020204" pitchFamily="34" charset="0"/>
              <a:buNone/>
              <a:tabLst/>
              <a:defRPr sz="1800" b="1">
                <a:solidFill>
                  <a:schemeClr val="bg2"/>
                </a:solidFill>
                <a:latin typeface="+mn-lt"/>
              </a:defRPr>
            </a:lvl2pPr>
            <a:lvl3pPr marL="342900" indent="0">
              <a:buClr>
                <a:schemeClr val="bg2"/>
              </a:buClr>
              <a:buSzPct val="100000"/>
              <a:buFont typeface="Arial" panose="020B0604020202020204" pitchFamily="34" charset="0"/>
              <a:buNone/>
              <a:tabLst/>
              <a:defRPr sz="1600" b="1">
                <a:solidFill>
                  <a:schemeClr val="bg2"/>
                </a:solidFill>
                <a:latin typeface="+mn-lt"/>
              </a:defRPr>
            </a:lvl3pPr>
            <a:lvl4pPr marL="460375" indent="0">
              <a:buClr>
                <a:schemeClr val="bg2"/>
              </a:buClr>
              <a:buFont typeface="Arial" panose="020B0604020202020204" pitchFamily="34" charset="0"/>
              <a:buNone/>
              <a:tabLst/>
              <a:defRPr sz="1400" b="1">
                <a:solidFill>
                  <a:schemeClr val="bg2"/>
                </a:solidFill>
                <a:latin typeface="+mn-lt"/>
              </a:defRPr>
            </a:lvl4pPr>
            <a:lvl5pPr marL="576263" indent="0">
              <a:buClr>
                <a:schemeClr val="bg2"/>
              </a:buClr>
              <a:buFont typeface="Arial" panose="020B0604020202020204" pitchFamily="34" charset="0"/>
              <a:buNone/>
              <a:tabLst/>
              <a:defRPr sz="1400" b="1">
                <a:solidFill>
                  <a:schemeClr val="bg2"/>
                </a:solidFill>
                <a:latin typeface="+mn-lt"/>
              </a:defRPr>
            </a:lvl5pPr>
          </a:lstStyle>
          <a:p>
            <a:pPr lvl="0"/>
            <a:r>
              <a:rPr lang="en-US"/>
              <a:t>Click to edit</a:t>
            </a:r>
          </a:p>
        </p:txBody>
      </p:sp>
      <p:pic>
        <p:nvPicPr>
          <p:cNvPr id="8" name="Picture 7" descr="A blue and grey text on a black background&#10;&#10;AI-generated content may be incorrect.">
            <a:extLst>
              <a:ext uri="{FF2B5EF4-FFF2-40B4-BE49-F238E27FC236}">
                <a16:creationId xmlns:a16="http://schemas.microsoft.com/office/drawing/2014/main" id="{FC242A92-D488-0F4C-9000-B9656D76286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62198613"/>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Half and half with callout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BB4700F3-A4E1-D1DA-53D1-CC466185B364}"/>
              </a:ext>
            </a:extLst>
          </p:cNvPr>
          <p:cNvSpPr/>
          <p:nvPr userDrawn="1"/>
        </p:nvSpPr>
        <p:spPr>
          <a:xfrm>
            <a:off x="193289" y="1313665"/>
            <a:ext cx="5716858" cy="4204419"/>
          </a:xfrm>
          <a:prstGeom prst="roundRect">
            <a:avLst>
              <a:gd name="adj" fmla="val 1956"/>
            </a:avLst>
          </a:prstGeom>
          <a:gradFill flip="none" rotWithShape="1">
            <a:gsLst>
              <a:gs pos="100000">
                <a:schemeClr val="bg1"/>
              </a:gs>
              <a:gs pos="0">
                <a:schemeClr val="bg1">
                  <a:lumMod val="85000"/>
                </a:schemeClr>
              </a:gs>
            </a:gsLst>
            <a:lin ang="7200000" scaled="0"/>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6257992" y="1313665"/>
            <a:ext cx="5716857" cy="4204419"/>
          </a:xfrm>
          <a:prstGeom prst="roundRect">
            <a:avLst>
              <a:gd name="adj" fmla="val 1758"/>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6276109" y="1317163"/>
            <a:ext cx="5698738" cy="3964842"/>
          </a:xfrm>
          <a:prstGeom prst="roundRect">
            <a:avLst>
              <a:gd name="adj" fmla="val 1934"/>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191193" y="1344707"/>
            <a:ext cx="5673192" cy="3926540"/>
          </a:xfrm>
          <a:prstGeom prst="roundRect">
            <a:avLst>
              <a:gd name="adj" fmla="val 2132"/>
            </a:avLst>
          </a:prstGeom>
        </p:spPr>
        <p:txBody>
          <a:bodyPr>
            <a:noAutofit/>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91E95DBA-4C25-2402-58EF-E5244AE58E02}"/>
              </a:ext>
            </a:extLst>
          </p:cNvPr>
          <p:cNvCxnSpPr>
            <a:cxnSpLocks/>
          </p:cNvCxnSpPr>
          <p:nvPr userDrawn="1"/>
        </p:nvCxnSpPr>
        <p:spPr bwMode="auto">
          <a:xfrm flipV="1">
            <a:off x="6062356" y="1799063"/>
            <a:ext cx="0" cy="3189249"/>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26" name="Round Same Side Corner Rectangle 25">
            <a:extLst>
              <a:ext uri="{FF2B5EF4-FFF2-40B4-BE49-F238E27FC236}">
                <a16:creationId xmlns:a16="http://schemas.microsoft.com/office/drawing/2014/main" id="{E9CA11EF-87BE-E3EA-5B0A-A1FFE766CC8B}"/>
              </a:ext>
            </a:extLst>
          </p:cNvPr>
          <p:cNvSpPr/>
          <p:nvPr userDrawn="1"/>
        </p:nvSpPr>
        <p:spPr>
          <a:xfrm>
            <a:off x="4528" y="5402831"/>
            <a:ext cx="6029155" cy="1012838"/>
          </a:xfrm>
          <a:prstGeom prst="round2SameRect">
            <a:avLst>
              <a:gd name="adj1" fmla="val 6575"/>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7" name="Round Same Side Corner Rectangle 26">
            <a:extLst>
              <a:ext uri="{FF2B5EF4-FFF2-40B4-BE49-F238E27FC236}">
                <a16:creationId xmlns:a16="http://schemas.microsoft.com/office/drawing/2014/main" id="{B589F7AB-621C-87B2-9ADD-92DF4E3F9EF1}"/>
              </a:ext>
            </a:extLst>
          </p:cNvPr>
          <p:cNvSpPr/>
          <p:nvPr userDrawn="1"/>
        </p:nvSpPr>
        <p:spPr>
          <a:xfrm>
            <a:off x="6062357" y="5402831"/>
            <a:ext cx="6126736" cy="1012838"/>
          </a:xfrm>
          <a:prstGeom prst="round2SameRect">
            <a:avLst>
              <a:gd name="adj1" fmla="val 6575"/>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28" name="Text Placeholder 2">
            <a:extLst>
              <a:ext uri="{FF2B5EF4-FFF2-40B4-BE49-F238E27FC236}">
                <a16:creationId xmlns:a16="http://schemas.microsoft.com/office/drawing/2014/main" id="{9CE4D86C-373B-2888-4CCE-4DF0D0DC3227}"/>
              </a:ext>
            </a:extLst>
          </p:cNvPr>
          <p:cNvSpPr>
            <a:spLocks noGrp="1"/>
          </p:cNvSpPr>
          <p:nvPr>
            <p:ph type="body" sz="quarter" idx="17"/>
          </p:nvPr>
        </p:nvSpPr>
        <p:spPr>
          <a:xfrm>
            <a:off x="19395" y="5637137"/>
            <a:ext cx="6042959"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sp>
        <p:nvSpPr>
          <p:cNvPr id="29" name="Text Placeholder 2">
            <a:extLst>
              <a:ext uri="{FF2B5EF4-FFF2-40B4-BE49-F238E27FC236}">
                <a16:creationId xmlns:a16="http://schemas.microsoft.com/office/drawing/2014/main" id="{5BF8DE91-82EF-8EA1-FFD7-9B5CA1D1FB69}"/>
              </a:ext>
            </a:extLst>
          </p:cNvPr>
          <p:cNvSpPr>
            <a:spLocks noGrp="1"/>
          </p:cNvSpPr>
          <p:nvPr>
            <p:ph type="body" sz="quarter" idx="20"/>
          </p:nvPr>
        </p:nvSpPr>
        <p:spPr>
          <a:xfrm>
            <a:off x="6077221" y="5637137"/>
            <a:ext cx="6095384" cy="590931"/>
          </a:xfrm>
          <a:prstGeom prst="rect">
            <a:avLst/>
          </a:prstGeom>
        </p:spPr>
        <p:txBody>
          <a:bodyPr wrap="square">
            <a:spAutoFit/>
          </a:bodyPr>
          <a:lstStyle>
            <a:lvl1pPr marL="0" indent="0" algn="ctr">
              <a:lnSpc>
                <a:spcPct val="90000"/>
              </a:lnSpc>
              <a:spcAft>
                <a:spcPts val="0"/>
              </a:spcAft>
              <a:buClr>
                <a:schemeClr val="bg2"/>
              </a:buClr>
              <a:buFont typeface="Arial" panose="020B0604020202020204" pitchFamily="34" charset="0"/>
              <a:buNone/>
              <a:tabLst/>
              <a:defRPr b="1" i="0">
                <a:solidFill>
                  <a:schemeClr val="bg1"/>
                </a:solidFill>
                <a:latin typeface="+mj-lt"/>
              </a:defRPr>
            </a:lvl1pPr>
            <a:lvl2pPr marL="6350" indent="0" algn="ctr">
              <a:lnSpc>
                <a:spcPct val="90000"/>
              </a:lnSpc>
              <a:spcAft>
                <a:spcPts val="0"/>
              </a:spcAft>
              <a:buClr>
                <a:schemeClr val="bg2"/>
              </a:buClr>
              <a:buSzPct val="100000"/>
              <a:buFont typeface="Arial" panose="020B0604020202020204" pitchFamily="34" charset="0"/>
              <a:buNone/>
              <a:tabLst/>
              <a:defRPr b="0"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0">
                <a:solidFill>
                  <a:schemeClr val="bg1"/>
                </a:solidFill>
                <a:latin typeface="+mn-lt"/>
              </a:defRPr>
            </a:lvl3pPr>
            <a:lvl4pPr marL="460375" indent="0">
              <a:buClr>
                <a:schemeClr val="bg2"/>
              </a:buClr>
              <a:buFont typeface="Arial" panose="020B0604020202020204" pitchFamily="34" charset="0"/>
              <a:buNone/>
              <a:tabLst/>
              <a:defRPr b="0">
                <a:solidFill>
                  <a:schemeClr val="bg1"/>
                </a:solidFill>
                <a:latin typeface="+mn-lt"/>
              </a:defRPr>
            </a:lvl4pPr>
            <a:lvl5pPr marL="576263" indent="0">
              <a:buClr>
                <a:schemeClr val="bg2"/>
              </a:buClr>
              <a:buFont typeface="Arial" panose="020B0604020202020204" pitchFamily="34" charset="0"/>
              <a:buNone/>
              <a:tabLst/>
              <a:defRPr b="0">
                <a:solidFill>
                  <a:schemeClr val="bg1"/>
                </a:solidFill>
                <a:latin typeface="+mn-lt"/>
              </a:defRPr>
            </a:lvl5pPr>
          </a:lstStyle>
          <a:p>
            <a:pPr lvl="0"/>
            <a:r>
              <a:rPr lang="en-US"/>
              <a:t>Click to edit</a:t>
            </a:r>
          </a:p>
          <a:p>
            <a:pPr lvl="1"/>
            <a:r>
              <a:rPr lang="en-US"/>
              <a:t>Second level</a:t>
            </a:r>
          </a:p>
        </p:txBody>
      </p:sp>
      <p:cxnSp>
        <p:nvCxnSpPr>
          <p:cNvPr id="31" name="Straight Connector 30">
            <a:extLst>
              <a:ext uri="{FF2B5EF4-FFF2-40B4-BE49-F238E27FC236}">
                <a16:creationId xmlns:a16="http://schemas.microsoft.com/office/drawing/2014/main" id="{065A0F29-89EB-8721-DD4C-57CB3BBB6D5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307E5F-0DB4-5FB6-6279-C975951AA15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C217C7FE-F525-CB10-18B0-BFA0A00A908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69309A32-494E-DF9A-37DE-330A532C62F1}"/>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8523942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hirds with heading in first column">
    <p:spTree>
      <p:nvGrpSpPr>
        <p:cNvPr id="1" name=""/>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425244" y="1600280"/>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3683127" y="1313665"/>
            <a:ext cx="4147462" cy="5095439"/>
          </a:xfrm>
          <a:prstGeom prst="roundRect">
            <a:avLst>
              <a:gd name="adj" fmla="val 17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7930931" y="1313665"/>
            <a:ext cx="4147462" cy="5095439"/>
          </a:xfrm>
          <a:prstGeom prst="roundRect">
            <a:avLst>
              <a:gd name="adj" fmla="val 213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7930931" y="1330874"/>
            <a:ext cx="4147462" cy="5097850"/>
          </a:xfrm>
          <a:prstGeom prst="roundRect">
            <a:avLst>
              <a:gd name="adj" fmla="val 3294"/>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3683127" y="1330874"/>
            <a:ext cx="4147462" cy="5097850"/>
          </a:xfrm>
          <a:prstGeom prst="roundRect">
            <a:avLst>
              <a:gd name="adj" fmla="val 1999"/>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851A822-6BE1-5CCC-7918-943F4489290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25F4EED-837C-2004-8920-0F0C5DD6146B}"/>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9CDCD0CB-CF2C-EE11-99B4-EDEF4033FE3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7436397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Thirds with callout in third column">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CD93D4E-DF15-0D6C-65C7-11720BEF840D}"/>
              </a:ext>
            </a:extLst>
          </p:cNvPr>
          <p:cNvSpPr/>
          <p:nvPr userDrawn="1"/>
        </p:nvSpPr>
        <p:spPr>
          <a:xfrm>
            <a:off x="138543" y="1313665"/>
            <a:ext cx="3886200" cy="5029200"/>
          </a:xfrm>
          <a:prstGeom prst="roundRect">
            <a:avLst>
              <a:gd name="adj" fmla="val 2270"/>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1" name="Rounded Rectangle 10">
            <a:extLst>
              <a:ext uri="{FF2B5EF4-FFF2-40B4-BE49-F238E27FC236}">
                <a16:creationId xmlns:a16="http://schemas.microsoft.com/office/drawing/2014/main" id="{BB4700F3-A4E1-D1DA-53D1-CC466185B364}"/>
              </a:ext>
            </a:extLst>
          </p:cNvPr>
          <p:cNvSpPr/>
          <p:nvPr userDrawn="1"/>
        </p:nvSpPr>
        <p:spPr>
          <a:xfrm>
            <a:off x="4123113" y="1313665"/>
            <a:ext cx="3928455" cy="5029200"/>
          </a:xfrm>
          <a:prstGeom prst="roundRect">
            <a:avLst>
              <a:gd name="adj" fmla="val 2057"/>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2" name="Rounded Rectangle 11">
            <a:extLst>
              <a:ext uri="{FF2B5EF4-FFF2-40B4-BE49-F238E27FC236}">
                <a16:creationId xmlns:a16="http://schemas.microsoft.com/office/drawing/2014/main" id="{5B4AB126-E01D-1C16-E128-B28970EA2CEA}"/>
              </a:ext>
            </a:extLst>
          </p:cNvPr>
          <p:cNvSpPr/>
          <p:nvPr userDrawn="1"/>
        </p:nvSpPr>
        <p:spPr>
          <a:xfrm>
            <a:off x="8121535" y="1313665"/>
            <a:ext cx="3956858" cy="5029200"/>
          </a:xfrm>
          <a:prstGeom prst="roundRect">
            <a:avLst>
              <a:gd name="adj" fmla="val 2465"/>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lvl="0"/>
            <a:endParaRPr lang="en-US" b="0" i="0">
              <a:latin typeface="Barlow Light" pitchFamily="2" charset="77"/>
            </a:endParaRPr>
          </a:p>
        </p:txBody>
      </p:sp>
      <p:sp>
        <p:nvSpPr>
          <p:cNvPr id="16" name="Content Placeholder 15">
            <a:extLst>
              <a:ext uri="{FF2B5EF4-FFF2-40B4-BE49-F238E27FC236}">
                <a16:creationId xmlns:a16="http://schemas.microsoft.com/office/drawing/2014/main" id="{F99A3351-98BE-0278-75EF-F4026509FE22}"/>
              </a:ext>
            </a:extLst>
          </p:cNvPr>
          <p:cNvSpPr>
            <a:spLocks noGrp="1"/>
          </p:cNvSpPr>
          <p:nvPr>
            <p:ph sz="quarter" idx="18"/>
          </p:nvPr>
        </p:nvSpPr>
        <p:spPr>
          <a:xfrm>
            <a:off x="8121535" y="1317163"/>
            <a:ext cx="3923611" cy="5025702"/>
          </a:xfrm>
          <a:prstGeom prst="roundRect">
            <a:avLst>
              <a:gd name="adj" fmla="val 1712"/>
            </a:avLst>
          </a:prstGeom>
        </p:spPr>
        <p:txBody>
          <a:bodyPr/>
          <a:lstStyle>
            <a:lvl1pPr marL="230188" indent="-230188">
              <a:buClr>
                <a:schemeClr val="bg1"/>
              </a:buClr>
              <a:buSzPct val="100000"/>
              <a:buFont typeface="Arial" panose="020B0604020202020204" pitchFamily="34" charset="0"/>
              <a:buChar char="•"/>
              <a:tabLst/>
              <a:defRPr b="0" i="0">
                <a:solidFill>
                  <a:schemeClr val="bg1"/>
                </a:solidFill>
                <a:latin typeface="Barlow Light" pitchFamily="2" charset="77"/>
              </a:defRPr>
            </a:lvl1pPr>
            <a:lvl2pPr marL="914400" indent="-230188">
              <a:buClr>
                <a:schemeClr val="bg1"/>
              </a:buClr>
              <a:buSzPct val="100000"/>
              <a:buFont typeface="Arial" panose="020B0604020202020204" pitchFamily="34" charset="0"/>
              <a:buChar char="•"/>
              <a:tabLst/>
              <a:defRPr b="0" i="0">
                <a:solidFill>
                  <a:schemeClr val="bg1"/>
                </a:solidFill>
                <a:latin typeface="Barlow Light" pitchFamily="2" charset="77"/>
              </a:defRPr>
            </a:lvl2pPr>
            <a:lvl3pPr marL="1549400" indent="-173038">
              <a:buClr>
                <a:schemeClr val="bg1"/>
              </a:buClr>
              <a:buSzPct val="100000"/>
              <a:buFont typeface="Arial" panose="020B0604020202020204" pitchFamily="34" charset="0"/>
              <a:buChar char="•"/>
              <a:tabLst/>
              <a:defRPr b="0" i="0">
                <a:solidFill>
                  <a:schemeClr val="bg1"/>
                </a:solidFill>
                <a:latin typeface="Barlow Light" pitchFamily="2" charset="77"/>
              </a:defRPr>
            </a:lvl3pPr>
            <a:lvl4pPr marL="1999839" indent="-171450">
              <a:buClr>
                <a:schemeClr val="bg1"/>
              </a:buClr>
              <a:buSzPct val="100000"/>
              <a:buFont typeface="Arial" panose="020B0604020202020204" pitchFamily="34" charset="0"/>
              <a:buChar char="•"/>
              <a:defRPr b="0" i="0">
                <a:solidFill>
                  <a:schemeClr val="bg1"/>
                </a:solidFill>
                <a:latin typeface="Barlow Light" pitchFamily="2" charset="77"/>
              </a:defRPr>
            </a:lvl4pPr>
            <a:lvl5pPr marL="2609301" indent="-171450">
              <a:buClr>
                <a:schemeClr val="bg1"/>
              </a:buClr>
              <a:buSzPct val="100000"/>
              <a:buFont typeface="Arial" panose="020B0604020202020204" pitchFamily="34" charset="0"/>
              <a:buChar char="•"/>
              <a:defRPr b="0" i="0">
                <a:solidFill>
                  <a:schemeClr val="bg1"/>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5">
            <a:extLst>
              <a:ext uri="{FF2B5EF4-FFF2-40B4-BE49-F238E27FC236}">
                <a16:creationId xmlns:a16="http://schemas.microsoft.com/office/drawing/2014/main" id="{37F3176B-AD92-6C31-51CE-B9163792755C}"/>
              </a:ext>
            </a:extLst>
          </p:cNvPr>
          <p:cNvSpPr>
            <a:spLocks noGrp="1"/>
          </p:cNvSpPr>
          <p:nvPr>
            <p:ph sz="quarter" idx="19"/>
          </p:nvPr>
        </p:nvSpPr>
        <p:spPr>
          <a:xfrm>
            <a:off x="4141720" y="1317163"/>
            <a:ext cx="3869305" cy="5025702"/>
          </a:xfrm>
          <a:prstGeom prst="roundRect">
            <a:avLst>
              <a:gd name="adj" fmla="val 189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D940EC2B-F2CA-4027-538C-F658C1D07EB7}"/>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Content Placeholder 15">
            <a:extLst>
              <a:ext uri="{FF2B5EF4-FFF2-40B4-BE49-F238E27FC236}">
                <a16:creationId xmlns:a16="http://schemas.microsoft.com/office/drawing/2014/main" id="{98C28C3B-89D5-A18C-5447-2252E88CA89D}"/>
              </a:ext>
            </a:extLst>
          </p:cNvPr>
          <p:cNvSpPr>
            <a:spLocks noGrp="1"/>
          </p:cNvSpPr>
          <p:nvPr>
            <p:ph sz="quarter" idx="20"/>
          </p:nvPr>
        </p:nvSpPr>
        <p:spPr>
          <a:xfrm>
            <a:off x="146854" y="1313665"/>
            <a:ext cx="3886197" cy="5029200"/>
          </a:xfrm>
          <a:prstGeom prst="roundRect">
            <a:avLst>
              <a:gd name="adj" fmla="val 233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D3E4D535-E4BE-4580-B63E-D5A57C79FB4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D957858A-4CF1-761B-9928-D921C0EB10E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753296A7-7386-F77C-094A-02AA13A85C6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01253918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One third two thirds">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AD2419B6-DE95-71EC-5FF6-C711FB1FD429}"/>
              </a:ext>
            </a:extLst>
          </p:cNvPr>
          <p:cNvSpPr/>
          <p:nvPr userDrawn="1"/>
        </p:nvSpPr>
        <p:spPr>
          <a:xfrm>
            <a:off x="3683126" y="1313665"/>
            <a:ext cx="8395267" cy="5095439"/>
          </a:xfrm>
          <a:prstGeom prst="roundRect">
            <a:avLst>
              <a:gd name="adj" fmla="val 1709"/>
            </a:avLst>
          </a:prstGeom>
          <a:gradFill flip="none" rotWithShape="1">
            <a:gsLst>
              <a:gs pos="100000">
                <a:schemeClr val="bg1"/>
              </a:gs>
              <a:gs pos="0">
                <a:schemeClr val="bg1">
                  <a:lumMod val="85000"/>
                </a:schemeClr>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6" name="Round Same Side Corner Rectangle 5">
            <a:extLst>
              <a:ext uri="{FF2B5EF4-FFF2-40B4-BE49-F238E27FC236}">
                <a16:creationId xmlns:a16="http://schemas.microsoft.com/office/drawing/2014/main" id="{F4374A66-0E92-3A62-F17B-C2B949339A14}"/>
              </a:ext>
            </a:extLst>
          </p:cNvPr>
          <p:cNvSpPr/>
          <p:nvPr userDrawn="1"/>
        </p:nvSpPr>
        <p:spPr>
          <a:xfrm rot="5400000">
            <a:off x="-757533" y="2068794"/>
            <a:ext cx="5097850" cy="3582786"/>
          </a:xfrm>
          <a:prstGeom prst="round2SameRect">
            <a:avLst>
              <a:gd name="adj1" fmla="val 2531"/>
              <a:gd name="adj2" fmla="val 0"/>
            </a:avLst>
          </a:prstGeom>
          <a:gradFill flip="none" rotWithShape="1">
            <a:gsLst>
              <a:gs pos="14000">
                <a:schemeClr val="accent4"/>
              </a:gs>
              <a:gs pos="84000">
                <a:schemeClr val="accent2"/>
              </a:gs>
            </a:gsLst>
            <a:lin ang="270000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549935" y="1967039"/>
            <a:ext cx="2924785" cy="1641475"/>
          </a:xfrm>
          <a:prstGeom prst="rect">
            <a:avLst/>
          </a:prstGeom>
        </p:spPr>
        <p:txBody>
          <a:bodyPr wrap="square">
            <a:spAutoFit/>
          </a:bodyPr>
          <a:lstStyle>
            <a:lvl1pPr marL="0" indent="0">
              <a:buClr>
                <a:schemeClr val="bg2"/>
              </a:buClr>
              <a:buFont typeface="Arial" panose="020B0604020202020204" pitchFamily="34" charset="0"/>
              <a:buNone/>
              <a:tabLst/>
              <a:defRPr b="1"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b="1" i="0">
                <a:solidFill>
                  <a:schemeClr val="bg1"/>
                </a:solidFill>
                <a:latin typeface="Barlow Light" pitchFamily="2" charset="77"/>
              </a:defRPr>
            </a:lvl2pPr>
            <a:lvl3pPr marL="342900" indent="0">
              <a:buClr>
                <a:schemeClr val="bg2"/>
              </a:buClr>
              <a:buSzPct val="100000"/>
              <a:buFont typeface="Arial" panose="020B0604020202020204" pitchFamily="34" charset="0"/>
              <a:buNone/>
              <a:tabLst/>
              <a:defRPr b="1" i="0">
                <a:solidFill>
                  <a:schemeClr val="bg1"/>
                </a:solidFill>
                <a:latin typeface="Barlow Light" pitchFamily="2" charset="77"/>
              </a:defRPr>
            </a:lvl3pPr>
            <a:lvl4pPr marL="460375" indent="0">
              <a:buClr>
                <a:schemeClr val="bg2"/>
              </a:buClr>
              <a:buFont typeface="Arial" panose="020B0604020202020204" pitchFamily="34" charset="0"/>
              <a:buNone/>
              <a:tabLst/>
              <a:defRPr b="1" i="0">
                <a:solidFill>
                  <a:schemeClr val="bg1"/>
                </a:solidFill>
                <a:latin typeface="Barlow Light" pitchFamily="2" charset="77"/>
              </a:defRPr>
            </a:lvl4pPr>
            <a:lvl5pPr marL="576263" indent="0">
              <a:buClr>
                <a:schemeClr val="bg2"/>
              </a:buClr>
              <a:buFont typeface="Arial" panose="020B0604020202020204" pitchFamily="34" charset="0"/>
              <a:buNone/>
              <a:tabLst/>
              <a:defRPr b="1"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Content Placeholder 15">
            <a:extLst>
              <a:ext uri="{FF2B5EF4-FFF2-40B4-BE49-F238E27FC236}">
                <a16:creationId xmlns:a16="http://schemas.microsoft.com/office/drawing/2014/main" id="{949C434A-C1BF-75CC-B6DF-60B132D22719}"/>
              </a:ext>
            </a:extLst>
          </p:cNvPr>
          <p:cNvSpPr>
            <a:spLocks noGrp="1"/>
          </p:cNvSpPr>
          <p:nvPr>
            <p:ph sz="quarter" idx="19"/>
          </p:nvPr>
        </p:nvSpPr>
        <p:spPr>
          <a:xfrm>
            <a:off x="3683127" y="1317163"/>
            <a:ext cx="8395266" cy="5097850"/>
          </a:xfrm>
          <a:prstGeom prst="roundRect">
            <a:avLst>
              <a:gd name="adj" fmla="val 1608"/>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a:extLst>
              <a:ext uri="{FF2B5EF4-FFF2-40B4-BE49-F238E27FC236}">
                <a16:creationId xmlns:a16="http://schemas.microsoft.com/office/drawing/2014/main" id="{070DEDDF-64BD-AE6A-F2D9-5C52B2BF3298}"/>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CFBC13D2-2CA0-DF81-74BC-5A3C3301744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9D68FF37-554C-2D43-13AE-894EF18CAD7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F4131141-6D1B-C57B-3D7D-9D5B0543960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87675143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One third two thirds in 3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3314634"/>
            <a:ext cx="4126508" cy="424732"/>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24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2400">
                <a:solidFill>
                  <a:schemeClr val="bg2"/>
                </a:solidFill>
                <a:latin typeface="+mn-lt"/>
              </a:defRPr>
            </a:lvl2pPr>
            <a:lvl3pPr marL="342900" indent="0">
              <a:buClr>
                <a:schemeClr val="bg2"/>
              </a:buClr>
              <a:buSzPct val="100000"/>
              <a:buFont typeface="Arial" panose="020B0604020202020204" pitchFamily="34" charset="0"/>
              <a:buNone/>
              <a:tabLst/>
              <a:defRPr sz="2400">
                <a:solidFill>
                  <a:schemeClr val="bg2"/>
                </a:solidFill>
                <a:latin typeface="+mn-lt"/>
              </a:defRPr>
            </a:lvl3pPr>
            <a:lvl4pPr marL="460375" indent="0">
              <a:buClr>
                <a:schemeClr val="bg2"/>
              </a:buClr>
              <a:buFont typeface="Arial" panose="020B0604020202020204" pitchFamily="34" charset="0"/>
              <a:buNone/>
              <a:tabLst/>
              <a:defRPr sz="2400">
                <a:solidFill>
                  <a:schemeClr val="bg2"/>
                </a:solidFill>
                <a:latin typeface="+mn-lt"/>
              </a:defRPr>
            </a:lvl4pPr>
            <a:lvl5pPr marL="576263" indent="0">
              <a:buClr>
                <a:schemeClr val="bg2"/>
              </a:buClr>
              <a:buFont typeface="Arial" panose="020B0604020202020204" pitchFamily="34" charset="0"/>
              <a:buNone/>
              <a:tabLst/>
              <a:defRPr sz="2400">
                <a:solidFill>
                  <a:schemeClr val="bg2"/>
                </a:solidFill>
                <a:latin typeface="+mn-lt"/>
              </a:defRPr>
            </a:lvl5pPr>
          </a:lstStyle>
          <a:p>
            <a:pPr lvl="0"/>
            <a:r>
              <a:rPr lang="en-US"/>
              <a:t>Click to edit</a:t>
            </a:r>
          </a:p>
        </p:txBody>
      </p:sp>
      <p:sp>
        <p:nvSpPr>
          <p:cNvPr id="5" name="Text Placeholder 2">
            <a:extLst>
              <a:ext uri="{FF2B5EF4-FFF2-40B4-BE49-F238E27FC236}">
                <a16:creationId xmlns:a16="http://schemas.microsoft.com/office/drawing/2014/main" id="{1B4D7A96-C0AA-BAFE-B8DE-6FB1E36FC70E}"/>
              </a:ext>
            </a:extLst>
          </p:cNvPr>
          <p:cNvSpPr>
            <a:spLocks noGrp="1"/>
          </p:cNvSpPr>
          <p:nvPr>
            <p:ph type="body" sz="quarter" idx="17"/>
          </p:nvPr>
        </p:nvSpPr>
        <p:spPr>
          <a:xfrm>
            <a:off x="9715500"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6" name="Text Placeholder 2">
            <a:extLst>
              <a:ext uri="{FF2B5EF4-FFF2-40B4-BE49-F238E27FC236}">
                <a16:creationId xmlns:a16="http://schemas.microsoft.com/office/drawing/2014/main" id="{43094444-02CB-83E1-7F96-3464CB5A0B2A}"/>
              </a:ext>
            </a:extLst>
          </p:cNvPr>
          <p:cNvSpPr>
            <a:spLocks noGrp="1"/>
          </p:cNvSpPr>
          <p:nvPr>
            <p:ph type="body" sz="quarter" idx="18"/>
          </p:nvPr>
        </p:nvSpPr>
        <p:spPr>
          <a:xfrm>
            <a:off x="54428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7" name="Text Placeholder 2">
            <a:extLst>
              <a:ext uri="{FF2B5EF4-FFF2-40B4-BE49-F238E27FC236}">
                <a16:creationId xmlns:a16="http://schemas.microsoft.com/office/drawing/2014/main" id="{3C4D2D99-C8F9-37EE-9431-20D7620421F2}"/>
              </a:ext>
            </a:extLst>
          </p:cNvPr>
          <p:cNvSpPr>
            <a:spLocks noGrp="1"/>
          </p:cNvSpPr>
          <p:nvPr>
            <p:ph type="body" sz="quarter" idx="19"/>
          </p:nvPr>
        </p:nvSpPr>
        <p:spPr>
          <a:xfrm>
            <a:off x="7576457" y="3619728"/>
            <a:ext cx="1905000" cy="338554"/>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3" name="Content Placeholder 12">
            <a:extLst>
              <a:ext uri="{FF2B5EF4-FFF2-40B4-BE49-F238E27FC236}">
                <a16:creationId xmlns:a16="http://schemas.microsoft.com/office/drawing/2014/main" id="{1244115C-5775-515B-DBA9-4AAD5AB905D4}"/>
              </a:ext>
            </a:extLst>
          </p:cNvPr>
          <p:cNvSpPr>
            <a:spLocks noGrp="1"/>
          </p:cNvSpPr>
          <p:nvPr>
            <p:ph sz="quarter" idx="20"/>
          </p:nvPr>
        </p:nvSpPr>
        <p:spPr>
          <a:xfrm>
            <a:off x="56387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4" name="Content Placeholder 12">
            <a:extLst>
              <a:ext uri="{FF2B5EF4-FFF2-40B4-BE49-F238E27FC236}">
                <a16:creationId xmlns:a16="http://schemas.microsoft.com/office/drawing/2014/main" id="{F59C7042-83CF-C7F4-0037-F4BA02AAE187}"/>
              </a:ext>
            </a:extLst>
          </p:cNvPr>
          <p:cNvSpPr>
            <a:spLocks noGrp="1"/>
          </p:cNvSpPr>
          <p:nvPr>
            <p:ph sz="quarter" idx="21"/>
          </p:nvPr>
        </p:nvSpPr>
        <p:spPr>
          <a:xfrm>
            <a:off x="77723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5" name="Content Placeholder 12">
            <a:extLst>
              <a:ext uri="{FF2B5EF4-FFF2-40B4-BE49-F238E27FC236}">
                <a16:creationId xmlns:a16="http://schemas.microsoft.com/office/drawing/2014/main" id="{DE9FD95A-B46D-8841-1757-98BF11E2CE26}"/>
              </a:ext>
            </a:extLst>
          </p:cNvPr>
          <p:cNvSpPr>
            <a:spLocks noGrp="1"/>
          </p:cNvSpPr>
          <p:nvPr>
            <p:ph sz="quarter" idx="22"/>
          </p:nvPr>
        </p:nvSpPr>
        <p:spPr>
          <a:xfrm>
            <a:off x="9905999" y="1943266"/>
            <a:ext cx="1502909" cy="1295007"/>
          </a:xfrm>
          <a:prstGeom prst="rect">
            <a:avLst/>
          </a:prstGeom>
        </p:spPr>
        <p:txBody>
          <a:bodyPr/>
          <a:lstStyle>
            <a:lvl1pPr marL="0" indent="0">
              <a:buNone/>
              <a:defRPr b="0" i="0">
                <a:latin typeface="Barlow Light" pitchFamily="2" charset="77"/>
              </a:defRPr>
            </a:lvl1pPr>
          </a:lstStyle>
          <a:p>
            <a:pPr lvl="0"/>
            <a:endParaRPr lang="en-US"/>
          </a:p>
        </p:txBody>
      </p:sp>
      <p:sp>
        <p:nvSpPr>
          <p:cNvPr id="16" name="Text Placeholder 2">
            <a:extLst>
              <a:ext uri="{FF2B5EF4-FFF2-40B4-BE49-F238E27FC236}">
                <a16:creationId xmlns:a16="http://schemas.microsoft.com/office/drawing/2014/main" id="{607618C1-0227-2D1C-25F4-A1E90A02F452}"/>
              </a:ext>
            </a:extLst>
          </p:cNvPr>
          <p:cNvSpPr>
            <a:spLocks noGrp="1"/>
          </p:cNvSpPr>
          <p:nvPr>
            <p:ph type="body" sz="quarter" idx="23"/>
          </p:nvPr>
        </p:nvSpPr>
        <p:spPr>
          <a:xfrm>
            <a:off x="9715500"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7" name="Text Placeholder 2">
            <a:extLst>
              <a:ext uri="{FF2B5EF4-FFF2-40B4-BE49-F238E27FC236}">
                <a16:creationId xmlns:a16="http://schemas.microsoft.com/office/drawing/2014/main" id="{EC41B444-3549-D9C9-A65D-D7C62FB538C8}"/>
              </a:ext>
            </a:extLst>
          </p:cNvPr>
          <p:cNvSpPr>
            <a:spLocks noGrp="1"/>
          </p:cNvSpPr>
          <p:nvPr>
            <p:ph type="body" sz="quarter" idx="24"/>
          </p:nvPr>
        </p:nvSpPr>
        <p:spPr>
          <a:xfrm>
            <a:off x="54428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576263" indent="-115888">
              <a:buClr>
                <a:schemeClr val="bg2"/>
              </a:buClr>
              <a:buFont typeface="Arial" panose="020B0604020202020204" pitchFamily="34" charset="0"/>
              <a:buChar char="•"/>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D127D1CD-BEE1-2795-A437-8F50793D0066}"/>
              </a:ext>
            </a:extLst>
          </p:cNvPr>
          <p:cNvSpPr>
            <a:spLocks noGrp="1"/>
          </p:cNvSpPr>
          <p:nvPr>
            <p:ph type="body" sz="quarter" idx="25"/>
          </p:nvPr>
        </p:nvSpPr>
        <p:spPr>
          <a:xfrm>
            <a:off x="7576457" y="4873524"/>
            <a:ext cx="1905000" cy="954107"/>
          </a:xfrm>
          <a:prstGeom prst="rect">
            <a:avLst/>
          </a:prstGeom>
        </p:spPr>
        <p:txBody>
          <a:bodyPr wrap="square">
            <a:spAutoFit/>
          </a:bodyPr>
          <a:lstStyle>
            <a:lvl1pPr marL="0" indent="0">
              <a:buClr>
                <a:schemeClr val="bg2"/>
              </a:buClr>
              <a:buFont typeface="Arial" panose="020B0604020202020204" pitchFamily="34" charset="0"/>
              <a:buNone/>
              <a:tabLst/>
              <a:defRPr sz="28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a:solidFill>
                  <a:schemeClr val="bg2"/>
                </a:solidFill>
                <a:latin typeface="+mn-lt"/>
              </a:defRPr>
            </a:lvl2pPr>
            <a:lvl3pPr marL="460375" indent="-117475">
              <a:buClr>
                <a:schemeClr val="bg2"/>
              </a:buClr>
              <a:buSzPct val="100000"/>
              <a:buFont typeface="Arial" panose="020B0604020202020204" pitchFamily="34" charset="0"/>
              <a:buChar char="•"/>
              <a:tabLst/>
              <a:defRPr sz="1100">
                <a:solidFill>
                  <a:schemeClr val="bg2"/>
                </a:solidFill>
                <a:latin typeface="+mn-lt"/>
              </a:defRPr>
            </a:lvl3pPr>
            <a:lvl4pPr marL="460375" indent="0">
              <a:buClr>
                <a:schemeClr val="bg2"/>
              </a:buClr>
              <a:buFont typeface="Arial" panose="020B0604020202020204" pitchFamily="34" charset="0"/>
              <a:buNone/>
              <a:tabLst/>
              <a:defRPr sz="1050">
                <a:solidFill>
                  <a:schemeClr val="bg2"/>
                </a:solidFill>
                <a:latin typeface="+mn-lt"/>
              </a:defRPr>
            </a:lvl4pPr>
            <a:lvl5pPr marL="687388" indent="-111125">
              <a:buClr>
                <a:schemeClr val="bg2"/>
              </a:buClr>
              <a:buFont typeface="Arial" panose="020B0604020202020204" pitchFamily="34" charset="0"/>
              <a:buChar char="•"/>
              <a:tabLst/>
              <a:defRPr sz="1050">
                <a:solidFill>
                  <a:schemeClr val="bg2"/>
                </a:solidFill>
                <a:latin typeface="+mn-lt"/>
              </a:defRPr>
            </a:lvl5pPr>
          </a:lstStyle>
          <a:p>
            <a:pPr lvl="0"/>
            <a:r>
              <a:rPr lang="en-US"/>
              <a:t>Click to edit</a:t>
            </a:r>
          </a:p>
        </p:txBody>
      </p:sp>
      <p:cxnSp>
        <p:nvCxnSpPr>
          <p:cNvPr id="20" name="Straight Connector 19">
            <a:extLst>
              <a:ext uri="{FF2B5EF4-FFF2-40B4-BE49-F238E27FC236}">
                <a16:creationId xmlns:a16="http://schemas.microsoft.com/office/drawing/2014/main" id="{9FB5C82D-9552-3064-41C9-382DF082A7D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20DF6F28-3FCD-F3AE-8C3C-A910E2287BB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8" name="Picture 7" descr="A blue and grey text on a black background&#10;&#10;AI-generated content may be incorrect.">
            <a:extLst>
              <a:ext uri="{FF2B5EF4-FFF2-40B4-BE49-F238E27FC236}">
                <a16:creationId xmlns:a16="http://schemas.microsoft.com/office/drawing/2014/main" id="{E5B76A15-2972-DBBB-D839-CB0DACD4D27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18961245"/>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868802"/>
            <a:ext cx="10744985" cy="590931"/>
          </a:xfrm>
          <a:prstGeom prst="rect">
            <a:avLst/>
          </a:prstGeom>
        </p:spPr>
        <p:txBody>
          <a:bodyPr wrap="square" anchor="b">
            <a:spAutoFit/>
          </a:bodyPr>
          <a:lstStyle>
            <a:lvl1pPr>
              <a:lnSpc>
                <a:spcPct val="90000"/>
              </a:lnSpc>
              <a:defRPr sz="3600" b="0" i="0">
                <a:latin typeface="Barlow Light" pitchFamily="2" charset="77"/>
              </a:defRPr>
            </a:lvl1pPr>
          </a:lstStyle>
          <a:p>
            <a:r>
              <a:rPr lang="en-US"/>
              <a:t>Click to edit title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44204" y="4886171"/>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Click to edit</a:t>
            </a:r>
          </a:p>
          <a:p>
            <a:pPr lvl="1"/>
            <a:r>
              <a:rPr lang="en-US"/>
              <a:t>Second level</a:t>
            </a:r>
          </a:p>
        </p:txBody>
      </p:sp>
      <p:sp>
        <p:nvSpPr>
          <p:cNvPr id="5" name="Freeform 4">
            <a:extLst>
              <a:ext uri="{FF2B5EF4-FFF2-40B4-BE49-F238E27FC236}">
                <a16:creationId xmlns:a16="http://schemas.microsoft.com/office/drawing/2014/main" id="{8DF6C543-B2AB-C613-70D2-909E99EAAE92}"/>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2" name="Picture 1" descr="A blue and grey text on a black background&#10;&#10;AI-generated content may be incorrect.">
            <a:extLst>
              <a:ext uri="{FF2B5EF4-FFF2-40B4-BE49-F238E27FC236}">
                <a16:creationId xmlns:a16="http://schemas.microsoft.com/office/drawing/2014/main" id="{263DC45C-C622-8FAF-EC7B-612DBAB928FD}"/>
              </a:ext>
            </a:extLst>
          </p:cNvPr>
          <p:cNvPicPr>
            <a:picLocks noChangeAspect="1"/>
          </p:cNvPicPr>
          <p:nvPr userDrawn="1"/>
        </p:nvPicPr>
        <p:blipFill>
          <a:blip r:embed="rId2"/>
          <a:srcRect l="5454" t="16383" r="73842" b="32609"/>
          <a:stretch/>
        </p:blipFill>
        <p:spPr>
          <a:xfrm>
            <a:off x="160918" y="3039838"/>
            <a:ext cx="378092" cy="356049"/>
          </a:xfrm>
          <a:prstGeom prst="rect">
            <a:avLst/>
          </a:prstGeom>
        </p:spPr>
      </p:pic>
    </p:spTree>
    <p:extLst>
      <p:ext uri="{BB962C8B-B14F-4D97-AF65-F5344CB8AC3E}">
        <p14:creationId xmlns:p14="http://schemas.microsoft.com/office/powerpoint/2010/main" val="3362451115"/>
      </p:ext>
    </p:extLst>
  </p:cSld>
  <p:clrMapOvr>
    <a:masterClrMapping/>
  </p:clrMapOvr>
  <p:transition spd="med"/>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1_Quote or Chapter / Section ">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30350" y="2059221"/>
            <a:ext cx="10316523" cy="2308324"/>
          </a:xfrm>
          <a:prstGeom prst="rect">
            <a:avLst/>
          </a:prstGeom>
        </p:spPr>
        <p:txBody>
          <a:bodyPr wrap="square" anchor="ctr">
            <a:spAutoFit/>
          </a:bodyPr>
          <a:lstStyle>
            <a:lvl1pPr>
              <a:lnSpc>
                <a:spcPct val="95000"/>
              </a:lnSpc>
              <a:defRPr lang="en-US" sz="3600" b="0" i="0" kern="0" dirty="0">
                <a:solidFill>
                  <a:schemeClr val="tx1"/>
                </a:solidFill>
                <a:latin typeface="Barlow Light" pitchFamily="2" charset="77"/>
                <a:ea typeface="+mj-ea"/>
                <a:cs typeface="Arial"/>
              </a:defRPr>
            </a:lvl1pPr>
          </a:lstStyle>
          <a:p>
            <a:pPr defTabSz="914400">
              <a:lnSpc>
                <a:spcPct val="100000"/>
              </a:lnSpc>
            </a:pPr>
            <a:r>
              <a:rPr lang="en-US" sz="3600" b="0" kern="0"/>
              <a:t>Insert a quote to break up your storytelling. </a:t>
            </a:r>
            <a:br>
              <a:rPr lang="en-US" sz="3600" b="0" kern="0"/>
            </a:br>
            <a:r>
              <a:rPr lang="en-US" sz="3600" b="0" kern="0"/>
              <a:t>Make it relevant and give your audience something to think about. Perhaps you use bold and/or color to emphasize words within the quote.</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hasCustomPrompt="1"/>
          </p:nvPr>
        </p:nvSpPr>
        <p:spPr>
          <a:xfrm>
            <a:off x="1044204" y="5002585"/>
            <a:ext cx="10744985" cy="694806"/>
          </a:xfrm>
          <a:prstGeom prst="rect">
            <a:avLst/>
          </a:prstGeom>
        </p:spPr>
        <p:txBody>
          <a:bodyPr wrap="square">
            <a:spAutoFit/>
          </a:bodyPr>
          <a:lstStyle>
            <a:lvl1pPr marL="0" indent="0">
              <a:lnSpc>
                <a:spcPct val="114000"/>
              </a:lnSpc>
              <a:spcAft>
                <a:spcPts val="0"/>
              </a:spcAft>
              <a:buClr>
                <a:schemeClr val="bg2"/>
              </a:buClr>
              <a:buFont typeface="Arial" panose="020B0604020202020204" pitchFamily="34" charset="0"/>
              <a:buNone/>
              <a:tabLst/>
              <a:defRPr b="0" i="0">
                <a:solidFill>
                  <a:schemeClr val="bg2"/>
                </a:solidFill>
                <a:latin typeface="Barlow Light" pitchFamily="2" charset="77"/>
              </a:defRPr>
            </a:lvl1pPr>
            <a:lvl2pPr marL="0" indent="0">
              <a:lnSpc>
                <a:spcPct val="114000"/>
              </a:lnSpc>
              <a:spcAft>
                <a:spcPts val="0"/>
              </a:spcAft>
              <a:buClr>
                <a:schemeClr val="bg2"/>
              </a:buClr>
              <a:buSzPct val="100000"/>
              <a:buFont typeface="Arial" panose="020B0604020202020204" pitchFamily="34" charset="0"/>
              <a:buNone/>
              <a:tabLst/>
              <a:defRPr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a:solidFill>
                  <a:schemeClr val="bg2"/>
                </a:solidFill>
                <a:latin typeface="+mn-lt"/>
              </a:defRPr>
            </a:lvl3pPr>
            <a:lvl4pPr marL="460375" indent="0">
              <a:buClr>
                <a:schemeClr val="bg2"/>
              </a:buClr>
              <a:buFont typeface="Arial" panose="020B0604020202020204" pitchFamily="34" charset="0"/>
              <a:buNone/>
              <a:tabLst/>
              <a:defRPr>
                <a:solidFill>
                  <a:schemeClr val="bg2"/>
                </a:solidFill>
                <a:latin typeface="+mn-lt"/>
              </a:defRPr>
            </a:lvl4pPr>
            <a:lvl5pPr marL="576263" indent="0">
              <a:buClr>
                <a:schemeClr val="bg2"/>
              </a:buClr>
              <a:buFont typeface="Arial" panose="020B0604020202020204" pitchFamily="34" charset="0"/>
              <a:buNone/>
              <a:tabLst/>
              <a:defRPr>
                <a:solidFill>
                  <a:schemeClr val="bg2"/>
                </a:solidFill>
                <a:latin typeface="+mn-lt"/>
              </a:defRPr>
            </a:lvl5pPr>
          </a:lstStyle>
          <a:p>
            <a:pPr lvl="0"/>
            <a:r>
              <a:rPr lang="en-US"/>
              <a:t>Name Here</a:t>
            </a:r>
          </a:p>
          <a:p>
            <a:pPr lvl="1"/>
            <a:r>
              <a:rPr lang="en-US"/>
              <a:t>Position here</a:t>
            </a:r>
          </a:p>
        </p:txBody>
      </p:sp>
      <p:sp>
        <p:nvSpPr>
          <p:cNvPr id="11" name="TextBox 10">
            <a:extLst>
              <a:ext uri="{FF2B5EF4-FFF2-40B4-BE49-F238E27FC236}">
                <a16:creationId xmlns:a16="http://schemas.microsoft.com/office/drawing/2014/main" id="{F082C03D-DED3-0EB5-3B5E-854C141FF907}"/>
              </a:ext>
            </a:extLst>
          </p:cNvPr>
          <p:cNvSpPr txBox="1"/>
          <p:nvPr userDrawn="1"/>
        </p:nvSpPr>
        <p:spPr>
          <a:xfrm>
            <a:off x="783741" y="0"/>
            <a:ext cx="1694695" cy="4508927"/>
          </a:xfrm>
          <a:prstGeom prst="rect">
            <a:avLst/>
          </a:prstGeom>
        </p:spPr>
        <p:txBody>
          <a:bodyPr wrap="none" rtlCol="0" anchor="t">
            <a:spAutoFit/>
          </a:bodyPr>
          <a:lstStyle/>
          <a:p>
            <a:pPr algn="l" defTabSz="914400">
              <a:buClr>
                <a:schemeClr val="bg2"/>
              </a:buClr>
              <a:tabLst/>
            </a:pPr>
            <a:r>
              <a:rPr lang="en-US" sz="28700" kern="0">
                <a:gradFill>
                  <a:gsLst>
                    <a:gs pos="84000">
                      <a:schemeClr val="accent2"/>
                    </a:gs>
                    <a:gs pos="14000">
                      <a:schemeClr val="accent4"/>
                    </a:gs>
                  </a:gsLst>
                  <a:lin ang="2700000" scaled="1"/>
                </a:gradFill>
                <a:latin typeface="Georgia" panose="02040502050405020303" pitchFamily="18" charset="0"/>
              </a:rPr>
              <a:t>“</a:t>
            </a:r>
          </a:p>
        </p:txBody>
      </p:sp>
      <p:sp>
        <p:nvSpPr>
          <p:cNvPr id="4" name="Freeform 3">
            <a:extLst>
              <a:ext uri="{FF2B5EF4-FFF2-40B4-BE49-F238E27FC236}">
                <a16:creationId xmlns:a16="http://schemas.microsoft.com/office/drawing/2014/main" id="{2B9D1BF7-9638-CFF3-AA92-FCB25B8D4C01}"/>
              </a:ext>
            </a:extLst>
          </p:cNvPr>
          <p:cNvSpPr/>
          <p:nvPr userDrawn="1"/>
        </p:nvSpPr>
        <p:spPr>
          <a:xfrm>
            <a:off x="0" y="2497772"/>
            <a:ext cx="671926" cy="1440180"/>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7" name="Picture 6" descr="A blue and grey text on a black background&#10;&#10;AI-generated content may be incorrect.">
            <a:extLst>
              <a:ext uri="{FF2B5EF4-FFF2-40B4-BE49-F238E27FC236}">
                <a16:creationId xmlns:a16="http://schemas.microsoft.com/office/drawing/2014/main" id="{F56DA66D-5D1F-9280-4480-0BCA967E9E07}"/>
              </a:ext>
            </a:extLst>
          </p:cNvPr>
          <p:cNvPicPr>
            <a:picLocks noChangeAspect="1"/>
          </p:cNvPicPr>
          <p:nvPr userDrawn="1"/>
        </p:nvPicPr>
        <p:blipFill>
          <a:blip r:embed="rId2"/>
          <a:srcRect l="5454" t="16383" r="73842" b="32609"/>
          <a:stretch/>
        </p:blipFill>
        <p:spPr>
          <a:xfrm>
            <a:off x="160918" y="3039838"/>
            <a:ext cx="378092" cy="356049"/>
          </a:xfrm>
          <a:prstGeom prst="rect">
            <a:avLst/>
          </a:prstGeom>
        </p:spPr>
      </p:pic>
    </p:spTree>
    <p:extLst>
      <p:ext uri="{BB962C8B-B14F-4D97-AF65-F5344CB8AC3E}">
        <p14:creationId xmlns:p14="http://schemas.microsoft.com/office/powerpoint/2010/main" val="1459084918"/>
      </p:ext>
    </p:extLst>
  </p:cSld>
  <p:clrMapOvr>
    <a:masterClrMapping/>
  </p:clrMapOvr>
  <p:transition spd="med"/>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4000">
                <a:schemeClr val="accent4"/>
              </a:gs>
              <a:gs pos="84000">
                <a:schemeClr val="accent2"/>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descr="A blue and grey text on a black background&#10;&#10;AI-generated content may be incorrect.">
            <a:extLst>
              <a:ext uri="{FF2B5EF4-FFF2-40B4-BE49-F238E27FC236}">
                <a16:creationId xmlns:a16="http://schemas.microsoft.com/office/drawing/2014/main" id="{51C05E6B-9D06-9E8C-EF7F-46A72FFC61B6}"/>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761426132"/>
      </p:ext>
    </p:extLst>
  </p:cSld>
  <p:clrMapOvr>
    <a:masterClrMapping/>
  </p:clrMapOvr>
  <p:transition spd="med"/>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Photo Under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6" name="Picture Placeholder 5">
            <a:extLst>
              <a:ext uri="{FF2B5EF4-FFF2-40B4-BE49-F238E27FC236}">
                <a16:creationId xmlns:a16="http://schemas.microsoft.com/office/drawing/2014/main" id="{9838DF46-330A-2FF0-6346-621CB1DE7E3C}"/>
              </a:ext>
            </a:extLst>
          </p:cNvPr>
          <p:cNvSpPr>
            <a:spLocks noGrp="1"/>
          </p:cNvSpPr>
          <p:nvPr>
            <p:ph type="pic" sz="quarter" idx="11"/>
          </p:nvPr>
        </p:nvSpPr>
        <p:spPr>
          <a:xfrm>
            <a:off x="0" y="1215613"/>
            <a:ext cx="12192000" cy="5220111"/>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lvl1pPr>
              <a:defRPr lang="en-US" sz="3200" b="0" i="0" kern="1200">
                <a:solidFill>
                  <a:schemeClr val="bg1"/>
                </a:solidFill>
                <a:latin typeface="Barlow Light" pitchFamily="2" charset="77"/>
              </a:defRPr>
            </a:lvl1pPr>
          </a:lstStyle>
          <a:p>
            <a:pPr lvl="0" algn="ctr" defTabSz="609494" latinLnBrk="0">
              <a:buFontTx/>
              <a:buNone/>
            </a:pPr>
            <a:endParaRPr lang="en-US"/>
          </a:p>
        </p:txBody>
      </p:sp>
      <p:sp>
        <p:nvSpPr>
          <p:cNvPr id="2" name="Title 1">
            <a:extLst>
              <a:ext uri="{FF2B5EF4-FFF2-40B4-BE49-F238E27FC236}">
                <a16:creationId xmlns:a16="http://schemas.microsoft.com/office/drawing/2014/main" id="{200B9010-7577-FB49-7442-4B7D662DDE7D}"/>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AB07D9B0-2AF7-1256-EA2A-00139325798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B8131DB2-BBCF-4B6A-271A-99F7A9E6D82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090898665"/>
      </p:ext>
    </p:extLst>
  </p:cSld>
  <p:clrMapOvr>
    <a:masterClrMapping/>
  </p:clrMapOvr>
  <p:transition spd="med"/>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Title Left + Photo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0" name="Title 1">
            <a:extLst>
              <a:ext uri="{FF2B5EF4-FFF2-40B4-BE49-F238E27FC236}">
                <a16:creationId xmlns:a16="http://schemas.microsoft.com/office/drawing/2014/main" id="{76717471-469F-AAC6-6DB4-ED0D59958B77}"/>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E50A1D1F-0DBC-F9A5-3461-42011540F6FF}"/>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6" name="Freeform 5">
            <a:extLst>
              <a:ext uri="{FF2B5EF4-FFF2-40B4-BE49-F238E27FC236}">
                <a16:creationId xmlns:a16="http://schemas.microsoft.com/office/drawing/2014/main" id="{AEBC739B-9844-19A9-C22E-EB784805F3BC}"/>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6096000" y="442452"/>
            <a:ext cx="6096000" cy="5985780"/>
          </a:xfrm>
          <a:prstGeom prst="rect">
            <a:avLst/>
          </a:prstGeom>
          <a:solidFill>
            <a:schemeClr val="tx2"/>
          </a:solidFill>
        </p:spPr>
        <p:txBody>
          <a:bodyPr anchor="ctr"/>
          <a:lstStyle>
            <a:lvl1pPr marL="0" indent="0" algn="ctr">
              <a:buNone/>
              <a:defRPr sz="2800" b="0" i="0">
                <a:latin typeface="Barlow Light" pitchFamily="2" charset="77"/>
              </a:defRPr>
            </a:lvl1pPr>
          </a:lstStyle>
          <a:p>
            <a:endParaRPr lang="en-US"/>
          </a:p>
        </p:txBody>
      </p:sp>
      <p:pic>
        <p:nvPicPr>
          <p:cNvPr id="3" name="Picture 2" descr="A blue and grey text on a black background&#10;&#10;AI-generated content may be incorrect.">
            <a:extLst>
              <a:ext uri="{FF2B5EF4-FFF2-40B4-BE49-F238E27FC236}">
                <a16:creationId xmlns:a16="http://schemas.microsoft.com/office/drawing/2014/main" id="{A8165D5B-BC3A-C05B-DFF7-8EC2133BB44B}"/>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1211748417"/>
      </p:ext>
    </p:extLst>
  </p:cSld>
  <p:clrMapOvr>
    <a:masterClrMapping/>
  </p:clrMapOvr>
  <p:transition spd="med"/>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itle Left + Content Righ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12A4C828-5AA4-95C4-7FA6-BDA4840863E6}"/>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6746255"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655CD4C-08DB-96D2-8272-B09D85972F9D}"/>
              </a:ext>
            </a:extLst>
          </p:cNvPr>
          <p:cNvSpPr>
            <a:spLocks noGrp="1"/>
          </p:cNvSpPr>
          <p:nvPr>
            <p:ph type="title" hasCustomPrompt="1"/>
          </p:nvPr>
        </p:nvSpPr>
        <p:spPr>
          <a:xfrm>
            <a:off x="81724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7DB93E68-C6B4-0A95-FA8E-F577C675D110}"/>
              </a:ext>
            </a:extLst>
          </p:cNvPr>
          <p:cNvSpPr>
            <a:spLocks noGrp="1"/>
          </p:cNvSpPr>
          <p:nvPr>
            <p:ph type="body" sz="quarter" idx="18" hasCustomPrompt="1"/>
          </p:nvPr>
        </p:nvSpPr>
        <p:spPr>
          <a:xfrm>
            <a:off x="81724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89F6C1DC-531D-5D89-D4FD-2CAA1B5D53DA}"/>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323922027"/>
      </p:ext>
    </p:extLst>
  </p:cSld>
  <p:clrMapOvr>
    <a:masterClrMapping/>
  </p:clrMapOvr>
  <p:transition spd="med"/>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Photo Left, Title R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a:off x="6096000" y="429767"/>
            <a:ext cx="6096000" cy="5998463"/>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877CEC8-2A48-8100-B592-EEB85F056010}"/>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5" name="Picture 4" descr="A blue and grey text on a black background&#10;&#10;AI-generated content may be incorrect.">
            <a:extLst>
              <a:ext uri="{FF2B5EF4-FFF2-40B4-BE49-F238E27FC236}">
                <a16:creationId xmlns:a16="http://schemas.microsoft.com/office/drawing/2014/main" id="{9CC2CC1D-F71F-48B7-9DF1-BBDBAAAA307F}"/>
              </a:ext>
            </a:extLst>
          </p:cNvPr>
          <p:cNvPicPr>
            <a:picLocks noChangeAspect="1"/>
          </p:cNvPicPr>
          <p:nvPr userDrawn="1"/>
        </p:nvPicPr>
        <p:blipFill>
          <a:blip r:embed="rId2"/>
          <a:srcRect l="5454" t="16383" r="73842" b="32609"/>
          <a:stretch/>
        </p:blipFill>
        <p:spPr>
          <a:xfrm>
            <a:off x="6252686" y="3085009"/>
            <a:ext cx="378092" cy="356049"/>
          </a:xfrm>
          <a:prstGeom prst="rect">
            <a:avLst/>
          </a:prstGeom>
        </p:spPr>
      </p:pic>
      <p:sp>
        <p:nvSpPr>
          <p:cNvPr id="2" name="Picture Placeholder 4">
            <a:extLst>
              <a:ext uri="{FF2B5EF4-FFF2-40B4-BE49-F238E27FC236}">
                <a16:creationId xmlns:a16="http://schemas.microsoft.com/office/drawing/2014/main" id="{91CDCCC5-45E0-0ED6-A3C1-7EC0F9C75A74}"/>
              </a:ext>
            </a:extLst>
          </p:cNvPr>
          <p:cNvSpPr>
            <a:spLocks noGrp="1"/>
          </p:cNvSpPr>
          <p:nvPr>
            <p:ph type="pic" sz="quarter" idx="17"/>
          </p:nvPr>
        </p:nvSpPr>
        <p:spPr>
          <a:xfrm>
            <a:off x="0" y="0"/>
            <a:ext cx="6096000" cy="6858000"/>
          </a:xfrm>
          <a:prstGeom prst="rect">
            <a:avLst/>
          </a:prstGeom>
          <a:solidFill>
            <a:schemeClr val="tx2"/>
          </a:solidFill>
        </p:spPr>
        <p:txBody>
          <a:bodyPr anchor="ctr"/>
          <a:lstStyle>
            <a:lvl1pPr marL="0" indent="0" algn="ctr">
              <a:buNone/>
              <a:defRPr sz="3200" b="0" i="0">
                <a:latin typeface="Barlow Light" pitchFamily="2" charset="77"/>
              </a:defRPr>
            </a:lvl1pPr>
          </a:lstStyle>
          <a:p>
            <a:endParaRPr lang="en-US"/>
          </a:p>
        </p:txBody>
      </p:sp>
      <p:sp>
        <p:nvSpPr>
          <p:cNvPr id="16" name="Title 1">
            <a:extLst>
              <a:ext uri="{FF2B5EF4-FFF2-40B4-BE49-F238E27FC236}">
                <a16:creationId xmlns:a16="http://schemas.microsoft.com/office/drawing/2014/main" id="{C0826150-9CEC-0D74-9359-E7699D8DA119}"/>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67103B27-4980-B6DC-6DB3-57913E52A768}"/>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3359832682"/>
      </p:ext>
    </p:extLst>
  </p:cSld>
  <p:clrMapOvr>
    <a:masterClrMapping/>
  </p:clrMapOvr>
  <p:transition spd="med"/>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Right + Content Lef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0E74C4A-8942-11AB-ED44-9F98E16265AE}"/>
              </a:ext>
            </a:extLst>
          </p:cNvPr>
          <p:cNvSpPr/>
          <p:nvPr userDrawn="1"/>
        </p:nvSpPr>
        <p:spPr>
          <a:xfrm>
            <a:off x="6096000" y="-28483"/>
            <a:ext cx="6096000" cy="6886482"/>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4" name="Freeform 3">
            <a:extLst>
              <a:ext uri="{FF2B5EF4-FFF2-40B4-BE49-F238E27FC236}">
                <a16:creationId xmlns:a16="http://schemas.microsoft.com/office/drawing/2014/main" id="{B6D739CA-7588-2953-0E37-863258E849ED}"/>
              </a:ext>
            </a:extLst>
          </p:cNvPr>
          <p:cNvSpPr/>
          <p:nvPr userDrawn="1"/>
        </p:nvSpPr>
        <p:spPr>
          <a:xfrm flipH="1">
            <a:off x="6087642"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B7C99BA-EF78-A9F6-26D4-0F9777A56E5E}"/>
              </a:ext>
            </a:extLst>
          </p:cNvPr>
          <p:cNvSpPr>
            <a:spLocks noGrp="1"/>
          </p:cNvSpPr>
          <p:nvPr>
            <p:ph type="title" hasCustomPrompt="1"/>
          </p:nvPr>
        </p:nvSpPr>
        <p:spPr>
          <a:xfrm>
            <a:off x="6903198" y="2813281"/>
            <a:ext cx="4347876" cy="522579"/>
          </a:xfrm>
          <a:prstGeom prst="rect">
            <a:avLst/>
          </a:prstGeom>
        </p:spPr>
        <p:txBody>
          <a:bodyPr wrap="square" anchor="b">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5" name="Text Placeholder 6">
            <a:extLst>
              <a:ext uri="{FF2B5EF4-FFF2-40B4-BE49-F238E27FC236}">
                <a16:creationId xmlns:a16="http://schemas.microsoft.com/office/drawing/2014/main" id="{2AAF3E98-CF8A-3B26-BC41-D3F12B106121}"/>
              </a:ext>
            </a:extLst>
          </p:cNvPr>
          <p:cNvSpPr>
            <a:spLocks noGrp="1"/>
          </p:cNvSpPr>
          <p:nvPr>
            <p:ph type="body" sz="quarter" idx="18" hasCustomPrompt="1"/>
          </p:nvPr>
        </p:nvSpPr>
        <p:spPr>
          <a:xfrm>
            <a:off x="6903199" y="3299746"/>
            <a:ext cx="4347876" cy="861774"/>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3826F19B-BBD0-E523-9A28-0E020ECC12B0}"/>
              </a:ext>
            </a:extLst>
          </p:cNvPr>
          <p:cNvPicPr>
            <a:picLocks noChangeAspect="1"/>
          </p:cNvPicPr>
          <p:nvPr userDrawn="1"/>
        </p:nvPicPr>
        <p:blipFill>
          <a:blip r:embed="rId2"/>
          <a:srcRect l="5454" t="16383" r="73842" b="32609"/>
          <a:stretch/>
        </p:blipFill>
        <p:spPr>
          <a:xfrm>
            <a:off x="6252686" y="3085009"/>
            <a:ext cx="378092" cy="356049"/>
          </a:xfrm>
          <a:prstGeom prst="rect">
            <a:avLst/>
          </a:prstGeom>
        </p:spPr>
      </p:pic>
    </p:spTree>
    <p:extLst>
      <p:ext uri="{BB962C8B-B14F-4D97-AF65-F5344CB8AC3E}">
        <p14:creationId xmlns:p14="http://schemas.microsoft.com/office/powerpoint/2010/main" val="3329515727"/>
      </p:ext>
    </p:extLst>
  </p:cSld>
  <p:clrMapOvr>
    <a:masterClrMapping/>
  </p:clrMapOvr>
  <p:transition spd="med"/>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4 circles above columns">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7350765-307E-6080-4116-52557143D46A}"/>
              </a:ext>
            </a:extLst>
          </p:cNvPr>
          <p:cNvSpPr>
            <a:spLocks noGrp="1" noChangeAspect="1"/>
          </p:cNvSpPr>
          <p:nvPr>
            <p:ph type="pic" sz="quarter" idx="26"/>
          </p:nvPr>
        </p:nvSpPr>
        <p:spPr>
          <a:xfrm>
            <a:off x="1044205" y="1915146"/>
            <a:ext cx="1726934" cy="1726579"/>
          </a:xfrm>
          <a:prstGeom prst="ellipse">
            <a:avLst/>
          </a:prstGeom>
          <a:gradFill flip="none" rotWithShape="1">
            <a:gsLst>
              <a:gs pos="5000">
                <a:schemeClr val="accent3"/>
              </a:gs>
              <a:gs pos="92000">
                <a:schemeClr val="accent1"/>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2EFFCA59-1F34-B4C5-C133-2D3E2377DD1F}"/>
              </a:ext>
            </a:extLst>
          </p:cNvPr>
          <p:cNvSpPr>
            <a:spLocks noGrp="1" noChangeAspect="1"/>
          </p:cNvSpPr>
          <p:nvPr>
            <p:ph type="pic" sz="quarter" idx="31"/>
          </p:nvPr>
        </p:nvSpPr>
        <p:spPr>
          <a:xfrm>
            <a:off x="3861905" y="1915146"/>
            <a:ext cx="1726934" cy="1726579"/>
          </a:xfrm>
          <a:prstGeom prst="ellipse">
            <a:avLst/>
          </a:prstGeom>
          <a:gradFill flip="none" rotWithShape="1">
            <a:gsLst>
              <a:gs pos="0">
                <a:schemeClr val="accent5"/>
              </a:gs>
              <a:gs pos="50000">
                <a:schemeClr val="accent3"/>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8" name="Picture Placeholder 9">
            <a:extLst>
              <a:ext uri="{FF2B5EF4-FFF2-40B4-BE49-F238E27FC236}">
                <a16:creationId xmlns:a16="http://schemas.microsoft.com/office/drawing/2014/main" id="{2FF25BEE-5F98-3A9C-B5E6-4FB10308A9E4}"/>
              </a:ext>
            </a:extLst>
          </p:cNvPr>
          <p:cNvSpPr>
            <a:spLocks noGrp="1" noChangeAspect="1"/>
          </p:cNvSpPr>
          <p:nvPr>
            <p:ph type="pic" sz="quarter" idx="32"/>
          </p:nvPr>
        </p:nvSpPr>
        <p:spPr>
          <a:xfrm>
            <a:off x="6679605" y="1915146"/>
            <a:ext cx="1726934" cy="1726579"/>
          </a:xfrm>
          <a:prstGeom prst="ellipse">
            <a:avLst/>
          </a:prstGeom>
          <a:gradFill flip="none" rotWithShape="1">
            <a:gsLst>
              <a:gs pos="0">
                <a:schemeClr val="accent1"/>
              </a:gs>
              <a:gs pos="81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1" name="Picture Placeholder 9">
            <a:extLst>
              <a:ext uri="{FF2B5EF4-FFF2-40B4-BE49-F238E27FC236}">
                <a16:creationId xmlns:a16="http://schemas.microsoft.com/office/drawing/2014/main" id="{33EF50A9-BFC3-81A2-651C-62CAEB5EBC05}"/>
              </a:ext>
            </a:extLst>
          </p:cNvPr>
          <p:cNvSpPr>
            <a:spLocks noGrp="1" noChangeAspect="1"/>
          </p:cNvSpPr>
          <p:nvPr>
            <p:ph type="pic" sz="quarter" idx="33"/>
          </p:nvPr>
        </p:nvSpPr>
        <p:spPr>
          <a:xfrm>
            <a:off x="9497305" y="1915146"/>
            <a:ext cx="1726934" cy="1726579"/>
          </a:xfrm>
          <a:prstGeom prst="ellipse">
            <a:avLst/>
          </a:prstGeom>
          <a:gradFill flip="none" rotWithShape="1">
            <a:gsLst>
              <a:gs pos="0">
                <a:schemeClr val="accent4"/>
              </a:gs>
              <a:gs pos="80000">
                <a:schemeClr val="accent2"/>
              </a:gs>
            </a:gsLst>
            <a:lin ang="2700000" scaled="1"/>
            <a:tileRect/>
          </a:grad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96198"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9290974"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627790"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6459382" y="3973639"/>
            <a:ext cx="249821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32E2C389-719F-0F47-4E29-B7D3A5ED4002}"/>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A09A83B-48D5-EDC7-8E96-386DAB8FF30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7" name="Text Placeholder 6">
            <a:extLst>
              <a:ext uri="{FF2B5EF4-FFF2-40B4-BE49-F238E27FC236}">
                <a16:creationId xmlns:a16="http://schemas.microsoft.com/office/drawing/2014/main" id="{78627762-D3ED-2CE5-79BC-24E50B205D2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40F71702-B937-6849-EF95-43A47E6715F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438388418"/>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5 columns with circle headings">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hasCustomPrompt="1"/>
          </p:nvPr>
        </p:nvSpPr>
        <p:spPr>
          <a:xfrm>
            <a:off x="93171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hasCustomPrompt="1"/>
          </p:nvPr>
        </p:nvSpPr>
        <p:spPr>
          <a:xfrm>
            <a:off x="3161202"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hasCustomPrompt="1"/>
          </p:nvPr>
        </p:nvSpPr>
        <p:spPr>
          <a:xfrm>
            <a:off x="5462613"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hasCustomPrompt="1"/>
          </p:nvPr>
        </p:nvSpPr>
        <p:spPr>
          <a:xfrm>
            <a:off x="7671557"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hasCustomPrompt="1"/>
          </p:nvPr>
        </p:nvSpPr>
        <p:spPr>
          <a:xfrm>
            <a:off x="9901050" y="1875865"/>
            <a:ext cx="1379976" cy="137969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pic>
        <p:nvPicPr>
          <p:cNvPr id="4" name="Picture 3" descr="A blue and grey text on a black background&#10;&#10;AI-generated content may be incorrect.">
            <a:extLst>
              <a:ext uri="{FF2B5EF4-FFF2-40B4-BE49-F238E27FC236}">
                <a16:creationId xmlns:a16="http://schemas.microsoft.com/office/drawing/2014/main" id="{4E14725A-0381-413D-66AA-505AB3C968E7}"/>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701524094"/>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5 columns with circle headings_PhotoOnly">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CB881FAF-AD32-472D-53E5-05900502E454}"/>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33C9FFFC-9D5D-99C0-5CDF-35844DCF8B02}"/>
              </a:ext>
            </a:extLst>
          </p:cNvPr>
          <p:cNvSpPr/>
          <p:nvPr userDrawn="1"/>
        </p:nvSpPr>
        <p:spPr>
          <a:xfrm>
            <a:off x="298772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3" name="Freeform 32">
            <a:extLst>
              <a:ext uri="{FF2B5EF4-FFF2-40B4-BE49-F238E27FC236}">
                <a16:creationId xmlns:a16="http://schemas.microsoft.com/office/drawing/2014/main" id="{815855FC-F797-2FCE-F326-5219C8A2B25D}"/>
              </a:ext>
            </a:extLst>
          </p:cNvPr>
          <p:cNvSpPr/>
          <p:nvPr userDrawn="1"/>
        </p:nvSpPr>
        <p:spPr>
          <a:xfrm>
            <a:off x="5289134"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4" name="Freeform 33">
            <a:extLst>
              <a:ext uri="{FF2B5EF4-FFF2-40B4-BE49-F238E27FC236}">
                <a16:creationId xmlns:a16="http://schemas.microsoft.com/office/drawing/2014/main" id="{AD7E3838-C201-CC59-046C-1DAF82330568}"/>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5" name="Freeform 34">
            <a:extLst>
              <a:ext uri="{FF2B5EF4-FFF2-40B4-BE49-F238E27FC236}">
                <a16:creationId xmlns:a16="http://schemas.microsoft.com/office/drawing/2014/main" id="{B13B2626-B056-98EF-34B8-D94447F5D7A3}"/>
              </a:ext>
            </a:extLst>
          </p:cNvPr>
          <p:cNvSpPr/>
          <p:nvPr userDrawn="1"/>
        </p:nvSpPr>
        <p:spPr>
          <a:xfrm>
            <a:off x="9727569"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14000">
                <a:schemeClr val="accent4"/>
              </a:gs>
              <a:gs pos="84000">
                <a:schemeClr val="accent2"/>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26" name="Picture Placeholder 9">
            <a:extLst>
              <a:ext uri="{FF2B5EF4-FFF2-40B4-BE49-F238E27FC236}">
                <a16:creationId xmlns:a16="http://schemas.microsoft.com/office/drawing/2014/main" id="{D9D29C92-0893-03E3-C263-3F343578168C}"/>
              </a:ext>
            </a:extLst>
          </p:cNvPr>
          <p:cNvSpPr>
            <a:spLocks noGrp="1" noChangeAspect="1"/>
          </p:cNvSpPr>
          <p:nvPr>
            <p:ph type="pic" sz="quarter" idx="26"/>
          </p:nvPr>
        </p:nvSpPr>
        <p:spPr>
          <a:xfrm>
            <a:off x="758228" y="1702419"/>
            <a:ext cx="1726940" cy="172658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7" name="Picture Placeholder 9">
            <a:extLst>
              <a:ext uri="{FF2B5EF4-FFF2-40B4-BE49-F238E27FC236}">
                <a16:creationId xmlns:a16="http://schemas.microsoft.com/office/drawing/2014/main" id="{EA225556-9403-2A96-3DF8-CE8F2A6FD3CB}"/>
              </a:ext>
            </a:extLst>
          </p:cNvPr>
          <p:cNvSpPr>
            <a:spLocks noGrp="1" noChangeAspect="1"/>
          </p:cNvSpPr>
          <p:nvPr>
            <p:ph type="pic" sz="quarter" idx="31"/>
          </p:nvPr>
        </p:nvSpPr>
        <p:spPr>
          <a:xfrm>
            <a:off x="2987723" y="1702422"/>
            <a:ext cx="1726934" cy="172657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8" name="Picture Placeholder 9">
            <a:extLst>
              <a:ext uri="{FF2B5EF4-FFF2-40B4-BE49-F238E27FC236}">
                <a16:creationId xmlns:a16="http://schemas.microsoft.com/office/drawing/2014/main" id="{48D8B9AA-1B7D-A8B1-561A-1C4DBA4FA509}"/>
              </a:ext>
            </a:extLst>
          </p:cNvPr>
          <p:cNvSpPr>
            <a:spLocks noGrp="1" noChangeAspect="1"/>
          </p:cNvSpPr>
          <p:nvPr>
            <p:ph type="pic" sz="quarter" idx="32"/>
          </p:nvPr>
        </p:nvSpPr>
        <p:spPr>
          <a:xfrm>
            <a:off x="5289137" y="1702425"/>
            <a:ext cx="1726928" cy="1726572"/>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29" name="Picture Placeholder 9">
            <a:extLst>
              <a:ext uri="{FF2B5EF4-FFF2-40B4-BE49-F238E27FC236}">
                <a16:creationId xmlns:a16="http://schemas.microsoft.com/office/drawing/2014/main" id="{CA6A4CAF-DE09-0A67-B030-09B1E1A12564}"/>
              </a:ext>
            </a:extLst>
          </p:cNvPr>
          <p:cNvSpPr>
            <a:spLocks noGrp="1" noChangeAspect="1"/>
          </p:cNvSpPr>
          <p:nvPr>
            <p:ph type="pic" sz="quarter" idx="33"/>
          </p:nvPr>
        </p:nvSpPr>
        <p:spPr>
          <a:xfrm>
            <a:off x="7498103" y="1702447"/>
            <a:ext cx="1726884" cy="1726528"/>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0" name="Picture Placeholder 9">
            <a:extLst>
              <a:ext uri="{FF2B5EF4-FFF2-40B4-BE49-F238E27FC236}">
                <a16:creationId xmlns:a16="http://schemas.microsoft.com/office/drawing/2014/main" id="{36F85FC0-FCF1-1A08-103C-34F04F97E245}"/>
              </a:ext>
            </a:extLst>
          </p:cNvPr>
          <p:cNvSpPr>
            <a:spLocks noGrp="1" noChangeAspect="1"/>
          </p:cNvSpPr>
          <p:nvPr>
            <p:ph type="pic" sz="quarter" idx="34"/>
          </p:nvPr>
        </p:nvSpPr>
        <p:spPr>
          <a:xfrm>
            <a:off x="9727573" y="1702424"/>
            <a:ext cx="1726930" cy="1726574"/>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815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85CE233F-DE71-7F3E-2E18-3294CB98CCC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7" name="Title 1">
            <a:extLst>
              <a:ext uri="{FF2B5EF4-FFF2-40B4-BE49-F238E27FC236}">
                <a16:creationId xmlns:a16="http://schemas.microsoft.com/office/drawing/2014/main" id="{7CEE64DD-92EB-4F02-D599-630472AE3417}"/>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8" name="Text Placeholder 6">
            <a:extLst>
              <a:ext uri="{FF2B5EF4-FFF2-40B4-BE49-F238E27FC236}">
                <a16:creationId xmlns:a16="http://schemas.microsoft.com/office/drawing/2014/main" id="{90ECC978-0301-1F59-B109-A4FF468C5D1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0268DCDA-4CB5-AB62-4C1A-915A19A26EC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571735856"/>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5 columns with circle headings - color  - Icon or text placeholder">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537E211-E201-8F28-249F-CC4D097193F2}"/>
              </a:ext>
            </a:extLst>
          </p:cNvPr>
          <p:cNvSpPr/>
          <p:nvPr userDrawn="1"/>
        </p:nvSpPr>
        <p:spPr>
          <a:xfrm>
            <a:off x="758230"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3"/>
              </a:gs>
              <a:gs pos="74000">
                <a:schemeClr val="accent1"/>
              </a:gs>
            </a:gsLst>
            <a:lin ang="2700000" scaled="1"/>
            <a:tileRect/>
          </a:gradFill>
          <a:ln w="19050" cap="flat">
            <a:noFill/>
            <a:prstDash val="solid"/>
            <a:miter/>
          </a:ln>
          <a:effectLst/>
        </p:spPr>
        <p:txBody>
          <a:bodyPr wrap="square" rtlCol="0" anchor="ctr">
            <a:noAutofit/>
          </a:bodyPr>
          <a:lstStyle/>
          <a:p>
            <a:pPr algn="l"/>
            <a:endParaRPr lang="en-US" b="0" i="0">
              <a:latin typeface="Barlow Light" pitchFamily="2" charset="77"/>
            </a:endParaRPr>
          </a:p>
        </p:txBody>
      </p:sp>
      <p:sp>
        <p:nvSpPr>
          <p:cNvPr id="32" name="Freeform 31">
            <a:extLst>
              <a:ext uri="{FF2B5EF4-FFF2-40B4-BE49-F238E27FC236}">
                <a16:creationId xmlns:a16="http://schemas.microsoft.com/office/drawing/2014/main" id="{A221E078-88CC-45BA-0ED0-1B6DC34D51B0}"/>
              </a:ext>
            </a:extLst>
          </p:cNvPr>
          <p:cNvSpPr/>
          <p:nvPr userDrawn="1"/>
        </p:nvSpPr>
        <p:spPr>
          <a:xfrm>
            <a:off x="2987722"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5"/>
              </a:gs>
              <a:gs pos="50000">
                <a:schemeClr val="accent3"/>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4" name="Freeform 33">
            <a:extLst>
              <a:ext uri="{FF2B5EF4-FFF2-40B4-BE49-F238E27FC236}">
                <a16:creationId xmlns:a16="http://schemas.microsoft.com/office/drawing/2014/main" id="{B7443BA5-9646-81DE-BFC8-F86DB2486DC0}"/>
              </a:ext>
            </a:extLst>
          </p:cNvPr>
          <p:cNvSpPr/>
          <p:nvPr userDrawn="1"/>
        </p:nvSpPr>
        <p:spPr>
          <a:xfrm>
            <a:off x="5289133"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1"/>
              </a:gs>
              <a:gs pos="81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6" name="Freeform 35">
            <a:extLst>
              <a:ext uri="{FF2B5EF4-FFF2-40B4-BE49-F238E27FC236}">
                <a16:creationId xmlns:a16="http://schemas.microsoft.com/office/drawing/2014/main" id="{BEF2D53A-DA17-9D4D-5DCA-B7CEEB3BFE9E}"/>
              </a:ext>
            </a:extLst>
          </p:cNvPr>
          <p:cNvSpPr/>
          <p:nvPr userDrawn="1"/>
        </p:nvSpPr>
        <p:spPr>
          <a:xfrm>
            <a:off x="7498077" y="1702419"/>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0">
                <a:schemeClr val="accent4"/>
              </a:gs>
              <a:gs pos="80000">
                <a:schemeClr val="accent2"/>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38" name="Freeform 37">
            <a:extLst>
              <a:ext uri="{FF2B5EF4-FFF2-40B4-BE49-F238E27FC236}">
                <a16:creationId xmlns:a16="http://schemas.microsoft.com/office/drawing/2014/main" id="{2AB613D1-5B75-7E72-1A68-5C963681482D}"/>
              </a:ext>
            </a:extLst>
          </p:cNvPr>
          <p:cNvSpPr/>
          <p:nvPr userDrawn="1"/>
        </p:nvSpPr>
        <p:spPr>
          <a:xfrm>
            <a:off x="9727571" y="1702420"/>
            <a:ext cx="1726934" cy="1726580"/>
          </a:xfrm>
          <a:custGeom>
            <a:avLst/>
            <a:gdLst>
              <a:gd name="connsiteX0" fmla="*/ 863467 w 1726934"/>
              <a:gd name="connsiteY0" fmla="*/ 0 h 1726580"/>
              <a:gd name="connsiteX1" fmla="*/ 1726934 w 1726934"/>
              <a:gd name="connsiteY1" fmla="*/ 863290 h 1726580"/>
              <a:gd name="connsiteX2" fmla="*/ 863467 w 1726934"/>
              <a:gd name="connsiteY2" fmla="*/ 1726580 h 1726580"/>
              <a:gd name="connsiteX3" fmla="*/ 0 w 1726934"/>
              <a:gd name="connsiteY3" fmla="*/ 863290 h 1726580"/>
              <a:gd name="connsiteX4" fmla="*/ 863467 w 1726934"/>
              <a:gd name="connsiteY4" fmla="*/ 0 h 1726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934" h="1726580">
                <a:moveTo>
                  <a:pt x="863467" y="0"/>
                </a:moveTo>
                <a:cubicBezTo>
                  <a:pt x="1340347" y="0"/>
                  <a:pt x="1726934" y="386508"/>
                  <a:pt x="1726934" y="863290"/>
                </a:cubicBezTo>
                <a:cubicBezTo>
                  <a:pt x="1726934" y="1340072"/>
                  <a:pt x="1340347" y="1726580"/>
                  <a:pt x="863467" y="1726580"/>
                </a:cubicBezTo>
                <a:cubicBezTo>
                  <a:pt x="386587" y="1726580"/>
                  <a:pt x="0" y="1340072"/>
                  <a:pt x="0" y="863290"/>
                </a:cubicBezTo>
                <a:cubicBezTo>
                  <a:pt x="0" y="386508"/>
                  <a:pt x="386587" y="0"/>
                  <a:pt x="863467" y="0"/>
                </a:cubicBezTo>
                <a:close/>
              </a:path>
            </a:pathLst>
          </a:custGeom>
          <a:gradFill flip="none" rotWithShape="1">
            <a:gsLst>
              <a:gs pos="8000">
                <a:schemeClr val="accent4"/>
              </a:gs>
              <a:gs pos="81000">
                <a:schemeClr val="accent6"/>
              </a:gs>
            </a:gsLst>
            <a:lin ang="2700000" scaled="1"/>
            <a:tileRect/>
          </a:gradFill>
          <a:ln w="19050" cap="flat">
            <a:noFill/>
            <a:prstDash val="solid"/>
            <a:miter/>
          </a:ln>
          <a:effectLst/>
        </p:spPr>
        <p:txBody>
          <a:bodyPr wrap="square" rtlCol="0" anchor="ctr">
            <a:noAutofit/>
          </a:bodyPr>
          <a:lstStyle/>
          <a:p>
            <a:pPr lvl="0" indent="0" algn="ctr" fontAlgn="base">
              <a:lnSpc>
                <a:spcPct val="100000"/>
              </a:lnSpc>
              <a:spcBef>
                <a:spcPts val="0"/>
              </a:spcBef>
              <a:spcAft>
                <a:spcPts val="800"/>
              </a:spcAft>
              <a:buClr>
                <a:srgbClr val="BB2332"/>
              </a:buClr>
              <a:buFont typeface="Wingdings" charset="2"/>
              <a:buNone/>
            </a:pPr>
            <a:endParaRPr lang="en-US" sz="1400" b="0" i="0">
              <a:solidFill>
                <a:schemeClr val="bg1"/>
              </a:solidFill>
              <a:latin typeface="Barlow Light" pitchFamily="2" charset="77"/>
            </a:endParaRPr>
          </a:p>
        </p:txBody>
      </p:sp>
      <p:sp>
        <p:nvSpPr>
          <p:cNvPr id="8" name="Picture Placeholder 9">
            <a:extLst>
              <a:ext uri="{FF2B5EF4-FFF2-40B4-BE49-F238E27FC236}">
                <a16:creationId xmlns:a16="http://schemas.microsoft.com/office/drawing/2014/main" id="{50EFB8FE-1968-DC82-3F14-021E6C481B27}"/>
              </a:ext>
            </a:extLst>
          </p:cNvPr>
          <p:cNvSpPr>
            <a:spLocks noGrp="1" noChangeAspect="1"/>
          </p:cNvSpPr>
          <p:nvPr>
            <p:ph type="pic" sz="quarter" idx="26" hasCustomPrompt="1"/>
          </p:nvPr>
        </p:nvSpPr>
        <p:spPr>
          <a:xfrm>
            <a:off x="93334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r>
              <a:rPr lang="en-US"/>
              <a:t>Icon/text</a:t>
            </a:r>
          </a:p>
        </p:txBody>
      </p:sp>
      <p:sp>
        <p:nvSpPr>
          <p:cNvPr id="2" name="Picture Placeholder 9">
            <a:extLst>
              <a:ext uri="{FF2B5EF4-FFF2-40B4-BE49-F238E27FC236}">
                <a16:creationId xmlns:a16="http://schemas.microsoft.com/office/drawing/2014/main" id="{5816E1E1-3EA0-1319-549A-4232A0BC6E5C}"/>
              </a:ext>
            </a:extLst>
          </p:cNvPr>
          <p:cNvSpPr>
            <a:spLocks noGrp="1" noChangeAspect="1"/>
          </p:cNvSpPr>
          <p:nvPr>
            <p:ph type="pic" sz="quarter" idx="31" hasCustomPrompt="1"/>
          </p:nvPr>
        </p:nvSpPr>
        <p:spPr>
          <a:xfrm>
            <a:off x="3162839"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4" name="Picture Placeholder 9">
            <a:extLst>
              <a:ext uri="{FF2B5EF4-FFF2-40B4-BE49-F238E27FC236}">
                <a16:creationId xmlns:a16="http://schemas.microsoft.com/office/drawing/2014/main" id="{27C616F5-A6E6-29C5-9C29-640A923FA896}"/>
              </a:ext>
            </a:extLst>
          </p:cNvPr>
          <p:cNvSpPr>
            <a:spLocks noGrp="1" noChangeAspect="1"/>
          </p:cNvSpPr>
          <p:nvPr>
            <p:ph type="pic" sz="quarter" idx="32" hasCustomPrompt="1"/>
          </p:nvPr>
        </p:nvSpPr>
        <p:spPr>
          <a:xfrm>
            <a:off x="5464250"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5" name="Picture Placeholder 9">
            <a:extLst>
              <a:ext uri="{FF2B5EF4-FFF2-40B4-BE49-F238E27FC236}">
                <a16:creationId xmlns:a16="http://schemas.microsoft.com/office/drawing/2014/main" id="{F2B68F49-EB24-FFE0-F7D7-FA476D8C2D71}"/>
              </a:ext>
            </a:extLst>
          </p:cNvPr>
          <p:cNvSpPr>
            <a:spLocks noGrp="1" noChangeAspect="1"/>
          </p:cNvSpPr>
          <p:nvPr>
            <p:ph type="pic" sz="quarter" idx="33" hasCustomPrompt="1"/>
          </p:nvPr>
        </p:nvSpPr>
        <p:spPr>
          <a:xfrm>
            <a:off x="7673194"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6" name="Picture Placeholder 9">
            <a:extLst>
              <a:ext uri="{FF2B5EF4-FFF2-40B4-BE49-F238E27FC236}">
                <a16:creationId xmlns:a16="http://schemas.microsoft.com/office/drawing/2014/main" id="{BDC6DB69-233D-3820-9DDE-A5CD0BF4E9EA}"/>
              </a:ext>
            </a:extLst>
          </p:cNvPr>
          <p:cNvSpPr>
            <a:spLocks noGrp="1" noChangeAspect="1"/>
          </p:cNvSpPr>
          <p:nvPr>
            <p:ph type="pic" sz="quarter" idx="34" hasCustomPrompt="1"/>
          </p:nvPr>
        </p:nvSpPr>
        <p:spPr>
          <a:xfrm>
            <a:off x="9902687" y="1877500"/>
            <a:ext cx="1378340" cy="13780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marR="0" lvl="0" indent="0" algn="ctr" defTabSz="609494" rtl="0" eaLnBrk="1" fontAlgn="base" latinLnBrk="0" hangingPunct="1">
              <a:lnSpc>
                <a:spcPct val="100000"/>
              </a:lnSpc>
              <a:spcBef>
                <a:spcPts val="0"/>
              </a:spcBef>
              <a:spcAft>
                <a:spcPts val="800"/>
              </a:spcAft>
              <a:buClr>
                <a:srgbClr val="BB2332"/>
              </a:buClr>
              <a:buSzTx/>
              <a:buFont typeface="Wingdings" charset="2"/>
              <a:buNone/>
              <a:tabLst/>
              <a:defRPr/>
            </a:pPr>
            <a:r>
              <a:rPr lang="en-US"/>
              <a:t>Icon/text</a:t>
            </a: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764832"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29F7E808-78C8-710E-452A-B6206FA2DD03}"/>
              </a:ext>
            </a:extLst>
          </p:cNvPr>
          <p:cNvSpPr>
            <a:spLocks noGrp="1"/>
          </p:cNvSpPr>
          <p:nvPr>
            <p:ph type="body" sz="quarter" idx="17"/>
          </p:nvPr>
        </p:nvSpPr>
        <p:spPr>
          <a:xfrm>
            <a:off x="7499850"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9DCE8244-FDCA-E820-99AD-3832A234DD9E}"/>
              </a:ext>
            </a:extLst>
          </p:cNvPr>
          <p:cNvSpPr>
            <a:spLocks noGrp="1"/>
          </p:cNvSpPr>
          <p:nvPr>
            <p:ph type="body" sz="quarter" idx="18"/>
          </p:nvPr>
        </p:nvSpPr>
        <p:spPr>
          <a:xfrm>
            <a:off x="3009838"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DDF41259-B490-CE83-5E48-37892041F1C9}"/>
              </a:ext>
            </a:extLst>
          </p:cNvPr>
          <p:cNvSpPr>
            <a:spLocks noGrp="1"/>
          </p:cNvSpPr>
          <p:nvPr>
            <p:ph type="body" sz="quarter" idx="19"/>
          </p:nvPr>
        </p:nvSpPr>
        <p:spPr>
          <a:xfrm>
            <a:off x="5254844"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1A45884-7D19-9245-DFF1-9911E14451E6}"/>
              </a:ext>
            </a:extLst>
          </p:cNvPr>
          <p:cNvSpPr>
            <a:spLocks noGrp="1"/>
          </p:cNvSpPr>
          <p:nvPr>
            <p:ph type="body" sz="quarter" idx="20"/>
          </p:nvPr>
        </p:nvSpPr>
        <p:spPr>
          <a:xfrm>
            <a:off x="9744857" y="3694239"/>
            <a:ext cx="2097536" cy="1641475"/>
          </a:xfrm>
          <a:prstGeom prst="rect">
            <a:avLst/>
          </a:prstGeom>
        </p:spPr>
        <p:txBody>
          <a:bodyPr wrap="square">
            <a:spAutoFit/>
          </a:bodyPr>
          <a:lstStyle>
            <a:lvl1pPr marL="174625" indent="-174625">
              <a:buClr>
                <a:schemeClr val="bg2"/>
              </a:buClr>
              <a:buFont typeface="Arial" panose="020B0604020202020204" pitchFamily="34" charset="0"/>
              <a:buChar char="•"/>
              <a:tabLst/>
              <a:defRPr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4A7C9A88-7775-FE3A-51FD-6D00F12780C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1" name="Title 1">
            <a:extLst>
              <a:ext uri="{FF2B5EF4-FFF2-40B4-BE49-F238E27FC236}">
                <a16:creationId xmlns:a16="http://schemas.microsoft.com/office/drawing/2014/main" id="{F9EB36F2-1161-A738-D553-CE150996241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8ADB34DB-87E4-EB79-20EE-DC41DCB77BC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3" name="Picture 12" descr="A blue and grey text on a black background&#10;&#10;AI-generated content may be incorrect.">
            <a:extLst>
              <a:ext uri="{FF2B5EF4-FFF2-40B4-BE49-F238E27FC236}">
                <a16:creationId xmlns:a16="http://schemas.microsoft.com/office/drawing/2014/main" id="{D8245A51-6E04-2BD8-5000-5F4A863E8FF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027227004"/>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Staggered circles 5">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199C1C8-FAD5-E254-1BDD-ED4BFE4BB3ED}"/>
              </a:ext>
            </a:extLst>
          </p:cNvPr>
          <p:cNvSpPr/>
          <p:nvPr userDrawn="1"/>
        </p:nvSpPr>
        <p:spPr>
          <a:xfrm>
            <a:off x="528154"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6" name="Oval 5">
            <a:extLst>
              <a:ext uri="{FF2B5EF4-FFF2-40B4-BE49-F238E27FC236}">
                <a16:creationId xmlns:a16="http://schemas.microsoft.com/office/drawing/2014/main" id="{26A9F880-BB8C-DAE4-5BEF-86ACF721E99B}"/>
              </a:ext>
            </a:extLst>
          </p:cNvPr>
          <p:cNvSpPr/>
          <p:nvPr userDrawn="1"/>
        </p:nvSpPr>
        <p:spPr>
          <a:xfrm>
            <a:off x="2911750" y="1940328"/>
            <a:ext cx="2010768" cy="201076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3" name="Oval 12">
            <a:extLst>
              <a:ext uri="{FF2B5EF4-FFF2-40B4-BE49-F238E27FC236}">
                <a16:creationId xmlns:a16="http://schemas.microsoft.com/office/drawing/2014/main" id="{1A8E4F1D-41CE-77A9-AD6D-64E059AC7F23}"/>
              </a:ext>
            </a:extLst>
          </p:cNvPr>
          <p:cNvSpPr/>
          <p:nvPr userDrawn="1"/>
        </p:nvSpPr>
        <p:spPr>
          <a:xfrm>
            <a:off x="5183266"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4" name="Oval 13">
            <a:extLst>
              <a:ext uri="{FF2B5EF4-FFF2-40B4-BE49-F238E27FC236}">
                <a16:creationId xmlns:a16="http://schemas.microsoft.com/office/drawing/2014/main" id="{8B2345F5-398D-563E-86DC-FAE79213FAD0}"/>
              </a:ext>
            </a:extLst>
          </p:cNvPr>
          <p:cNvSpPr/>
          <p:nvPr userDrawn="1"/>
        </p:nvSpPr>
        <p:spPr>
          <a:xfrm>
            <a:off x="7439862" y="1940328"/>
            <a:ext cx="2010768" cy="201076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15" name="Oval 14">
            <a:extLst>
              <a:ext uri="{FF2B5EF4-FFF2-40B4-BE49-F238E27FC236}">
                <a16:creationId xmlns:a16="http://schemas.microsoft.com/office/drawing/2014/main" id="{C2436AE0-75E2-52CB-AEB6-42AFF5931E90}"/>
              </a:ext>
            </a:extLst>
          </p:cNvPr>
          <p:cNvSpPr/>
          <p:nvPr userDrawn="1"/>
        </p:nvSpPr>
        <p:spPr>
          <a:xfrm>
            <a:off x="9724078" y="3123777"/>
            <a:ext cx="2024618" cy="2024618"/>
          </a:xfrm>
          <a:prstGeom prst="ellipse">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lvl="0"/>
            <a:endParaRPr lang="en-US" b="0" i="0">
              <a:latin typeface="Barlow Light" pitchFamily="2" charset="77"/>
            </a:endParaRPr>
          </a:p>
        </p:txBody>
      </p:sp>
      <p:sp>
        <p:nvSpPr>
          <p:cNvPr id="4" name="Picture Placeholder 9">
            <a:extLst>
              <a:ext uri="{FF2B5EF4-FFF2-40B4-BE49-F238E27FC236}">
                <a16:creationId xmlns:a16="http://schemas.microsoft.com/office/drawing/2014/main" id="{78AFE814-972D-4492-4C2A-F4E60A34F230}"/>
              </a:ext>
            </a:extLst>
          </p:cNvPr>
          <p:cNvSpPr>
            <a:spLocks noGrp="1" noChangeAspect="1"/>
          </p:cNvSpPr>
          <p:nvPr>
            <p:ph type="pic" sz="quarter" idx="36"/>
          </p:nvPr>
        </p:nvSpPr>
        <p:spPr>
          <a:xfrm>
            <a:off x="629998"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7" name="Picture Placeholder 9">
            <a:extLst>
              <a:ext uri="{FF2B5EF4-FFF2-40B4-BE49-F238E27FC236}">
                <a16:creationId xmlns:a16="http://schemas.microsoft.com/office/drawing/2014/main" id="{D14DF276-FE42-13D1-892F-D1AE18A9C2E2}"/>
              </a:ext>
            </a:extLst>
          </p:cNvPr>
          <p:cNvSpPr>
            <a:spLocks noGrp="1" noChangeAspect="1"/>
          </p:cNvSpPr>
          <p:nvPr>
            <p:ph type="pic" sz="quarter" idx="37"/>
          </p:nvPr>
        </p:nvSpPr>
        <p:spPr>
          <a:xfrm>
            <a:off x="5285110"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8" name="Picture Placeholder 9">
            <a:extLst>
              <a:ext uri="{FF2B5EF4-FFF2-40B4-BE49-F238E27FC236}">
                <a16:creationId xmlns:a16="http://schemas.microsoft.com/office/drawing/2014/main" id="{006D0D6B-A447-1E2B-D7D3-61636D7587F0}"/>
              </a:ext>
            </a:extLst>
          </p:cNvPr>
          <p:cNvSpPr>
            <a:spLocks noGrp="1" noChangeAspect="1"/>
          </p:cNvSpPr>
          <p:nvPr>
            <p:ph type="pic" sz="quarter" idx="38"/>
          </p:nvPr>
        </p:nvSpPr>
        <p:spPr>
          <a:xfrm>
            <a:off x="9825922" y="3225808"/>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9" name="Picture Placeholder 9">
            <a:extLst>
              <a:ext uri="{FF2B5EF4-FFF2-40B4-BE49-F238E27FC236}">
                <a16:creationId xmlns:a16="http://schemas.microsoft.com/office/drawing/2014/main" id="{160D6051-D536-2EC1-2EFC-67EC02C7EFAA}"/>
              </a:ext>
            </a:extLst>
          </p:cNvPr>
          <p:cNvSpPr>
            <a:spLocks noGrp="1" noChangeAspect="1"/>
          </p:cNvSpPr>
          <p:nvPr>
            <p:ph type="pic" sz="quarter" idx="39"/>
          </p:nvPr>
        </p:nvSpPr>
        <p:spPr>
          <a:xfrm>
            <a:off x="3006669" y="2035434"/>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10" name="Picture Placeholder 9">
            <a:extLst>
              <a:ext uri="{FF2B5EF4-FFF2-40B4-BE49-F238E27FC236}">
                <a16:creationId xmlns:a16="http://schemas.microsoft.com/office/drawing/2014/main" id="{F78BE9F3-D73F-A57A-AA9A-6C385F415419}"/>
              </a:ext>
            </a:extLst>
          </p:cNvPr>
          <p:cNvSpPr>
            <a:spLocks noGrp="1" noChangeAspect="1"/>
          </p:cNvSpPr>
          <p:nvPr>
            <p:ph type="pic" sz="quarter" idx="40"/>
          </p:nvPr>
        </p:nvSpPr>
        <p:spPr>
          <a:xfrm>
            <a:off x="7534781" y="2035434"/>
            <a:ext cx="1820930" cy="1820556"/>
          </a:xfrm>
          <a:prstGeom prst="ellipse">
            <a:avLst/>
          </a:prstGeom>
          <a:noFill/>
          <a:ln w="19050" cap="flat">
            <a:noFill/>
            <a:prstDash val="solid"/>
            <a:miter/>
          </a:ln>
          <a:effectLst/>
        </p:spPr>
        <p:txBody>
          <a:bodyPr rtlCol="0" anchor="ctr"/>
          <a:lstStyle>
            <a:lvl1pPr marL="0" indent="0" algn="ctr">
              <a:buNone/>
              <a:defRPr lang="en-US" sz="1400" b="0" i="0" kern="1200" dirty="0">
                <a:solidFill>
                  <a:schemeClr val="bg1"/>
                </a:solidFill>
                <a:latin typeface="Barlow Light" pitchFamily="2" charset="77"/>
              </a:defRPr>
            </a:lvl1pPr>
          </a:lstStyle>
          <a:p>
            <a:pPr marL="0" lvl="0" defTabSz="609494" latinLnBrk="0"/>
            <a:endParaRPr lang="en-US"/>
          </a:p>
        </p:txBody>
      </p:sp>
      <p:sp>
        <p:nvSpPr>
          <p:cNvPr id="41" name="Text Placeholder 3">
            <a:extLst>
              <a:ext uri="{FF2B5EF4-FFF2-40B4-BE49-F238E27FC236}">
                <a16:creationId xmlns:a16="http://schemas.microsoft.com/office/drawing/2014/main" id="{9A8C699D-141E-D8D1-C7B1-7FD53C54668E}"/>
              </a:ext>
            </a:extLst>
          </p:cNvPr>
          <p:cNvSpPr>
            <a:spLocks noGrp="1"/>
          </p:cNvSpPr>
          <p:nvPr>
            <p:ph type="body" sz="quarter" idx="18"/>
          </p:nvPr>
        </p:nvSpPr>
        <p:spPr>
          <a:xfrm>
            <a:off x="444629"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5B9414D3-9AEC-DC2D-35A2-52AC4B3659CE}"/>
              </a:ext>
            </a:extLst>
          </p:cNvPr>
          <p:cNvSpPr>
            <a:spLocks noGrp="1"/>
          </p:cNvSpPr>
          <p:nvPr>
            <p:ph type="body" sz="quarter" idx="20"/>
          </p:nvPr>
        </p:nvSpPr>
        <p:spPr>
          <a:xfrm>
            <a:off x="2838678"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9E559149-98D1-920E-F1FC-0EA32292CE00}"/>
              </a:ext>
            </a:extLst>
          </p:cNvPr>
          <p:cNvSpPr>
            <a:spLocks noGrp="1"/>
          </p:cNvSpPr>
          <p:nvPr>
            <p:ph type="body" sz="quarter" idx="26"/>
          </p:nvPr>
        </p:nvSpPr>
        <p:spPr>
          <a:xfrm>
            <a:off x="444629"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76C0D266-C435-B96B-8497-F249C98C0D5A}"/>
              </a:ext>
            </a:extLst>
          </p:cNvPr>
          <p:cNvSpPr>
            <a:spLocks noGrp="1"/>
          </p:cNvSpPr>
          <p:nvPr>
            <p:ph type="body" sz="quarter" idx="27"/>
          </p:nvPr>
        </p:nvSpPr>
        <p:spPr>
          <a:xfrm>
            <a:off x="2838678"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2F11D285-00A1-C7DC-BF3D-1271A1B32FE5}"/>
              </a:ext>
            </a:extLst>
          </p:cNvPr>
          <p:cNvSpPr>
            <a:spLocks noGrp="1"/>
          </p:cNvSpPr>
          <p:nvPr>
            <p:ph type="body" sz="quarter" idx="29"/>
          </p:nvPr>
        </p:nvSpPr>
        <p:spPr>
          <a:xfrm>
            <a:off x="7425123" y="3675800"/>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A5A87BE8-B687-200F-111D-6AACD0A52080}"/>
              </a:ext>
            </a:extLst>
          </p:cNvPr>
          <p:cNvSpPr>
            <a:spLocks noGrp="1"/>
          </p:cNvSpPr>
          <p:nvPr>
            <p:ph type="body" sz="quarter" idx="31"/>
          </p:nvPr>
        </p:nvSpPr>
        <p:spPr>
          <a:xfrm>
            <a:off x="7425123" y="4769436"/>
            <a:ext cx="2295056"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9" name="Text Placeholder 3">
            <a:extLst>
              <a:ext uri="{FF2B5EF4-FFF2-40B4-BE49-F238E27FC236}">
                <a16:creationId xmlns:a16="http://schemas.microsoft.com/office/drawing/2014/main" id="{AF2569B9-2415-65B8-CA79-372DEBF2D8E6}"/>
              </a:ext>
            </a:extLst>
          </p:cNvPr>
          <p:cNvSpPr>
            <a:spLocks noGrp="1"/>
          </p:cNvSpPr>
          <p:nvPr>
            <p:ph type="body" sz="quarter" idx="32"/>
          </p:nvPr>
        </p:nvSpPr>
        <p:spPr>
          <a:xfrm>
            <a:off x="51222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0" name="Text Placeholder 3">
            <a:extLst>
              <a:ext uri="{FF2B5EF4-FFF2-40B4-BE49-F238E27FC236}">
                <a16:creationId xmlns:a16="http://schemas.microsoft.com/office/drawing/2014/main" id="{42AFBF6F-2311-8413-B670-AA5729EF0494}"/>
              </a:ext>
            </a:extLst>
          </p:cNvPr>
          <p:cNvSpPr>
            <a:spLocks noGrp="1"/>
          </p:cNvSpPr>
          <p:nvPr>
            <p:ph type="body" sz="quarter" idx="33"/>
          </p:nvPr>
        </p:nvSpPr>
        <p:spPr>
          <a:xfrm>
            <a:off x="51222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1" name="Text Placeholder 3">
            <a:extLst>
              <a:ext uri="{FF2B5EF4-FFF2-40B4-BE49-F238E27FC236}">
                <a16:creationId xmlns:a16="http://schemas.microsoft.com/office/drawing/2014/main" id="{72216FD8-3D7A-A43F-AD46-72EF497F2EEC}"/>
              </a:ext>
            </a:extLst>
          </p:cNvPr>
          <p:cNvSpPr>
            <a:spLocks noGrp="1"/>
          </p:cNvSpPr>
          <p:nvPr>
            <p:ph type="body" sz="quarter" idx="34"/>
          </p:nvPr>
        </p:nvSpPr>
        <p:spPr>
          <a:xfrm>
            <a:off x="9668855" y="1526576"/>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2" name="Text Placeholder 3">
            <a:extLst>
              <a:ext uri="{FF2B5EF4-FFF2-40B4-BE49-F238E27FC236}">
                <a16:creationId xmlns:a16="http://schemas.microsoft.com/office/drawing/2014/main" id="{3D14629F-6747-7204-53B5-E8940277AFB7}"/>
              </a:ext>
            </a:extLst>
          </p:cNvPr>
          <p:cNvSpPr>
            <a:spLocks noGrp="1"/>
          </p:cNvSpPr>
          <p:nvPr>
            <p:ph type="body" sz="quarter" idx="35"/>
          </p:nvPr>
        </p:nvSpPr>
        <p:spPr>
          <a:xfrm>
            <a:off x="9668855" y="2444658"/>
            <a:ext cx="2295057" cy="1155700"/>
          </a:xfrm>
          <a:prstGeom prst="rect">
            <a:avLst/>
          </a:prstGeom>
        </p:spPr>
        <p:txBody>
          <a:bodyPr/>
          <a:lstStyle>
            <a:lvl1pPr marL="0" indent="0">
              <a:buNone/>
              <a:defRPr sz="14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54" name="Straight Connector 53">
            <a:extLst>
              <a:ext uri="{FF2B5EF4-FFF2-40B4-BE49-F238E27FC236}">
                <a16:creationId xmlns:a16="http://schemas.microsoft.com/office/drawing/2014/main" id="{6068895F-2B52-2C8C-1391-D3EBA420499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0320ED2F-CF31-25E1-5065-79F4667B157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EA555885-9B92-9D8D-F59A-F61E8F8E1FC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2" name="Picture 11" descr="A blue and grey text on a black background&#10;&#10;AI-generated content may be incorrect.">
            <a:extLst>
              <a:ext uri="{FF2B5EF4-FFF2-40B4-BE49-F238E27FC236}">
                <a16:creationId xmlns:a16="http://schemas.microsoft.com/office/drawing/2014/main" id="{D3AFC0DD-A9DD-25DE-7CBC-90F0D31E69C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984025309"/>
      </p:ext>
    </p:extLst>
  </p:cSld>
  <p:clrMapOvr>
    <a:masterClrMapping/>
  </p:clrMapOvr>
  <p:transition spd="med"/>
  <p:extLst>
    <p:ext uri="{DCECCB84-F9BA-43D5-87BE-67443E8EF086}">
      <p15:sldGuideLst xmlns:p15="http://schemas.microsoft.com/office/powerpoint/2012/main">
        <p15:guide id="1" pos="3840">
          <p15:clr>
            <a:srgbClr val="FBAE40"/>
          </p15:clr>
        </p15:guide>
        <p15:guide id="2" pos="7320">
          <p15:clr>
            <a:srgbClr val="FBAE40"/>
          </p15:clr>
        </p15:guide>
        <p15:guide id="3" pos="456">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Section or Chapter">
    <p:spTree>
      <p:nvGrpSpPr>
        <p:cNvPr id="1" name=""/>
        <p:cNvGrpSpPr/>
        <p:nvPr/>
      </p:nvGrpSpPr>
      <p:grpSpPr>
        <a:xfrm>
          <a:off x="0" y="0"/>
          <a:ext cx="0" cy="0"/>
          <a:chOff x="0" y="0"/>
          <a:chExt cx="0" cy="0"/>
        </a:xfrm>
      </p:grpSpPr>
      <p:pic>
        <p:nvPicPr>
          <p:cNvPr id="2" name="Picture 1" descr="A blue and grey text on a black background&#10;&#10;AI-generated content may be incorrect.">
            <a:extLst>
              <a:ext uri="{FF2B5EF4-FFF2-40B4-BE49-F238E27FC236}">
                <a16:creationId xmlns:a16="http://schemas.microsoft.com/office/drawing/2014/main" id="{3DCDB46E-17A1-B733-80ED-2F8FBE5F8D76}"/>
              </a:ext>
            </a:extLst>
          </p:cNvPr>
          <p:cNvPicPr>
            <a:picLocks noChangeAspect="1"/>
          </p:cNvPicPr>
          <p:nvPr userDrawn="1"/>
        </p:nvPicPr>
        <p:blipFill>
          <a:blip r:embed="rId2"/>
          <a:srcRect l="5454" t="16383" r="73842" b="32609"/>
          <a:stretch/>
        </p:blipFill>
        <p:spPr>
          <a:xfrm>
            <a:off x="302723" y="2920460"/>
            <a:ext cx="460930" cy="434058"/>
          </a:xfrm>
          <a:prstGeom prst="rect">
            <a:avLst/>
          </a:prstGeom>
        </p:spPr>
      </p:pic>
      <p:sp>
        <p:nvSpPr>
          <p:cNvPr id="11" name="Title 1">
            <a:extLst>
              <a:ext uri="{FF2B5EF4-FFF2-40B4-BE49-F238E27FC236}">
                <a16:creationId xmlns:a16="http://schemas.microsoft.com/office/drawing/2014/main" id="{1BF3C232-E963-77F9-78C3-7F1C5FB7C15D}"/>
              </a:ext>
            </a:extLst>
          </p:cNvPr>
          <p:cNvSpPr>
            <a:spLocks noGrp="1"/>
          </p:cNvSpPr>
          <p:nvPr>
            <p:ph type="title" hasCustomPrompt="1"/>
          </p:nvPr>
        </p:nvSpPr>
        <p:spPr>
          <a:xfrm>
            <a:off x="1044205" y="2911009"/>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2" name="Text Placeholder 6">
            <a:extLst>
              <a:ext uri="{FF2B5EF4-FFF2-40B4-BE49-F238E27FC236}">
                <a16:creationId xmlns:a16="http://schemas.microsoft.com/office/drawing/2014/main" id="{C8B6D162-71A4-045A-7C5A-0B9488A6810F}"/>
              </a:ext>
            </a:extLst>
          </p:cNvPr>
          <p:cNvSpPr>
            <a:spLocks noGrp="1"/>
          </p:cNvSpPr>
          <p:nvPr>
            <p:ph type="body" sz="quarter" idx="10"/>
          </p:nvPr>
        </p:nvSpPr>
        <p:spPr>
          <a:xfrm>
            <a:off x="1044205" y="3365199"/>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endParaRPr lang="en-US"/>
          </a:p>
        </p:txBody>
      </p:sp>
      <p:cxnSp>
        <p:nvCxnSpPr>
          <p:cNvPr id="6" name="Straight Connector 5">
            <a:extLst>
              <a:ext uri="{FF2B5EF4-FFF2-40B4-BE49-F238E27FC236}">
                <a16:creationId xmlns:a16="http://schemas.microsoft.com/office/drawing/2014/main" id="{629F4463-9DFA-3123-09B7-A6A43ADCC8F1}"/>
              </a:ext>
            </a:extLst>
          </p:cNvPr>
          <p:cNvCxnSpPr>
            <a:cxnSpLocks/>
          </p:cNvCxnSpPr>
          <p:nvPr userDrawn="1"/>
        </p:nvCxnSpPr>
        <p:spPr bwMode="auto">
          <a:xfrm flipV="1">
            <a:off x="930361" y="2955428"/>
            <a:ext cx="0" cy="372586"/>
          </a:xfrm>
          <a:prstGeom prst="line">
            <a:avLst/>
          </a:prstGeom>
          <a:no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121674314"/>
      </p:ext>
    </p:extLst>
  </p:cSld>
  <p:clrMapOvr>
    <a:masterClrMapping/>
  </p:clrMapOvr>
  <p:transition spd="med"/>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Section or Chapter Colo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3"/>
            <a:ext cx="12192000" cy="6465859"/>
          </a:xfrm>
          <a:prstGeom prst="rect">
            <a:avLst/>
          </a:prstGeom>
          <a:gradFill>
            <a:gsLst>
              <a:gs pos="84000">
                <a:schemeClr val="accent4"/>
              </a:gs>
              <a:gs pos="1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D8921E-B761-84E8-77E3-51024497A32E}"/>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6" name="Title 1">
            <a:extLst>
              <a:ext uri="{FF2B5EF4-FFF2-40B4-BE49-F238E27FC236}">
                <a16:creationId xmlns:a16="http://schemas.microsoft.com/office/drawing/2014/main" id="{32BBEECE-74BA-D662-E0C1-33EC640B2266}"/>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1" i="0">
                <a:solidFill>
                  <a:schemeClr val="bg1"/>
                </a:solidFill>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584EB473-18EB-FC71-2599-7A1168693462}"/>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30F3FE63-4B4A-603A-EEAA-1CC73D4D4FD5}"/>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1796434877"/>
      </p:ext>
    </p:extLst>
  </p:cSld>
  <p:clrMapOvr>
    <a:masterClrMapping/>
  </p:clrMapOvr>
  <p:transition spd="med"/>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Section or chapter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A7D34BF-84F9-1B3D-2C73-B0045173DA26}"/>
              </a:ext>
            </a:extLst>
          </p:cNvPr>
          <p:cNvSpPr>
            <a:spLocks noGrp="1"/>
          </p:cNvSpPr>
          <p:nvPr>
            <p:ph type="pic" sz="quarter" idx="18"/>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4046400 h 6858000"/>
              <a:gd name="connsiteX5" fmla="*/ 733260 w 12192000"/>
              <a:gd name="connsiteY5" fmla="*/ 3467397 h 6858000"/>
              <a:gd name="connsiteX6" fmla="*/ 733260 w 12192000"/>
              <a:gd name="connsiteY6" fmla="*/ 3467397 h 6858000"/>
              <a:gd name="connsiteX7" fmla="*/ 733260 w 12192000"/>
              <a:gd name="connsiteY7" fmla="*/ 3467397 h 6858000"/>
              <a:gd name="connsiteX8" fmla="*/ 733260 w 12192000"/>
              <a:gd name="connsiteY8" fmla="*/ 3056270 h 6858000"/>
              <a:gd name="connsiteX9" fmla="*/ 0 w 12192000"/>
              <a:gd name="connsiteY9" fmla="*/ 247726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6858000"/>
                </a:lnTo>
                <a:lnTo>
                  <a:pt x="0" y="6858000"/>
                </a:lnTo>
                <a:lnTo>
                  <a:pt x="0" y="4046400"/>
                </a:lnTo>
                <a:lnTo>
                  <a:pt x="733260" y="3467397"/>
                </a:lnTo>
                <a:lnTo>
                  <a:pt x="733260" y="3467397"/>
                </a:lnTo>
                <a:lnTo>
                  <a:pt x="733260" y="3467397"/>
                </a:lnTo>
                <a:lnTo>
                  <a:pt x="733260" y="3056270"/>
                </a:lnTo>
                <a:lnTo>
                  <a:pt x="0" y="2477266"/>
                </a:lnTo>
                <a:close/>
              </a:path>
            </a:pathLst>
          </a:custGeom>
          <a:solidFill>
            <a:schemeClr val="tx2"/>
          </a:solidFill>
        </p:spPr>
        <p:txBody>
          <a:bodyPr wrap="square" anchor="ctr">
            <a:noAutofit/>
          </a:bodyPr>
          <a:lstStyle>
            <a:lvl1pPr marL="0" indent="0" algn="ctr">
              <a:buNone/>
              <a:defRPr sz="36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7" name="Title 1">
            <a:extLst>
              <a:ext uri="{FF2B5EF4-FFF2-40B4-BE49-F238E27FC236}">
                <a16:creationId xmlns:a16="http://schemas.microsoft.com/office/drawing/2014/main" id="{85B8E07F-B6A5-7829-D66E-7CB7D3FA1589}"/>
              </a:ext>
            </a:extLst>
          </p:cNvPr>
          <p:cNvSpPr>
            <a:spLocks noGrp="1"/>
          </p:cNvSpPr>
          <p:nvPr>
            <p:ph type="title" hasCustomPrompt="1"/>
          </p:nvPr>
        </p:nvSpPr>
        <p:spPr>
          <a:xfrm>
            <a:off x="1044205" y="2886181"/>
            <a:ext cx="10744985" cy="522579"/>
          </a:xfrm>
          <a:prstGeom prst="rect">
            <a:avLst/>
          </a:prstGeom>
        </p:spPr>
        <p:txBody>
          <a:bodyPr wrap="square" anchor="ctr">
            <a:spAutoFit/>
          </a:bodyPr>
          <a:lstStyle>
            <a:lvl1pPr>
              <a:lnSpc>
                <a:spcPts val="3300"/>
              </a:lnSpc>
              <a:defRPr sz="3400" b="0" i="0">
                <a:solidFill>
                  <a:schemeClr val="bg1"/>
                </a:solidFill>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53F2DC2-B380-30BA-A53D-B0CF55B9B59C}"/>
              </a:ext>
            </a:extLst>
          </p:cNvPr>
          <p:cNvSpPr>
            <a:spLocks noGrp="1"/>
          </p:cNvSpPr>
          <p:nvPr>
            <p:ph type="body" sz="quarter" idx="10" hasCustomPrompt="1"/>
          </p:nvPr>
        </p:nvSpPr>
        <p:spPr>
          <a:xfrm>
            <a:off x="1044205" y="3340371"/>
            <a:ext cx="10744985" cy="348813"/>
          </a:xfrm>
          <a:prstGeom prst="rect">
            <a:avLst/>
          </a:prstGeom>
        </p:spPr>
        <p:txBody>
          <a:bodyPr wrap="square" anchor="t">
            <a:spAutoFit/>
          </a:bodyPr>
          <a:lstStyle>
            <a:lvl1pPr marL="0" indent="0">
              <a:lnSpc>
                <a:spcPts val="2000"/>
              </a:lnSpc>
              <a:buNone/>
              <a:defRPr sz="20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4" name="Picture 3" descr="A blue and grey text on a black background&#10;&#10;AI-generated content may be incorrect.">
            <a:extLst>
              <a:ext uri="{FF2B5EF4-FFF2-40B4-BE49-F238E27FC236}">
                <a16:creationId xmlns:a16="http://schemas.microsoft.com/office/drawing/2014/main" id="{D0B7586D-9B52-AE57-6D03-80381DEF1339}"/>
              </a:ext>
            </a:extLst>
          </p:cNvPr>
          <p:cNvPicPr>
            <a:picLocks noChangeAspect="1"/>
          </p:cNvPicPr>
          <p:nvPr userDrawn="1"/>
        </p:nvPicPr>
        <p:blipFill>
          <a:blip r:embed="rId2"/>
          <a:srcRect l="5454" t="16383" r="73842" b="32609"/>
          <a:stretch/>
        </p:blipFill>
        <p:spPr>
          <a:xfrm>
            <a:off x="160918" y="3085009"/>
            <a:ext cx="378092" cy="356049"/>
          </a:xfrm>
          <a:prstGeom prst="rect">
            <a:avLst/>
          </a:prstGeom>
        </p:spPr>
      </p:pic>
    </p:spTree>
    <p:extLst>
      <p:ext uri="{BB962C8B-B14F-4D97-AF65-F5344CB8AC3E}">
        <p14:creationId xmlns:p14="http://schemas.microsoft.com/office/powerpoint/2010/main" val="3520322066"/>
      </p:ext>
    </p:extLst>
  </p:cSld>
  <p:clrMapOvr>
    <a:masterClrMapping/>
  </p:clrMapOvr>
  <p:transition spd="med"/>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3317851"/>
      </p:ext>
    </p:extLst>
  </p:cSld>
  <p:clrMapOvr>
    <a:masterClrMapping/>
  </p:clrMapOvr>
  <p:transition spd="med"/>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Gray under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7ED560-3D0A-01B9-1EFD-EE094B9DEDDC}"/>
              </a:ext>
            </a:extLst>
          </p:cNvPr>
          <p:cNvSpPr/>
          <p:nvPr userDrawn="1"/>
        </p:nvSpPr>
        <p:spPr>
          <a:xfrm>
            <a:off x="0" y="1141262"/>
            <a:ext cx="12192000" cy="5294463"/>
          </a:xfrm>
          <a:prstGeom prst="rect">
            <a:avLst/>
          </a:prstGeom>
          <a:gradFill flip="none" rotWithShape="1">
            <a:gsLst>
              <a:gs pos="0">
                <a:schemeClr val="bg1">
                  <a:lumMod val="95000"/>
                </a:schemeClr>
              </a:gs>
              <a:gs pos="100000">
                <a:schemeClr val="bg1">
                  <a:lumMod val="85000"/>
                </a:schemeClr>
              </a:gs>
            </a:gsLst>
            <a:lin ang="18900000" scaled="1"/>
            <a:tileRect/>
          </a:gradFill>
          <a:ln w="31750" cap="flat">
            <a:noFill/>
            <a:prstDash val="solid"/>
            <a:miter/>
          </a:ln>
          <a:effectLst/>
        </p:spPr>
        <p:txBody>
          <a:bodyPr rtlCol="0" anchor="ctr"/>
          <a:lstStyle/>
          <a:p>
            <a:pPr algn="l"/>
            <a:endParaRPr lang="en-US" b="0" i="0">
              <a:latin typeface="Barlow Light" pitchFamily="2" charset="77"/>
            </a:endParaRPr>
          </a:p>
        </p:txBody>
      </p:sp>
      <p:cxnSp>
        <p:nvCxnSpPr>
          <p:cNvPr id="6" name="Straight Connector 5">
            <a:extLst>
              <a:ext uri="{FF2B5EF4-FFF2-40B4-BE49-F238E27FC236}">
                <a16:creationId xmlns:a16="http://schemas.microsoft.com/office/drawing/2014/main" id="{E7449475-5155-C859-BA21-C53DC1B8C969}"/>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4E3333E5-3BA8-EB65-C59E-EF9648286534}"/>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6E57A7D-8745-4DE1-180E-8F14B0BC959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AECA302B-A7E2-960A-FBAF-AF799CDA976C}"/>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74461965"/>
      </p:ext>
    </p:extLst>
  </p:cSld>
  <p:clrMapOvr>
    <a:masterClrMapping/>
  </p:clrMapOvr>
  <p:transition spd="med"/>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Framed white background">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625"/>
              <a:gd name="adj2" fmla="val 3239"/>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54ED14A3-6414-839A-C352-9C74577CA1DF}"/>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6ACF38A-8697-0C2A-9875-478C379655EF}"/>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0264A352-44B1-038E-BA72-2A5D67A1029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828563687"/>
      </p:ext>
    </p:extLst>
  </p:cSld>
  <p:clrMapOvr>
    <a:masterClrMapping/>
  </p:clrMapOvr>
  <p:transition spd="med"/>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Framed red-orange backgroun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3209"/>
              <a:gd name="adj2" fmla="val 3071"/>
            </a:avLst>
          </a:prstGeom>
          <a:gradFill>
            <a:gsLst>
              <a:gs pos="14000">
                <a:schemeClr val="accent4"/>
              </a:gs>
              <a:gs pos="84000">
                <a:schemeClr val="accent2"/>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Title 1">
            <a:extLst>
              <a:ext uri="{FF2B5EF4-FFF2-40B4-BE49-F238E27FC236}">
                <a16:creationId xmlns:a16="http://schemas.microsoft.com/office/drawing/2014/main" id="{40ED38B2-5A86-B2CA-DE15-28B89EF2F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847EDAE0-0984-B6FB-F2F6-C80145A7F87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C7BE078E-059C-BB34-5824-6D73E5592A9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191560351"/>
      </p:ext>
    </p:extLst>
  </p:cSld>
  <p:clrMapOvr>
    <a:masterClrMapping/>
  </p:clrMapOvr>
  <p:transition spd="med"/>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Framed blue gradient backgroun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F444FED-ED41-FF32-2971-3A9729E61D2F}"/>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315028"/>
            <a:ext cx="11818030" cy="4981694"/>
          </a:xfrm>
          <a:prstGeom prst="round2SameRect">
            <a:avLst>
              <a:gd name="adj1" fmla="val 2562"/>
              <a:gd name="adj2" fmla="val 3071"/>
            </a:avLst>
          </a:prstGeom>
          <a:gradFill>
            <a:gsLst>
              <a:gs pos="84000">
                <a:schemeClr val="accent2"/>
              </a:gs>
              <a:gs pos="14000">
                <a:schemeClr val="accent4"/>
              </a:gs>
            </a:gsLst>
            <a:lin ang="2700000" scaled="1"/>
          </a:gra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Title 1">
            <a:extLst>
              <a:ext uri="{FF2B5EF4-FFF2-40B4-BE49-F238E27FC236}">
                <a16:creationId xmlns:a16="http://schemas.microsoft.com/office/drawing/2014/main" id="{14808C12-B5EF-5444-21F8-3839C8B39D3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6" name="Text Placeholder 6">
            <a:extLst>
              <a:ext uri="{FF2B5EF4-FFF2-40B4-BE49-F238E27FC236}">
                <a16:creationId xmlns:a16="http://schemas.microsoft.com/office/drawing/2014/main" id="{CA854D43-58B6-0ACF-AB2F-5039B336B07C}"/>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3" name="Picture 2" descr="A blue and grey text on a black background&#10;&#10;AI-generated content may be incorrect.">
            <a:extLst>
              <a:ext uri="{FF2B5EF4-FFF2-40B4-BE49-F238E27FC236}">
                <a16:creationId xmlns:a16="http://schemas.microsoft.com/office/drawing/2014/main" id="{20F4F04E-B56D-B547-9AD7-F66045E9242E}"/>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381730035"/>
      </p:ext>
    </p:extLst>
  </p:cSld>
  <p:clrMapOvr>
    <a:masterClrMapping/>
  </p:clrMapOvr>
  <p:transition spd="med"/>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Framed white background max height">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904295"/>
            <a:ext cx="11818030" cy="5550293"/>
          </a:xfrm>
          <a:prstGeom prst="round2SameRect">
            <a:avLst>
              <a:gd name="adj1" fmla="val 2625"/>
              <a:gd name="adj2" fmla="val 4332"/>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7040021E-6555-2F99-E013-0059EB92054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4" name="Picture 3" descr="A blue and grey text on a black background&#10;&#10;AI-generated content may be incorrect.">
            <a:extLst>
              <a:ext uri="{FF2B5EF4-FFF2-40B4-BE49-F238E27FC236}">
                <a16:creationId xmlns:a16="http://schemas.microsoft.com/office/drawing/2014/main" id="{953BC5AA-1E8C-2F20-E98F-FFC476E2AC7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916790243"/>
      </p:ext>
    </p:extLst>
  </p:cSld>
  <p:clrMapOvr>
    <a:masterClrMapping/>
  </p:clrMapOvr>
  <p:transition spd="med"/>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Arrows with photos on top +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756EA91-8104-6CA5-BBBB-1CBD1A49CC38}"/>
              </a:ext>
            </a:extLst>
          </p:cNvPr>
          <p:cNvSpPr>
            <a:spLocks noGrp="1"/>
          </p:cNvSpPr>
          <p:nvPr>
            <p:ph type="pic" sz="quarter" idx="10"/>
          </p:nvPr>
        </p:nvSpPr>
        <p:spPr>
          <a:xfrm>
            <a:off x="1143794"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9" name="Picture Placeholder 8">
            <a:extLst>
              <a:ext uri="{FF2B5EF4-FFF2-40B4-BE49-F238E27FC236}">
                <a16:creationId xmlns:a16="http://schemas.microsoft.com/office/drawing/2014/main" id="{CC86D464-B9CE-E31B-0306-6CC350C6B2E1}"/>
              </a:ext>
            </a:extLst>
          </p:cNvPr>
          <p:cNvSpPr>
            <a:spLocks noGrp="1"/>
          </p:cNvSpPr>
          <p:nvPr>
            <p:ph type="pic" sz="quarter" idx="11"/>
          </p:nvPr>
        </p:nvSpPr>
        <p:spPr>
          <a:xfrm>
            <a:off x="2774156" y="2093505"/>
            <a:ext cx="2412207" cy="1681163"/>
          </a:xfrm>
          <a:custGeom>
            <a:avLst/>
            <a:gdLst>
              <a:gd name="connsiteX0" fmla="*/ 0 w 4824413"/>
              <a:gd name="connsiteY0" fmla="*/ 0 h 3362325"/>
              <a:gd name="connsiteX1" fmla="*/ 3106162 w 4824413"/>
              <a:gd name="connsiteY1" fmla="*/ 0 h 3362325"/>
              <a:gd name="connsiteX2" fmla="*/ 4824413 w 4824413"/>
              <a:gd name="connsiteY2" fmla="*/ 3362325 h 3362325"/>
              <a:gd name="connsiteX3" fmla="*/ 1718251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2" y="0"/>
                </a:lnTo>
                <a:lnTo>
                  <a:pt x="4824413" y="3362325"/>
                </a:lnTo>
                <a:lnTo>
                  <a:pt x="1718251" y="3362325"/>
                </a:lnTo>
                <a:cubicBezTo>
                  <a:pt x="1718251"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12" name="Picture Placeholder 11">
            <a:extLst>
              <a:ext uri="{FF2B5EF4-FFF2-40B4-BE49-F238E27FC236}">
                <a16:creationId xmlns:a16="http://schemas.microsoft.com/office/drawing/2014/main" id="{2A0568B0-9DDC-C777-DF32-B0579CECE46A}"/>
              </a:ext>
            </a:extLst>
          </p:cNvPr>
          <p:cNvSpPr>
            <a:spLocks noGrp="1"/>
          </p:cNvSpPr>
          <p:nvPr>
            <p:ph type="pic" sz="quarter" idx="12"/>
          </p:nvPr>
        </p:nvSpPr>
        <p:spPr>
          <a:xfrm>
            <a:off x="4404519" y="2093505"/>
            <a:ext cx="2412207" cy="1681163"/>
          </a:xfrm>
          <a:custGeom>
            <a:avLst/>
            <a:gdLst>
              <a:gd name="connsiteX0" fmla="*/ 0 w 4824413"/>
              <a:gd name="connsiteY0" fmla="*/ 0 h 3362325"/>
              <a:gd name="connsiteX1" fmla="*/ 3106163 w 4824413"/>
              <a:gd name="connsiteY1" fmla="*/ 0 h 3362325"/>
              <a:gd name="connsiteX2" fmla="*/ 4824413 w 4824413"/>
              <a:gd name="connsiteY2" fmla="*/ 3362325 h 3362325"/>
              <a:gd name="connsiteX3" fmla="*/ 1718250 w 4824413"/>
              <a:gd name="connsiteY3" fmla="*/ 3362325 h 3362325"/>
              <a:gd name="connsiteX4" fmla="*/ 0 w 4824413"/>
              <a:gd name="connsiteY4" fmla="*/ 0 h 3362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413" h="3362325">
                <a:moveTo>
                  <a:pt x="0" y="0"/>
                </a:moveTo>
                <a:lnTo>
                  <a:pt x="3106163" y="0"/>
                </a:lnTo>
                <a:lnTo>
                  <a:pt x="4824413" y="3362325"/>
                </a:lnTo>
                <a:lnTo>
                  <a:pt x="1718250" y="3362325"/>
                </a:lnTo>
                <a:cubicBezTo>
                  <a:pt x="1718250" y="336232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 name="AutoShape 5">
            <a:extLst>
              <a:ext uri="{FF2B5EF4-FFF2-40B4-BE49-F238E27FC236}">
                <a16:creationId xmlns:a16="http://schemas.microsoft.com/office/drawing/2014/main" id="{AF49CE77-F837-72BE-171C-F18F0591C7DA}"/>
              </a:ext>
            </a:extLst>
          </p:cNvPr>
          <p:cNvSpPr>
            <a:spLocks/>
          </p:cNvSpPr>
          <p:nvPr userDrawn="1"/>
        </p:nvSpPr>
        <p:spPr bwMode="auto">
          <a:xfrm>
            <a:off x="1143000" y="3760076"/>
            <a:ext cx="2413001"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3" name="AutoShape 8">
            <a:extLst>
              <a:ext uri="{FF2B5EF4-FFF2-40B4-BE49-F238E27FC236}">
                <a16:creationId xmlns:a16="http://schemas.microsoft.com/office/drawing/2014/main" id="{A815115C-D1A1-B01B-523F-4ACA796FC281}"/>
              </a:ext>
            </a:extLst>
          </p:cNvPr>
          <p:cNvSpPr>
            <a:spLocks/>
          </p:cNvSpPr>
          <p:nvPr userDrawn="1"/>
        </p:nvSpPr>
        <p:spPr bwMode="auto">
          <a:xfrm>
            <a:off x="2773363" y="3760076"/>
            <a:ext cx="2412207"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sp>
        <p:nvSpPr>
          <p:cNvPr id="4" name="AutoShape 11">
            <a:extLst>
              <a:ext uri="{FF2B5EF4-FFF2-40B4-BE49-F238E27FC236}">
                <a16:creationId xmlns:a16="http://schemas.microsoft.com/office/drawing/2014/main" id="{D90676F1-F58F-0583-B50E-012752DA9D2D}"/>
              </a:ext>
            </a:extLst>
          </p:cNvPr>
          <p:cNvSpPr>
            <a:spLocks/>
          </p:cNvSpPr>
          <p:nvPr userDrawn="1"/>
        </p:nvSpPr>
        <p:spPr bwMode="auto">
          <a:xfrm>
            <a:off x="4403725" y="3760076"/>
            <a:ext cx="2413001" cy="1681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13906" y="21599"/>
                </a:lnTo>
                <a:lnTo>
                  <a:pt x="21600" y="0"/>
                </a:lnTo>
                <a:lnTo>
                  <a:pt x="7693" y="0"/>
                </a:lnTo>
                <a:cubicBezTo>
                  <a:pt x="7693" y="0"/>
                  <a:pt x="0" y="21599"/>
                  <a:pt x="0" y="21599"/>
                </a:cubicBezTo>
                <a:close/>
              </a:path>
            </a:pathLst>
          </a:custGeom>
          <a:gradFill flip="none" rotWithShape="1">
            <a:gsLst>
              <a:gs pos="14000">
                <a:schemeClr val="accent4"/>
              </a:gs>
              <a:gs pos="84000">
                <a:schemeClr val="accent2"/>
              </a:gs>
            </a:gsLst>
            <a:lin ang="18900000" scaled="1"/>
            <a:tileRect/>
          </a:gradFill>
          <a:ln>
            <a:noFill/>
          </a:ln>
          <a:effectLst/>
          <a:extLst>
            <a:ext uri="{91240B29-F687-4f45-9708-019B960494DF}">
              <a14:hiddenLine xmlns="" xmlns:a14="http://schemas.microsoft.com/office/drawing/2010/main" w="12700" cap="flat" cmpd="sng">
                <a:solidFill>
                  <a:srgbClr val="000000"/>
                </a:solidFill>
                <a:prstDash val="solid"/>
                <a:miter lim="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lvl="0" algn="ctr" defTabSz="228600" fontAlgn="base" hangingPunct="0">
              <a:spcBef>
                <a:spcPct val="0"/>
              </a:spcBef>
              <a:spcAft>
                <a:spcPct val="0"/>
              </a:spcAft>
            </a:pPr>
            <a:endParaRPr lang="en-US" sz="1500" b="0" i="0">
              <a:solidFill>
                <a:srgbClr val="FFFFFF"/>
              </a:solidFill>
              <a:effectLst>
                <a:outerShdw blurRad="38100" dist="38100" dir="2700000" algn="tl">
                  <a:srgbClr val="000000"/>
                </a:outerShdw>
              </a:effectLst>
              <a:latin typeface="Barlow Light" pitchFamily="2" charset="77"/>
              <a:ea typeface="ＭＳ Ｐゴシック" charset="0"/>
              <a:cs typeface="Gill Sans" charset="0"/>
              <a:sym typeface="Gill Sans" charset="0"/>
            </a:endParaRPr>
          </a:p>
        </p:txBody>
      </p:sp>
      <p:cxnSp>
        <p:nvCxnSpPr>
          <p:cNvPr id="17" name="Straight Connector 16">
            <a:extLst>
              <a:ext uri="{FF2B5EF4-FFF2-40B4-BE49-F238E27FC236}">
                <a16:creationId xmlns:a16="http://schemas.microsoft.com/office/drawing/2014/main" id="{F2B67E1B-A46A-68F2-21BE-68F0F179547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22CDF359-46C1-E2FA-60C1-A83BDD89008A}"/>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2F88BC38-FAA6-DCF3-AB1D-F1A0C3420D6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FA36F64A-6A8F-5BED-AB38-56C6BCF5F716}"/>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1" name="Picture 10" descr="A blue and grey text on a black background&#10;&#10;AI-generated content may be incorrect.">
            <a:extLst>
              <a:ext uri="{FF2B5EF4-FFF2-40B4-BE49-F238E27FC236}">
                <a16:creationId xmlns:a16="http://schemas.microsoft.com/office/drawing/2014/main" id="{3304AAF1-66DD-2EA2-4E6F-5FFCC4D7670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94943881"/>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Photos in arrows + content">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AB2FC63-314B-299A-C21B-ED1B13D5A24C}"/>
              </a:ext>
            </a:extLst>
          </p:cNvPr>
          <p:cNvSpPr>
            <a:spLocks noGrp="1"/>
          </p:cNvSpPr>
          <p:nvPr>
            <p:ph type="pic" sz="quarter" idx="10"/>
          </p:nvPr>
        </p:nvSpPr>
        <p:spPr>
          <a:xfrm>
            <a:off x="1142204" y="2085621"/>
            <a:ext cx="2413796" cy="3347734"/>
          </a:xfrm>
          <a:custGeom>
            <a:avLst/>
            <a:gdLst>
              <a:gd name="connsiteX0" fmla="*/ 1589 w 2413796"/>
              <a:gd name="connsiteY0" fmla="*/ 0 h 3347734"/>
              <a:gd name="connsiteX1" fmla="*/ 1554671 w 2413796"/>
              <a:gd name="connsiteY1" fmla="*/ 0 h 3347734"/>
              <a:gd name="connsiteX2" fmla="*/ 2413796 w 2413796"/>
              <a:gd name="connsiteY2" fmla="*/ 1681163 h 3347734"/>
              <a:gd name="connsiteX3" fmla="*/ 2412052 w 2413796"/>
              <a:gd name="connsiteY3" fmla="*/ 1681163 h 3347734"/>
              <a:gd name="connsiteX4" fmla="*/ 1563684 w 2413796"/>
              <a:gd name="connsiteY4" fmla="*/ 3347734 h 3347734"/>
              <a:gd name="connsiteX5" fmla="*/ 0 w 2413796"/>
              <a:gd name="connsiteY5" fmla="*/ 3347734 h 3347734"/>
              <a:gd name="connsiteX6" fmla="*/ 848523 w 2413796"/>
              <a:gd name="connsiteY6" fmla="*/ 1680859 h 3347734"/>
              <a:gd name="connsiteX7" fmla="*/ 860559 w 2413796"/>
              <a:gd name="connsiteY7" fmla="*/ 1680859 h 3347734"/>
              <a:gd name="connsiteX8" fmla="*/ 851066 w 2413796"/>
              <a:gd name="connsiteY8" fmla="*/ 1662283 h 3347734"/>
              <a:gd name="connsiteX9" fmla="*/ 1589 w 241379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6" h="3347734">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7" name="Picture Placeholder 26">
            <a:extLst>
              <a:ext uri="{FF2B5EF4-FFF2-40B4-BE49-F238E27FC236}">
                <a16:creationId xmlns:a16="http://schemas.microsoft.com/office/drawing/2014/main" id="{9ED3BEA1-FA83-F08E-2EE4-82CBDE68B1F2}"/>
              </a:ext>
            </a:extLst>
          </p:cNvPr>
          <p:cNvSpPr>
            <a:spLocks noGrp="1"/>
          </p:cNvSpPr>
          <p:nvPr>
            <p:ph type="pic" sz="quarter" idx="11"/>
          </p:nvPr>
        </p:nvSpPr>
        <p:spPr>
          <a:xfrm>
            <a:off x="2774155" y="2085621"/>
            <a:ext cx="2418556" cy="3347734"/>
          </a:xfrm>
          <a:custGeom>
            <a:avLst/>
            <a:gdLst>
              <a:gd name="connsiteX0" fmla="*/ 0 w 2418556"/>
              <a:gd name="connsiteY0" fmla="*/ 0 h 3347734"/>
              <a:gd name="connsiteX1" fmla="*/ 1553082 w 2418556"/>
              <a:gd name="connsiteY1" fmla="*/ 0 h 3347734"/>
              <a:gd name="connsiteX2" fmla="*/ 2412052 w 2418556"/>
              <a:gd name="connsiteY2" fmla="*/ 1680859 h 3347734"/>
              <a:gd name="connsiteX3" fmla="*/ 2418556 w 2418556"/>
              <a:gd name="connsiteY3" fmla="*/ 1680859 h 3347734"/>
              <a:gd name="connsiteX4" fmla="*/ 1570033 w 2418556"/>
              <a:gd name="connsiteY4" fmla="*/ 3347734 h 3347734"/>
              <a:gd name="connsiteX5" fmla="*/ 6349 w 2418556"/>
              <a:gd name="connsiteY5" fmla="*/ 3347734 h 3347734"/>
              <a:gd name="connsiteX6" fmla="*/ 854872 w 2418556"/>
              <a:gd name="connsiteY6" fmla="*/ 1680859 h 3347734"/>
              <a:gd name="connsiteX7" fmla="*/ 858971 w 2418556"/>
              <a:gd name="connsiteY7" fmla="*/ 1680859 h 3347734"/>
              <a:gd name="connsiteX8" fmla="*/ 849478 w 2418556"/>
              <a:gd name="connsiteY8" fmla="*/ 1662283 h 3347734"/>
              <a:gd name="connsiteX9" fmla="*/ 0 w 2418556"/>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8556" h="3347734">
                <a:moveTo>
                  <a:pt x="0" y="0"/>
                </a:moveTo>
                <a:lnTo>
                  <a:pt x="1553082" y="0"/>
                </a:lnTo>
                <a:lnTo>
                  <a:pt x="2412052" y="1680859"/>
                </a:lnTo>
                <a:lnTo>
                  <a:pt x="2418556" y="1680859"/>
                </a:lnTo>
                <a:lnTo>
                  <a:pt x="1570033" y="3347734"/>
                </a:lnTo>
                <a:lnTo>
                  <a:pt x="6349" y="3347734"/>
                </a:lnTo>
                <a:lnTo>
                  <a:pt x="854872" y="1680859"/>
                </a:lnTo>
                <a:lnTo>
                  <a:pt x="858971" y="1680859"/>
                </a:lnTo>
                <a:lnTo>
                  <a:pt x="849478"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sp>
        <p:nvSpPr>
          <p:cNvPr id="28" name="Picture Placeholder 27">
            <a:extLst>
              <a:ext uri="{FF2B5EF4-FFF2-40B4-BE49-F238E27FC236}">
                <a16:creationId xmlns:a16="http://schemas.microsoft.com/office/drawing/2014/main" id="{6F00ED62-6B47-71D3-7561-8F0D4E919894}"/>
              </a:ext>
            </a:extLst>
          </p:cNvPr>
          <p:cNvSpPr>
            <a:spLocks noGrp="1"/>
          </p:cNvSpPr>
          <p:nvPr>
            <p:ph type="pic" sz="quarter" idx="12"/>
          </p:nvPr>
        </p:nvSpPr>
        <p:spPr>
          <a:xfrm>
            <a:off x="4404519" y="2085621"/>
            <a:ext cx="2413793" cy="3347734"/>
          </a:xfrm>
          <a:custGeom>
            <a:avLst/>
            <a:gdLst>
              <a:gd name="connsiteX0" fmla="*/ 0 w 2413793"/>
              <a:gd name="connsiteY0" fmla="*/ 0 h 3347734"/>
              <a:gd name="connsiteX1" fmla="*/ 1553082 w 2413793"/>
              <a:gd name="connsiteY1" fmla="*/ 0 h 3347734"/>
              <a:gd name="connsiteX2" fmla="*/ 2412052 w 2413793"/>
              <a:gd name="connsiteY2" fmla="*/ 1680859 h 3347734"/>
              <a:gd name="connsiteX3" fmla="*/ 2413793 w 2413793"/>
              <a:gd name="connsiteY3" fmla="*/ 1680859 h 3347734"/>
              <a:gd name="connsiteX4" fmla="*/ 1565270 w 2413793"/>
              <a:gd name="connsiteY4" fmla="*/ 3347734 h 3347734"/>
              <a:gd name="connsiteX5" fmla="*/ 1586 w 2413793"/>
              <a:gd name="connsiteY5" fmla="*/ 3347734 h 3347734"/>
              <a:gd name="connsiteX6" fmla="*/ 850109 w 2413793"/>
              <a:gd name="connsiteY6" fmla="*/ 1680859 h 3347734"/>
              <a:gd name="connsiteX7" fmla="*/ 858970 w 2413793"/>
              <a:gd name="connsiteY7" fmla="*/ 1680859 h 3347734"/>
              <a:gd name="connsiteX8" fmla="*/ 849477 w 2413793"/>
              <a:gd name="connsiteY8" fmla="*/ 1662283 h 3347734"/>
              <a:gd name="connsiteX9" fmla="*/ 0 w 2413793"/>
              <a:gd name="connsiteY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3793" h="3347734">
                <a:moveTo>
                  <a:pt x="0" y="0"/>
                </a:moveTo>
                <a:lnTo>
                  <a:pt x="1553082" y="0"/>
                </a:lnTo>
                <a:lnTo>
                  <a:pt x="2412052" y="1680859"/>
                </a:lnTo>
                <a:lnTo>
                  <a:pt x="2413793" y="1680859"/>
                </a:lnTo>
                <a:lnTo>
                  <a:pt x="1565270" y="3347734"/>
                </a:lnTo>
                <a:lnTo>
                  <a:pt x="1586" y="3347734"/>
                </a:lnTo>
                <a:lnTo>
                  <a:pt x="850109" y="1680859"/>
                </a:lnTo>
                <a:lnTo>
                  <a:pt x="858970" y="1680859"/>
                </a:lnTo>
                <a:lnTo>
                  <a:pt x="849477" y="1662283"/>
                </a:lnTo>
                <a:cubicBezTo>
                  <a:pt x="755091" y="1477585"/>
                  <a:pt x="0" y="0"/>
                  <a:pt x="0" y="0"/>
                </a:cubicBezTo>
                <a:close/>
              </a:path>
            </a:pathLst>
          </a:custGeom>
          <a:solidFill>
            <a:schemeClr val="bg1">
              <a:lumMod val="75000"/>
            </a:schemeClr>
          </a:solidFill>
        </p:spPr>
        <p:txBody>
          <a:bodyPr wrap="square" anchor="ctr">
            <a:noAutofit/>
          </a:bodyPr>
          <a:lstStyle>
            <a:lvl1pPr marL="0" indent="0" algn="ctr">
              <a:buNone/>
              <a:defRPr b="0" i="0">
                <a:latin typeface="Barlow Light" pitchFamily="2" charset="77"/>
              </a:defRPr>
            </a:lvl1pPr>
          </a:lstStyle>
          <a:p>
            <a:endParaRPr lang="en-ID"/>
          </a:p>
        </p:txBody>
      </p:sp>
      <p:cxnSp>
        <p:nvCxnSpPr>
          <p:cNvPr id="32" name="Straight Connector 31">
            <a:extLst>
              <a:ext uri="{FF2B5EF4-FFF2-40B4-BE49-F238E27FC236}">
                <a16:creationId xmlns:a16="http://schemas.microsoft.com/office/drawing/2014/main" id="{27325338-CB31-6C91-C630-D5E87B54DA4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D363F868-27B6-1FBA-6CAE-9CACA734D505}"/>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DF9345D2-2D6C-7F4C-F37B-3E90E360419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B0312FD-B4BC-C3C2-1AB2-056975276BA8}"/>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30D4455B-835E-BBC7-52AA-88AD7E28E18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45778085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One photo in 3 arrows +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6CE37D9-A25B-57CB-E283-27CCF9A3251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5" name="Text Placeholder 6">
            <a:extLst>
              <a:ext uri="{FF2B5EF4-FFF2-40B4-BE49-F238E27FC236}">
                <a16:creationId xmlns:a16="http://schemas.microsoft.com/office/drawing/2014/main" id="{BAABD523-4538-6DEA-66E0-ACDE3CA245E2}"/>
              </a:ext>
            </a:extLst>
          </p:cNvPr>
          <p:cNvSpPr>
            <a:spLocks noGrp="1"/>
          </p:cNvSpPr>
          <p:nvPr>
            <p:ph type="body" sz="quarter" idx="14"/>
          </p:nvPr>
        </p:nvSpPr>
        <p:spPr>
          <a:xfrm>
            <a:off x="7323138"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59BE4BD-CAD4-9989-D406-23D8AD0ED65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24A39913-7414-0F69-C751-2D9F6B3D74DE}"/>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8" name="Picture Placeholder 1">
            <a:extLst>
              <a:ext uri="{FF2B5EF4-FFF2-40B4-BE49-F238E27FC236}">
                <a16:creationId xmlns:a16="http://schemas.microsoft.com/office/drawing/2014/main" id="{0CE3CF6B-8B25-ADAD-9122-52BBF46E7EFD}"/>
              </a:ext>
            </a:extLst>
          </p:cNvPr>
          <p:cNvSpPr>
            <a:spLocks noGrp="1"/>
          </p:cNvSpPr>
          <p:nvPr>
            <p:ph type="pic" sz="quarter" idx="16"/>
          </p:nvPr>
        </p:nvSpPr>
        <p:spPr>
          <a:xfrm>
            <a:off x="1142204" y="2080576"/>
            <a:ext cx="5676108" cy="3347734"/>
          </a:xfrm>
          <a:custGeom>
            <a:avLst/>
            <a:gdLst>
              <a:gd name="connsiteX0" fmla="*/ 3262315 w 5676108"/>
              <a:gd name="connsiteY0" fmla="*/ 0 h 3347734"/>
              <a:gd name="connsiteX1" fmla="*/ 4815397 w 5676108"/>
              <a:gd name="connsiteY1" fmla="*/ 0 h 3347734"/>
              <a:gd name="connsiteX2" fmla="*/ 5674367 w 5676108"/>
              <a:gd name="connsiteY2" fmla="*/ 1680859 h 3347734"/>
              <a:gd name="connsiteX3" fmla="*/ 5676108 w 5676108"/>
              <a:gd name="connsiteY3" fmla="*/ 1680859 h 3347734"/>
              <a:gd name="connsiteX4" fmla="*/ 4827585 w 5676108"/>
              <a:gd name="connsiteY4" fmla="*/ 3347734 h 3347734"/>
              <a:gd name="connsiteX5" fmla="*/ 3263901 w 5676108"/>
              <a:gd name="connsiteY5" fmla="*/ 3347734 h 3347734"/>
              <a:gd name="connsiteX6" fmla="*/ 4112424 w 5676108"/>
              <a:gd name="connsiteY6" fmla="*/ 1680859 h 3347734"/>
              <a:gd name="connsiteX7" fmla="*/ 4121285 w 5676108"/>
              <a:gd name="connsiteY7" fmla="*/ 1680859 h 3347734"/>
              <a:gd name="connsiteX8" fmla="*/ 4111792 w 5676108"/>
              <a:gd name="connsiteY8" fmla="*/ 1662283 h 3347734"/>
              <a:gd name="connsiteX9" fmla="*/ 3262315 w 5676108"/>
              <a:gd name="connsiteY9" fmla="*/ 0 h 3347734"/>
              <a:gd name="connsiteX10" fmla="*/ 1631951 w 5676108"/>
              <a:gd name="connsiteY10" fmla="*/ 0 h 3347734"/>
              <a:gd name="connsiteX11" fmla="*/ 3185033 w 5676108"/>
              <a:gd name="connsiteY11" fmla="*/ 0 h 3347734"/>
              <a:gd name="connsiteX12" fmla="*/ 4044003 w 5676108"/>
              <a:gd name="connsiteY12" fmla="*/ 1680859 h 3347734"/>
              <a:gd name="connsiteX13" fmla="*/ 4050507 w 5676108"/>
              <a:gd name="connsiteY13" fmla="*/ 1680859 h 3347734"/>
              <a:gd name="connsiteX14" fmla="*/ 3201984 w 5676108"/>
              <a:gd name="connsiteY14" fmla="*/ 3347734 h 3347734"/>
              <a:gd name="connsiteX15" fmla="*/ 1638300 w 5676108"/>
              <a:gd name="connsiteY15" fmla="*/ 3347734 h 3347734"/>
              <a:gd name="connsiteX16" fmla="*/ 2486823 w 5676108"/>
              <a:gd name="connsiteY16" fmla="*/ 1680859 h 3347734"/>
              <a:gd name="connsiteX17" fmla="*/ 2490922 w 5676108"/>
              <a:gd name="connsiteY17" fmla="*/ 1680859 h 3347734"/>
              <a:gd name="connsiteX18" fmla="*/ 2481429 w 5676108"/>
              <a:gd name="connsiteY18" fmla="*/ 1662283 h 3347734"/>
              <a:gd name="connsiteX19" fmla="*/ 1631951 w 5676108"/>
              <a:gd name="connsiteY19" fmla="*/ 0 h 3347734"/>
              <a:gd name="connsiteX20" fmla="*/ 1589 w 5676108"/>
              <a:gd name="connsiteY20" fmla="*/ 0 h 3347734"/>
              <a:gd name="connsiteX21" fmla="*/ 1554671 w 5676108"/>
              <a:gd name="connsiteY21" fmla="*/ 0 h 3347734"/>
              <a:gd name="connsiteX22" fmla="*/ 2413796 w 5676108"/>
              <a:gd name="connsiteY22" fmla="*/ 1681163 h 3347734"/>
              <a:gd name="connsiteX23" fmla="*/ 2412052 w 5676108"/>
              <a:gd name="connsiteY23" fmla="*/ 1681163 h 3347734"/>
              <a:gd name="connsiteX24" fmla="*/ 1563684 w 5676108"/>
              <a:gd name="connsiteY24" fmla="*/ 3347734 h 3347734"/>
              <a:gd name="connsiteX25" fmla="*/ 0 w 5676108"/>
              <a:gd name="connsiteY25" fmla="*/ 3347734 h 3347734"/>
              <a:gd name="connsiteX26" fmla="*/ 848523 w 5676108"/>
              <a:gd name="connsiteY26" fmla="*/ 1680859 h 3347734"/>
              <a:gd name="connsiteX27" fmla="*/ 860559 w 5676108"/>
              <a:gd name="connsiteY27" fmla="*/ 1680859 h 3347734"/>
              <a:gd name="connsiteX28" fmla="*/ 851066 w 5676108"/>
              <a:gd name="connsiteY28" fmla="*/ 1662283 h 3347734"/>
              <a:gd name="connsiteX29" fmla="*/ 1589 w 5676108"/>
              <a:gd name="connsiteY29" fmla="*/ 0 h 33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76108" h="3347734">
                <a:moveTo>
                  <a:pt x="3262315" y="0"/>
                </a:moveTo>
                <a:lnTo>
                  <a:pt x="4815397" y="0"/>
                </a:lnTo>
                <a:lnTo>
                  <a:pt x="5674367" y="1680859"/>
                </a:lnTo>
                <a:lnTo>
                  <a:pt x="5676108" y="1680859"/>
                </a:lnTo>
                <a:lnTo>
                  <a:pt x="4827585" y="3347734"/>
                </a:lnTo>
                <a:lnTo>
                  <a:pt x="3263901" y="3347734"/>
                </a:lnTo>
                <a:lnTo>
                  <a:pt x="4112424" y="1680859"/>
                </a:lnTo>
                <a:lnTo>
                  <a:pt x="4121285" y="1680859"/>
                </a:lnTo>
                <a:lnTo>
                  <a:pt x="4111792" y="1662283"/>
                </a:lnTo>
                <a:cubicBezTo>
                  <a:pt x="4017406" y="1477585"/>
                  <a:pt x="3262315" y="0"/>
                  <a:pt x="3262315" y="0"/>
                </a:cubicBezTo>
                <a:close/>
                <a:moveTo>
                  <a:pt x="1631951" y="0"/>
                </a:moveTo>
                <a:lnTo>
                  <a:pt x="3185033" y="0"/>
                </a:lnTo>
                <a:lnTo>
                  <a:pt x="4044003" y="1680859"/>
                </a:lnTo>
                <a:lnTo>
                  <a:pt x="4050507" y="1680859"/>
                </a:lnTo>
                <a:lnTo>
                  <a:pt x="3201984" y="3347734"/>
                </a:lnTo>
                <a:lnTo>
                  <a:pt x="1638300" y="3347734"/>
                </a:lnTo>
                <a:lnTo>
                  <a:pt x="2486823" y="1680859"/>
                </a:lnTo>
                <a:lnTo>
                  <a:pt x="2490922" y="1680859"/>
                </a:lnTo>
                <a:lnTo>
                  <a:pt x="2481429" y="1662283"/>
                </a:lnTo>
                <a:cubicBezTo>
                  <a:pt x="2387042" y="1477585"/>
                  <a:pt x="1631951" y="0"/>
                  <a:pt x="1631951" y="0"/>
                </a:cubicBezTo>
                <a:close/>
                <a:moveTo>
                  <a:pt x="1589" y="0"/>
                </a:moveTo>
                <a:lnTo>
                  <a:pt x="1554671" y="0"/>
                </a:lnTo>
                <a:lnTo>
                  <a:pt x="2413796" y="1681163"/>
                </a:lnTo>
                <a:lnTo>
                  <a:pt x="2412052" y="1681163"/>
                </a:lnTo>
                <a:lnTo>
                  <a:pt x="1563684" y="3347734"/>
                </a:lnTo>
                <a:lnTo>
                  <a:pt x="0" y="3347734"/>
                </a:lnTo>
                <a:lnTo>
                  <a:pt x="848523" y="1680859"/>
                </a:lnTo>
                <a:lnTo>
                  <a:pt x="860559" y="1680859"/>
                </a:lnTo>
                <a:lnTo>
                  <a:pt x="851066" y="1662283"/>
                </a:lnTo>
                <a:cubicBezTo>
                  <a:pt x="756680" y="1477585"/>
                  <a:pt x="1589" y="0"/>
                  <a:pt x="1589" y="0"/>
                </a:cubicBezTo>
                <a:close/>
              </a:path>
            </a:pathLst>
          </a:custGeom>
          <a:solidFill>
            <a:schemeClr val="bg1">
              <a:lumMod val="75000"/>
            </a:schemeClr>
          </a:solidFill>
        </p:spPr>
        <p:txBody>
          <a:bodyPr wrap="square" anchor="ctr">
            <a:noAutofit/>
          </a:bodyPr>
          <a:lstStyle>
            <a:lvl1pPr marL="0" indent="0" algn="ctr">
              <a:buNone/>
              <a:defRPr sz="3200" b="0" i="0">
                <a:latin typeface="Barlow Light" pitchFamily="2" charset="77"/>
              </a:defRPr>
            </a:lvl1pPr>
          </a:lstStyle>
          <a:p>
            <a:endParaRPr lang="en-ID"/>
          </a:p>
        </p:txBody>
      </p:sp>
      <p:pic>
        <p:nvPicPr>
          <p:cNvPr id="3" name="Picture 2" descr="A blue and grey text on a black background&#10;&#10;AI-generated content may be incorrect.">
            <a:extLst>
              <a:ext uri="{FF2B5EF4-FFF2-40B4-BE49-F238E27FC236}">
                <a16:creationId xmlns:a16="http://schemas.microsoft.com/office/drawing/2014/main" id="{4C6D1912-1D17-AA43-043B-6C000F2FC12C}"/>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746019448"/>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Large arrow (photo) + conten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0" y="1316151"/>
            <a:ext cx="7722522" cy="4821382"/>
          </a:xfrm>
          <a:prstGeom prst="homePlate">
            <a:avLst>
              <a:gd name="adj" fmla="val 17288"/>
            </a:avLst>
          </a:prstGeom>
          <a:solidFill>
            <a:schemeClr val="tx2"/>
          </a:solidFill>
        </p:spPr>
        <p:txBody>
          <a:bodyPr wrap="square" anchor="ctr">
            <a:noAutofit/>
          </a:bodyPr>
          <a:lstStyle>
            <a:lvl1pPr marL="0" indent="0" algn="ctr">
              <a:buNone/>
              <a:defRPr sz="3200" b="0" i="0">
                <a:solidFill>
                  <a:schemeClr val="bg1"/>
                </a:solidFill>
                <a:latin typeface="Barlow Light" pitchFamily="2" charset="77"/>
              </a:defRPr>
            </a:lvl1pPr>
          </a:lstStyle>
          <a:p>
            <a:endParaRPr lang="en-ID"/>
          </a:p>
        </p:txBody>
      </p:sp>
      <p:cxnSp>
        <p:nvCxnSpPr>
          <p:cNvPr id="7" name="Straight Connector 6">
            <a:extLst>
              <a:ext uri="{FF2B5EF4-FFF2-40B4-BE49-F238E27FC236}">
                <a16:creationId xmlns:a16="http://schemas.microsoft.com/office/drawing/2014/main" id="{9917FDE1-C507-E066-E8EF-DF812DF859F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ext Placeholder 6">
            <a:extLst>
              <a:ext uri="{FF2B5EF4-FFF2-40B4-BE49-F238E27FC236}">
                <a16:creationId xmlns:a16="http://schemas.microsoft.com/office/drawing/2014/main" id="{586CCE3C-00A9-8CDC-42E4-3E2C95C279B5}"/>
              </a:ext>
            </a:extLst>
          </p:cNvPr>
          <p:cNvSpPr>
            <a:spLocks noGrp="1"/>
          </p:cNvSpPr>
          <p:nvPr>
            <p:ph type="body" sz="quarter" idx="14"/>
          </p:nvPr>
        </p:nvSpPr>
        <p:spPr>
          <a:xfrm>
            <a:off x="7717276" y="2317750"/>
            <a:ext cx="4106862" cy="3027363"/>
          </a:xfrm>
          <a:prstGeom prst="rect">
            <a:avLst/>
          </a:prstGeom>
        </p:spPr>
        <p:txBody>
          <a:bodyPr/>
          <a:lstStyle>
            <a:lvl1pPr marL="171450" indent="-171450">
              <a:buClr>
                <a:schemeClr val="bg2"/>
              </a:buClr>
              <a:buFont typeface="Arial" panose="020B0604020202020204" pitchFamily="34" charset="0"/>
              <a:buChar char="•"/>
              <a:tabLst/>
              <a:defRPr b="0" i="0">
                <a:latin typeface="Barlow Light" pitchFamily="2" charset="77"/>
              </a:defRPr>
            </a:lvl1pPr>
            <a:lvl2pPr marL="571500" indent="-173038">
              <a:buClr>
                <a:schemeClr val="bg2"/>
              </a:buClr>
              <a:buFont typeface="Arial" panose="020B0604020202020204" pitchFamily="34" charset="0"/>
              <a:buChar char="•"/>
              <a:tabLst/>
              <a:defRPr b="0" i="0">
                <a:latin typeface="Barlow Light" pitchFamily="2" charset="77"/>
              </a:defRPr>
            </a:lvl2pPr>
            <a:lvl3pPr marL="1316038" indent="-173038">
              <a:buClr>
                <a:schemeClr val="bg2"/>
              </a:buClr>
              <a:buFont typeface="Arial" panose="020B0604020202020204" pitchFamily="34" charset="0"/>
              <a:buChar char="•"/>
              <a:tabLst/>
              <a:defRPr b="0" i="0">
                <a:latin typeface="Barlow Light" pitchFamily="2" charset="77"/>
              </a:defRPr>
            </a:lvl3pPr>
            <a:lvl4pPr marL="1716088" indent="-173038">
              <a:buClr>
                <a:schemeClr val="bg2"/>
              </a:buClr>
              <a:buFont typeface="Arial" panose="020B0604020202020204" pitchFamily="34" charset="0"/>
              <a:buChar char="•"/>
              <a:tabLst/>
              <a:defRPr b="0" i="0">
                <a:latin typeface="Barlow Light" pitchFamily="2" charset="77"/>
              </a:defRPr>
            </a:lvl4pPr>
            <a:lvl5pPr marL="2060575" indent="-171450">
              <a:buClr>
                <a:schemeClr val="bg2"/>
              </a:buClr>
              <a:buFont typeface="Arial" panose="020B0604020202020204" pitchFamily="34" charset="0"/>
              <a:buChar char="•"/>
              <a:tabLst/>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726034B2-D44C-9637-864C-018FF23437CA}"/>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CB05FC3D-1A0A-8B42-CE4F-292D2D938083}"/>
              </a:ext>
            </a:extLst>
          </p:cNvPr>
          <p:cNvSpPr>
            <a:spLocks noGrp="1"/>
          </p:cNvSpPr>
          <p:nvPr>
            <p:ph type="body" sz="quarter" idx="15"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EBBAC1F6-8487-4062-A50D-57D3F048D93D}"/>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49667280"/>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Large arrow with 3 columns + content">
    <p:spTree>
      <p:nvGrpSpPr>
        <p:cNvPr id="1" name=""/>
        <p:cNvGrpSpPr/>
        <p:nvPr/>
      </p:nvGrpSpPr>
      <p:grpSpPr>
        <a:xfrm>
          <a:off x="0" y="0"/>
          <a:ext cx="0" cy="0"/>
          <a:chOff x="0" y="0"/>
          <a:chExt cx="0" cy="0"/>
        </a:xfrm>
      </p:grpSpPr>
      <p:sp>
        <p:nvSpPr>
          <p:cNvPr id="3" name="Pentagon 2">
            <a:extLst>
              <a:ext uri="{FF2B5EF4-FFF2-40B4-BE49-F238E27FC236}">
                <a16:creationId xmlns:a16="http://schemas.microsoft.com/office/drawing/2014/main" id="{15C0716E-DBC1-AA84-F8A7-9DCEEFB67E24}"/>
              </a:ext>
            </a:extLst>
          </p:cNvPr>
          <p:cNvSpPr/>
          <p:nvPr userDrawn="1"/>
        </p:nvSpPr>
        <p:spPr>
          <a:xfrm>
            <a:off x="0" y="1999783"/>
            <a:ext cx="7722522" cy="3508917"/>
          </a:xfrm>
          <a:prstGeom prst="homePlate">
            <a:avLst>
              <a:gd name="adj" fmla="val 17585"/>
            </a:avLst>
          </a:prstGeom>
          <a:gradFill flip="none" rotWithShape="1">
            <a:gsLst>
              <a:gs pos="14000">
                <a:schemeClr val="accent4"/>
              </a:gs>
              <a:gs pos="84000">
                <a:schemeClr val="accent2"/>
              </a:gs>
            </a:gsLst>
            <a:lin ang="2700000" scaled="1"/>
            <a:tileRect/>
          </a:gradFill>
          <a:ln w="19050" cap="flat">
            <a:noFill/>
            <a:prstDash val="solid"/>
            <a:miter/>
          </a:ln>
          <a:effectLst/>
        </p:spPr>
        <p:txBody>
          <a:bodyPr rtlCol="0" anchor="ctr"/>
          <a:lstStyle/>
          <a:p>
            <a:pPr algn="l"/>
            <a:endParaRPr lang="en-US" b="0" i="0">
              <a:latin typeface="Barlow Light" pitchFamily="2" charset="77"/>
            </a:endParaRPr>
          </a:p>
        </p:txBody>
      </p:sp>
      <p:sp>
        <p:nvSpPr>
          <p:cNvPr id="5" name="Freeform: Shape 4">
            <a:extLst>
              <a:ext uri="{FF2B5EF4-FFF2-40B4-BE49-F238E27FC236}">
                <a16:creationId xmlns:a16="http://schemas.microsoft.com/office/drawing/2014/main" id="{F756EA91-8104-6CA5-BBBB-1CBD1A49CC38}"/>
              </a:ext>
            </a:extLst>
          </p:cNvPr>
          <p:cNvSpPr>
            <a:spLocks noGrp="1"/>
          </p:cNvSpPr>
          <p:nvPr>
            <p:ph type="pic" sz="quarter" idx="10"/>
          </p:nvPr>
        </p:nvSpPr>
        <p:spPr>
          <a:xfrm>
            <a:off x="930361" y="1516567"/>
            <a:ext cx="2459610" cy="2267414"/>
          </a:xfrm>
          <a:prstGeom prst="homePlate">
            <a:avLst>
              <a:gd name="adj" fmla="val 0"/>
            </a:avLst>
          </a:prstGeom>
          <a:noFill/>
        </p:spPr>
        <p:txBody>
          <a:bodyPr wrap="square">
            <a:noAutofit/>
          </a:bodyPr>
          <a:lstStyle>
            <a:lvl1pPr marL="0" indent="0">
              <a:buNone/>
              <a:defRPr b="0" i="0">
                <a:latin typeface="Barlow Light" pitchFamily="2" charset="77"/>
              </a:defRPr>
            </a:lvl1pPr>
          </a:lstStyle>
          <a:p>
            <a:endParaRPr lang="en-ID"/>
          </a:p>
        </p:txBody>
      </p:sp>
      <p:sp>
        <p:nvSpPr>
          <p:cNvPr id="2" name="Content Placeholder 15">
            <a:extLst>
              <a:ext uri="{FF2B5EF4-FFF2-40B4-BE49-F238E27FC236}">
                <a16:creationId xmlns:a16="http://schemas.microsoft.com/office/drawing/2014/main" id="{7AB9EEE7-4141-E873-2E25-A092C3A56023}"/>
              </a:ext>
            </a:extLst>
          </p:cNvPr>
          <p:cNvSpPr>
            <a:spLocks noGrp="1"/>
          </p:cNvSpPr>
          <p:nvPr>
            <p:ph sz="quarter" idx="20"/>
          </p:nvPr>
        </p:nvSpPr>
        <p:spPr>
          <a:xfrm>
            <a:off x="7843023" y="1999784"/>
            <a:ext cx="3836021" cy="3508917"/>
          </a:xfrm>
          <a:prstGeom prst="roundRect">
            <a:avLst>
              <a:gd name="adj" fmla="val 0"/>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CC4CD90A-CD6E-0B69-5E8C-4D3A4752EC27}"/>
              </a:ext>
            </a:extLst>
          </p:cNvPr>
          <p:cNvCxnSpPr>
            <a:cxnSpLocks/>
          </p:cNvCxnSpPr>
          <p:nvPr userDrawn="1"/>
        </p:nvCxnSpPr>
        <p:spPr bwMode="auto">
          <a:xfrm>
            <a:off x="303672" y="3783981"/>
            <a:ext cx="7256855" cy="0"/>
          </a:xfrm>
          <a:prstGeom prst="line">
            <a:avLst/>
          </a:prstGeom>
          <a:noFill/>
          <a:ln w="19050" cap="flat" cmpd="sng" algn="ctr">
            <a:solidFill>
              <a:schemeClr val="bg1"/>
            </a:solidFill>
            <a:prstDash val="solid"/>
            <a:round/>
            <a:headEnd type="none" w="med" len="med"/>
            <a:tailEnd type="none" w="med" len="med"/>
          </a:ln>
          <a:effectLst/>
        </p:spPr>
      </p:cxnSp>
      <p:sp>
        <p:nvSpPr>
          <p:cNvPr id="8" name="Text Placeholder 2">
            <a:extLst>
              <a:ext uri="{FF2B5EF4-FFF2-40B4-BE49-F238E27FC236}">
                <a16:creationId xmlns:a16="http://schemas.microsoft.com/office/drawing/2014/main" id="{2408190A-4F37-A719-16F5-FC744D59B8C7}"/>
              </a:ext>
            </a:extLst>
          </p:cNvPr>
          <p:cNvSpPr>
            <a:spLocks noGrp="1"/>
          </p:cNvSpPr>
          <p:nvPr>
            <p:ph type="body" sz="quarter" idx="16"/>
          </p:nvPr>
        </p:nvSpPr>
        <p:spPr>
          <a:xfrm>
            <a:off x="656128"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7CB89894-BF09-0A22-D75E-2E02F3B8525A}"/>
              </a:ext>
            </a:extLst>
          </p:cNvPr>
          <p:cNvSpPr>
            <a:spLocks noGrp="1"/>
          </p:cNvSpPr>
          <p:nvPr>
            <p:ph type="body" sz="quarter" idx="21"/>
          </p:nvPr>
        </p:nvSpPr>
        <p:spPr>
          <a:xfrm>
            <a:off x="2834333"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B0E0F39A-803F-90C8-41ED-EDE35A66C6FD}"/>
              </a:ext>
            </a:extLst>
          </p:cNvPr>
          <p:cNvSpPr>
            <a:spLocks noGrp="1"/>
          </p:cNvSpPr>
          <p:nvPr>
            <p:ph type="body" sz="quarter" idx="22"/>
          </p:nvPr>
        </p:nvSpPr>
        <p:spPr>
          <a:xfrm>
            <a:off x="5012537" y="3871769"/>
            <a:ext cx="2131677" cy="1549142"/>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18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4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2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1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1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8EA2D185-95C7-7DDD-F0AF-B2DBB60732E6}"/>
              </a:ext>
            </a:extLst>
          </p:cNvPr>
          <p:cNvSpPr>
            <a:spLocks noGrp="1"/>
          </p:cNvSpPr>
          <p:nvPr>
            <p:ph type="body" sz="quarter" idx="23"/>
          </p:nvPr>
        </p:nvSpPr>
        <p:spPr>
          <a:xfrm>
            <a:off x="3510473" y="2699911"/>
            <a:ext cx="3633742" cy="400110"/>
          </a:xfrm>
          <a:prstGeom prst="rect">
            <a:avLst/>
          </a:prstGeom>
        </p:spPr>
        <p:txBody>
          <a:bodyPr wrap="square" anchor="ctr">
            <a:spAutoFit/>
          </a:bodyPr>
          <a:lstStyle>
            <a:lvl1pPr marL="0" indent="0">
              <a:buClr>
                <a:schemeClr val="bg1"/>
              </a:buClr>
              <a:buFont typeface="Arial" panose="020B0604020202020204" pitchFamily="34" charset="0"/>
              <a:buNone/>
              <a:tabLst/>
              <a:defRPr sz="20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1600">
                <a:solidFill>
                  <a:schemeClr val="bg1"/>
                </a:solidFill>
                <a:latin typeface="+mn-lt"/>
              </a:defRPr>
            </a:lvl2pPr>
            <a:lvl3pPr marL="342900" indent="0">
              <a:buClr>
                <a:schemeClr val="bg1"/>
              </a:buClr>
              <a:buSzPct val="100000"/>
              <a:buFont typeface="Arial" panose="020B0604020202020204" pitchFamily="34" charset="0"/>
              <a:buNone/>
              <a:tabLst/>
              <a:defRPr sz="1400">
                <a:solidFill>
                  <a:schemeClr val="bg1"/>
                </a:solidFill>
                <a:latin typeface="+mn-lt"/>
              </a:defRPr>
            </a:lvl3pPr>
            <a:lvl4pPr marL="460375" indent="0">
              <a:buClr>
                <a:schemeClr val="bg1"/>
              </a:buClr>
              <a:buFont typeface="Arial" panose="020B0604020202020204" pitchFamily="34" charset="0"/>
              <a:buNone/>
              <a:tabLst/>
              <a:defRPr sz="1200">
                <a:solidFill>
                  <a:schemeClr val="bg1"/>
                </a:solidFill>
                <a:latin typeface="+mn-lt"/>
              </a:defRPr>
            </a:lvl4pPr>
            <a:lvl5pPr marL="576263" indent="0">
              <a:buClr>
                <a:schemeClr val="bg1"/>
              </a:buClr>
              <a:buFont typeface="Arial" panose="020B0604020202020204" pitchFamily="34" charset="0"/>
              <a:buNone/>
              <a:tabLst/>
              <a:defRPr sz="1200">
                <a:solidFill>
                  <a:schemeClr val="bg1"/>
                </a:solidFill>
                <a:latin typeface="+mn-lt"/>
              </a:defRPr>
            </a:lvl5pPr>
          </a:lstStyle>
          <a:p>
            <a:pPr lvl="0"/>
            <a:r>
              <a:rPr lang="en-US"/>
              <a:t>Click to edit</a:t>
            </a:r>
          </a:p>
        </p:txBody>
      </p:sp>
      <p:cxnSp>
        <p:nvCxnSpPr>
          <p:cNvPr id="17" name="Straight Connector 16">
            <a:extLst>
              <a:ext uri="{FF2B5EF4-FFF2-40B4-BE49-F238E27FC236}">
                <a16:creationId xmlns:a16="http://schemas.microsoft.com/office/drawing/2014/main" id="{2541302E-96A8-2D73-313C-EC268015552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4" name="Title 1">
            <a:extLst>
              <a:ext uri="{FF2B5EF4-FFF2-40B4-BE49-F238E27FC236}">
                <a16:creationId xmlns:a16="http://schemas.microsoft.com/office/drawing/2014/main" id="{5A536596-D7A3-D777-2180-A61FCDD0B20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7" name="Text Placeholder 6">
            <a:extLst>
              <a:ext uri="{FF2B5EF4-FFF2-40B4-BE49-F238E27FC236}">
                <a16:creationId xmlns:a16="http://schemas.microsoft.com/office/drawing/2014/main" id="{946E5945-8E92-761F-13AD-42A43D56809F}"/>
              </a:ext>
            </a:extLst>
          </p:cNvPr>
          <p:cNvSpPr>
            <a:spLocks noGrp="1"/>
          </p:cNvSpPr>
          <p:nvPr>
            <p:ph type="body" sz="quarter" idx="24"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3" name="Picture 12" descr="A blue and grey text on a black background&#10;&#10;AI-generated content may be incorrect.">
            <a:extLst>
              <a:ext uri="{FF2B5EF4-FFF2-40B4-BE49-F238E27FC236}">
                <a16:creationId xmlns:a16="http://schemas.microsoft.com/office/drawing/2014/main" id="{0CBD6071-93FC-AED9-AACD-4C0CEEED43E0}"/>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27597522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ntent + Photos alternating - blue">
    <p:spTree>
      <p:nvGrpSpPr>
        <p:cNvPr id="1" name=""/>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20E6F750-39DE-B46E-E3DD-CB7DD8A255A0}"/>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CA0D027-B612-3F6F-10F2-5B4877F772B0}"/>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B7ACF433-D144-75C4-28B8-2BD7D37ECC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764EDBCC-07D3-E97D-949D-01CF5A16305B}"/>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
        <p:nvSpPr>
          <p:cNvPr id="24" name="Rectangle 23">
            <a:extLst>
              <a:ext uri="{FF2B5EF4-FFF2-40B4-BE49-F238E27FC236}">
                <a16:creationId xmlns:a16="http://schemas.microsoft.com/office/drawing/2014/main" id="{C1C4E836-0BCA-10CE-80DC-F9C80866F2A3}"/>
              </a:ext>
            </a:extLst>
          </p:cNvPr>
          <p:cNvSpPr/>
          <p:nvPr userDrawn="1"/>
        </p:nvSpPr>
        <p:spPr bwMode="auto">
          <a:xfrm>
            <a:off x="6097702" y="1603357"/>
            <a:ext cx="4270248" cy="1828800"/>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337A8E1D-131B-988D-666B-32D6636C0FF0}"/>
              </a:ext>
            </a:extLst>
          </p:cNvPr>
          <p:cNvSpPr/>
          <p:nvPr userDrawn="1"/>
        </p:nvSpPr>
        <p:spPr bwMode="auto">
          <a:xfrm>
            <a:off x="0" y="1603357"/>
            <a:ext cx="4278559" cy="1828800"/>
          </a:xfrm>
          <a:prstGeom prst="rect">
            <a:avLst/>
          </a:prstGeom>
          <a:gradFill flip="none" rotWithShape="1">
            <a:gsLst>
              <a:gs pos="14000">
                <a:schemeClr val="accent4"/>
              </a:gs>
              <a:gs pos="84000">
                <a:schemeClr val="accent2"/>
              </a:gs>
            </a:gsLst>
            <a:lin ang="27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6" name="Rectangle 25">
            <a:extLst>
              <a:ext uri="{FF2B5EF4-FFF2-40B4-BE49-F238E27FC236}">
                <a16:creationId xmlns:a16="http://schemas.microsoft.com/office/drawing/2014/main" id="{A4D4AAAA-8146-0853-5420-D78736BF6706}"/>
              </a:ext>
            </a:extLst>
          </p:cNvPr>
          <p:cNvSpPr/>
          <p:nvPr userDrawn="1"/>
        </p:nvSpPr>
        <p:spPr bwMode="auto">
          <a:xfrm>
            <a:off x="1833603" y="3429836"/>
            <a:ext cx="4270248" cy="1828800"/>
          </a:xfrm>
          <a:prstGeom prst="rect">
            <a:avLst/>
          </a:prstGeom>
          <a:gradFill flip="none" rotWithShape="1">
            <a:gsLst>
              <a:gs pos="14000">
                <a:schemeClr val="accent4"/>
              </a:gs>
              <a:gs pos="84000">
                <a:schemeClr val="accent2"/>
              </a:gs>
            </a:gsLst>
            <a:lin ang="108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Rectangle 26">
            <a:extLst>
              <a:ext uri="{FF2B5EF4-FFF2-40B4-BE49-F238E27FC236}">
                <a16:creationId xmlns:a16="http://schemas.microsoft.com/office/drawing/2014/main" id="{1F732F03-DCC7-B264-90BE-78D930D5EE09}"/>
              </a:ext>
            </a:extLst>
          </p:cNvPr>
          <p:cNvSpPr/>
          <p:nvPr userDrawn="1"/>
        </p:nvSpPr>
        <p:spPr bwMode="auto">
          <a:xfrm>
            <a:off x="7926890" y="3429836"/>
            <a:ext cx="4270248" cy="1828800"/>
          </a:xfrm>
          <a:prstGeom prst="rect">
            <a:avLst/>
          </a:prstGeom>
          <a:gradFill flip="none" rotWithShape="1">
            <a:gsLst>
              <a:gs pos="14000">
                <a:schemeClr val="accent4"/>
              </a:gs>
              <a:gs pos="84000">
                <a:schemeClr val="accent2"/>
              </a:gs>
            </a:gsLst>
            <a:lin ang="10800000" scaled="1"/>
            <a:tileRect/>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8" name="Picture Placeholder 26">
            <a:extLst>
              <a:ext uri="{FF2B5EF4-FFF2-40B4-BE49-F238E27FC236}">
                <a16:creationId xmlns:a16="http://schemas.microsoft.com/office/drawing/2014/main" id="{6343E0CE-2A58-CE16-9975-55284C266143}"/>
              </a:ext>
            </a:extLst>
          </p:cNvPr>
          <p:cNvSpPr>
            <a:spLocks noGrp="1"/>
          </p:cNvSpPr>
          <p:nvPr>
            <p:ph type="pic" sz="quarter" idx="18"/>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753D9AF-5F3F-CAED-7A67-19533C3AD58E}"/>
              </a:ext>
            </a:extLst>
          </p:cNvPr>
          <p:cNvSpPr>
            <a:spLocks noGrp="1"/>
          </p:cNvSpPr>
          <p:nvPr>
            <p:ph type="pic" sz="quarter" idx="19"/>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38859AB2-8212-7E3F-EAD9-2D09A772B81C}"/>
              </a:ext>
            </a:extLst>
          </p:cNvPr>
          <p:cNvSpPr>
            <a:spLocks noGrp="1"/>
          </p:cNvSpPr>
          <p:nvPr>
            <p:ph type="pic" sz="quarter" idx="20"/>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3" name="Picture Placeholder 26">
            <a:extLst>
              <a:ext uri="{FF2B5EF4-FFF2-40B4-BE49-F238E27FC236}">
                <a16:creationId xmlns:a16="http://schemas.microsoft.com/office/drawing/2014/main" id="{AA1E1A62-6FA1-32F7-9318-8F8E8DED9562}"/>
              </a:ext>
            </a:extLst>
          </p:cNvPr>
          <p:cNvSpPr>
            <a:spLocks noGrp="1"/>
          </p:cNvSpPr>
          <p:nvPr>
            <p:ph type="pic" sz="quarter" idx="21"/>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5" name="Text Placeholder 3">
            <a:extLst>
              <a:ext uri="{FF2B5EF4-FFF2-40B4-BE49-F238E27FC236}">
                <a16:creationId xmlns:a16="http://schemas.microsoft.com/office/drawing/2014/main" id="{13D946D1-99F2-C399-35C0-54D0754D0476}"/>
              </a:ext>
            </a:extLst>
          </p:cNvPr>
          <p:cNvSpPr>
            <a:spLocks noGrp="1"/>
          </p:cNvSpPr>
          <p:nvPr>
            <p:ph type="body" sz="quarter" idx="22"/>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9A940AC8-7283-C919-B01E-9B0AB055BBC8}"/>
              </a:ext>
            </a:extLst>
          </p:cNvPr>
          <p:cNvSpPr>
            <a:spLocks noGrp="1"/>
          </p:cNvSpPr>
          <p:nvPr>
            <p:ph type="body" sz="quarter" idx="23"/>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7" name="Text Placeholder 3">
            <a:extLst>
              <a:ext uri="{FF2B5EF4-FFF2-40B4-BE49-F238E27FC236}">
                <a16:creationId xmlns:a16="http://schemas.microsoft.com/office/drawing/2014/main" id="{6193654E-9D7B-7EB6-71AC-0399727A8D2E}"/>
              </a:ext>
            </a:extLst>
          </p:cNvPr>
          <p:cNvSpPr>
            <a:spLocks noGrp="1"/>
          </p:cNvSpPr>
          <p:nvPr>
            <p:ph type="body" sz="quarter" idx="24"/>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8" name="Text Placeholder 3">
            <a:extLst>
              <a:ext uri="{FF2B5EF4-FFF2-40B4-BE49-F238E27FC236}">
                <a16:creationId xmlns:a16="http://schemas.microsoft.com/office/drawing/2014/main" id="{D35E2FBD-08F9-A2D6-DB75-7340894FAE5E}"/>
              </a:ext>
            </a:extLst>
          </p:cNvPr>
          <p:cNvSpPr>
            <a:spLocks noGrp="1"/>
          </p:cNvSpPr>
          <p:nvPr>
            <p:ph type="body" sz="quarter" idx="25"/>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065957253"/>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ontent + photos alternating - re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C8652D2-83E5-64CA-B0CF-AA40D2D21598}"/>
              </a:ext>
            </a:extLst>
          </p:cNvPr>
          <p:cNvSpPr/>
          <p:nvPr userDrawn="1"/>
        </p:nvSpPr>
        <p:spPr bwMode="auto">
          <a:xfrm>
            <a:off x="6097702" y="1603357"/>
            <a:ext cx="4270248" cy="1828800"/>
          </a:xfrm>
          <a:prstGeom prst="rect">
            <a:avLst/>
          </a:prstGeom>
          <a:gradFill flip="none" rotWithShape="1">
            <a:gsLst>
              <a:gs pos="14000">
                <a:schemeClr val="accent4"/>
              </a:gs>
              <a:gs pos="84000">
                <a:schemeClr val="accent2"/>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3" name="Rectangle 22">
            <a:extLst>
              <a:ext uri="{FF2B5EF4-FFF2-40B4-BE49-F238E27FC236}">
                <a16:creationId xmlns:a16="http://schemas.microsoft.com/office/drawing/2014/main" id="{17D6F830-CA76-DB47-0609-5ECB240265D8}"/>
              </a:ext>
            </a:extLst>
          </p:cNvPr>
          <p:cNvSpPr/>
          <p:nvPr userDrawn="1"/>
        </p:nvSpPr>
        <p:spPr bwMode="auto">
          <a:xfrm>
            <a:off x="8311" y="1603357"/>
            <a:ext cx="4270248" cy="1828800"/>
          </a:xfrm>
          <a:prstGeom prst="rect">
            <a:avLst/>
          </a:prstGeom>
          <a:gradFill flip="none" rotWithShape="1">
            <a:gsLst>
              <a:gs pos="84000">
                <a:schemeClr val="accent2"/>
              </a:gs>
              <a:gs pos="14000">
                <a:schemeClr val="accent4"/>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Light" pitchFamily="2" charset="77"/>
            </a:endParaRPr>
          </a:p>
        </p:txBody>
      </p:sp>
      <p:sp>
        <p:nvSpPr>
          <p:cNvPr id="25" name="Rectangle 24">
            <a:extLst>
              <a:ext uri="{FF2B5EF4-FFF2-40B4-BE49-F238E27FC236}">
                <a16:creationId xmlns:a16="http://schemas.microsoft.com/office/drawing/2014/main" id="{CAD1B53E-D489-E578-C89A-B68A1B9572ED}"/>
              </a:ext>
            </a:extLst>
          </p:cNvPr>
          <p:cNvSpPr/>
          <p:nvPr userDrawn="1"/>
        </p:nvSpPr>
        <p:spPr bwMode="auto">
          <a:xfrm>
            <a:off x="1833603" y="3429836"/>
            <a:ext cx="4270248" cy="1828800"/>
          </a:xfrm>
          <a:prstGeom prst="rect">
            <a:avLst/>
          </a:prstGeom>
          <a:gradFill flip="none" rotWithShape="1">
            <a:gsLst>
              <a:gs pos="18000">
                <a:schemeClr val="accent2"/>
              </a:gs>
              <a:gs pos="100000">
                <a:schemeClr val="accent1"/>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 name="Rectangle 1">
            <a:extLst>
              <a:ext uri="{FF2B5EF4-FFF2-40B4-BE49-F238E27FC236}">
                <a16:creationId xmlns:a16="http://schemas.microsoft.com/office/drawing/2014/main" id="{C6C95B84-6CBA-01D9-FEC4-27D231EE653B}"/>
              </a:ext>
            </a:extLst>
          </p:cNvPr>
          <p:cNvSpPr/>
          <p:nvPr userDrawn="1"/>
        </p:nvSpPr>
        <p:spPr bwMode="auto">
          <a:xfrm>
            <a:off x="7926890" y="3429836"/>
            <a:ext cx="4270248" cy="1828800"/>
          </a:xfrm>
          <a:prstGeom prst="rect">
            <a:avLst/>
          </a:prstGeom>
          <a:gradFill flip="none" rotWithShape="1">
            <a:gsLst>
              <a:gs pos="20000">
                <a:schemeClr val="accent2"/>
              </a:gs>
              <a:gs pos="100000">
                <a:schemeClr val="accent1"/>
              </a:gs>
            </a:gsLst>
            <a:path path="circle">
              <a:fillToRect r="100000" b="100000"/>
            </a:path>
            <a:tileRect l="-100000" t="-100000"/>
          </a:gradFill>
          <a:ln>
            <a:noFill/>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R="0" lvl="0" indent="0" algn="ctr" defTabSz="914400" eaLnBrk="0" fontAlgn="base" hangingPunct="0">
              <a:lnSpc>
                <a:spcPct val="100000"/>
              </a:lnSpc>
              <a:spcBef>
                <a:spcPct val="0"/>
              </a:spcBef>
              <a:spcAft>
                <a:spcPct val="0"/>
              </a:spcAft>
              <a:buClrTx/>
              <a:buSzTx/>
              <a:buFontTx/>
              <a:buNone/>
              <a:tabLst/>
            </a:pPr>
            <a:endParaRPr kumimoji="0" lang="en-US" b="0" i="0" u="none" strike="noStrike" cap="none" spc="0" normalizeH="0" baseline="0" noProof="0">
              <a:ln>
                <a:noFill/>
              </a:ln>
              <a:solidFill>
                <a:srgbClr val="000000"/>
              </a:solidFill>
              <a:effectLst/>
              <a:uLnTx/>
              <a:uFillTx/>
              <a:latin typeface="Barlow Light" pitchFamily="2" charset="77"/>
            </a:endParaRPr>
          </a:p>
        </p:txBody>
      </p:sp>
      <p:sp>
        <p:nvSpPr>
          <p:cNvPr id="27" name="Picture Placeholder 26">
            <a:extLst>
              <a:ext uri="{FF2B5EF4-FFF2-40B4-BE49-F238E27FC236}">
                <a16:creationId xmlns:a16="http://schemas.microsoft.com/office/drawing/2014/main" id="{F13770FE-E9CC-C71F-05FE-8B59044AA48E}"/>
              </a:ext>
            </a:extLst>
          </p:cNvPr>
          <p:cNvSpPr>
            <a:spLocks noGrp="1"/>
          </p:cNvSpPr>
          <p:nvPr>
            <p:ph type="pic" sz="quarter" idx="14"/>
          </p:nvPr>
        </p:nvSpPr>
        <p:spPr>
          <a:xfrm>
            <a:off x="4272870"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8" name="Picture Placeholder 26">
            <a:extLst>
              <a:ext uri="{FF2B5EF4-FFF2-40B4-BE49-F238E27FC236}">
                <a16:creationId xmlns:a16="http://schemas.microsoft.com/office/drawing/2014/main" id="{E273A3F7-CB1D-3271-9927-22F97F7BBBF5}"/>
              </a:ext>
            </a:extLst>
          </p:cNvPr>
          <p:cNvSpPr>
            <a:spLocks noGrp="1"/>
          </p:cNvSpPr>
          <p:nvPr>
            <p:ph type="pic" sz="quarter" idx="15"/>
          </p:nvPr>
        </p:nvSpPr>
        <p:spPr>
          <a:xfrm>
            <a:off x="10365308" y="1603357"/>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29" name="Picture Placeholder 26">
            <a:extLst>
              <a:ext uri="{FF2B5EF4-FFF2-40B4-BE49-F238E27FC236}">
                <a16:creationId xmlns:a16="http://schemas.microsoft.com/office/drawing/2014/main" id="{F05129BB-1F90-D031-B249-6A664ADAE20E}"/>
              </a:ext>
            </a:extLst>
          </p:cNvPr>
          <p:cNvSpPr>
            <a:spLocks noGrp="1"/>
          </p:cNvSpPr>
          <p:nvPr>
            <p:ph type="pic" sz="quarter" idx="16"/>
          </p:nvPr>
        </p:nvSpPr>
        <p:spPr>
          <a:xfrm>
            <a:off x="9235"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30" name="Picture Placeholder 26">
            <a:extLst>
              <a:ext uri="{FF2B5EF4-FFF2-40B4-BE49-F238E27FC236}">
                <a16:creationId xmlns:a16="http://schemas.microsoft.com/office/drawing/2014/main" id="{29ECBD6A-6985-2084-A22F-29CE7C009C78}"/>
              </a:ext>
            </a:extLst>
          </p:cNvPr>
          <p:cNvSpPr>
            <a:spLocks noGrp="1"/>
          </p:cNvSpPr>
          <p:nvPr>
            <p:ph type="pic" sz="quarter" idx="17"/>
          </p:nvPr>
        </p:nvSpPr>
        <p:spPr>
          <a:xfrm>
            <a:off x="6101600" y="3429836"/>
            <a:ext cx="1825625" cy="1828800"/>
          </a:xfrm>
          <a:prstGeom prst="rect">
            <a:avLst/>
          </a:prstGeom>
          <a:noFill/>
        </p:spPr>
        <p:txBody>
          <a:bodyPr anchor="ctr"/>
          <a:lstStyle>
            <a:lvl1pPr marL="0" indent="0" algn="ctr">
              <a:buNone/>
              <a:defRPr b="0" i="0">
                <a:latin typeface="Barlow Light" pitchFamily="2" charset="77"/>
              </a:defRPr>
            </a:lvl1pPr>
          </a:lstStyle>
          <a:p>
            <a:endParaRPr lang="en-US"/>
          </a:p>
        </p:txBody>
      </p:sp>
      <p:sp>
        <p:nvSpPr>
          <p:cNvPr id="4" name="Text Placeholder 3">
            <a:extLst>
              <a:ext uri="{FF2B5EF4-FFF2-40B4-BE49-F238E27FC236}">
                <a16:creationId xmlns:a16="http://schemas.microsoft.com/office/drawing/2014/main" id="{AEBD0622-720F-DD35-5E8B-9B3088BFF906}"/>
              </a:ext>
            </a:extLst>
          </p:cNvPr>
          <p:cNvSpPr>
            <a:spLocks noGrp="1"/>
          </p:cNvSpPr>
          <p:nvPr>
            <p:ph type="body" sz="quarter" idx="18"/>
          </p:nvPr>
        </p:nvSpPr>
        <p:spPr>
          <a:xfrm>
            <a:off x="399011"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5" name="Text Placeholder 3">
            <a:extLst>
              <a:ext uri="{FF2B5EF4-FFF2-40B4-BE49-F238E27FC236}">
                <a16:creationId xmlns:a16="http://schemas.microsoft.com/office/drawing/2014/main" id="{0A51E137-21E3-5CE2-80C7-ED85B92EDE8D}"/>
              </a:ext>
            </a:extLst>
          </p:cNvPr>
          <p:cNvSpPr>
            <a:spLocks noGrp="1"/>
          </p:cNvSpPr>
          <p:nvPr>
            <p:ph type="body" sz="quarter" idx="19"/>
          </p:nvPr>
        </p:nvSpPr>
        <p:spPr>
          <a:xfrm>
            <a:off x="6467302" y="1945149"/>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6" name="Text Placeholder 3">
            <a:extLst>
              <a:ext uri="{FF2B5EF4-FFF2-40B4-BE49-F238E27FC236}">
                <a16:creationId xmlns:a16="http://schemas.microsoft.com/office/drawing/2014/main" id="{23A5023B-432A-8833-8260-7A851AEA4B77}"/>
              </a:ext>
            </a:extLst>
          </p:cNvPr>
          <p:cNvSpPr>
            <a:spLocks noGrp="1"/>
          </p:cNvSpPr>
          <p:nvPr>
            <p:ph type="body" sz="quarter" idx="20"/>
          </p:nvPr>
        </p:nvSpPr>
        <p:spPr>
          <a:xfrm>
            <a:off x="2217830"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7" name="Text Placeholder 3">
            <a:extLst>
              <a:ext uri="{FF2B5EF4-FFF2-40B4-BE49-F238E27FC236}">
                <a16:creationId xmlns:a16="http://schemas.microsoft.com/office/drawing/2014/main" id="{F78F3673-2C4F-2072-B169-52A006E63D2E}"/>
              </a:ext>
            </a:extLst>
          </p:cNvPr>
          <p:cNvSpPr>
            <a:spLocks noGrp="1"/>
          </p:cNvSpPr>
          <p:nvPr>
            <p:ph type="body" sz="quarter" idx="21"/>
          </p:nvPr>
        </p:nvSpPr>
        <p:spPr>
          <a:xfrm>
            <a:off x="8302747" y="3773948"/>
            <a:ext cx="3541164" cy="1155700"/>
          </a:xfrm>
          <a:prstGeom prst="rect">
            <a:avLst/>
          </a:prstGeom>
        </p:spPr>
        <p:txBody>
          <a:bodyPr/>
          <a:lstStyle>
            <a:lvl1pPr marL="0" indent="0">
              <a:buNone/>
              <a:defRPr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33" name="Straight Connector 32">
            <a:extLst>
              <a:ext uri="{FF2B5EF4-FFF2-40B4-BE49-F238E27FC236}">
                <a16:creationId xmlns:a16="http://schemas.microsoft.com/office/drawing/2014/main" id="{C2AFC82B-8452-E28A-0C44-4BF88C53306C}"/>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 name="Title 1">
            <a:extLst>
              <a:ext uri="{FF2B5EF4-FFF2-40B4-BE49-F238E27FC236}">
                <a16:creationId xmlns:a16="http://schemas.microsoft.com/office/drawing/2014/main" id="{135D1E31-0708-B11A-966D-A629001D0C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8" name="Text Placeholder 6">
            <a:extLst>
              <a:ext uri="{FF2B5EF4-FFF2-40B4-BE49-F238E27FC236}">
                <a16:creationId xmlns:a16="http://schemas.microsoft.com/office/drawing/2014/main" id="{693D9CA9-658F-0AB0-C718-41624ADDE4B9}"/>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10" name="Picture 9" descr="A blue and grey text on a black background&#10;&#10;AI-generated content may be incorrect.">
            <a:extLst>
              <a:ext uri="{FF2B5EF4-FFF2-40B4-BE49-F238E27FC236}">
                <a16:creationId xmlns:a16="http://schemas.microsoft.com/office/drawing/2014/main" id="{39AA2145-549F-FEB3-A306-CB6888E0824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220623025"/>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Screenshot_Laptop_WhiteBackgroun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BDF3183-8FFC-F502-2622-1FF528FA5D8A}"/>
              </a:ext>
            </a:extLst>
          </p:cNvPr>
          <p:cNvSpPr/>
          <p:nvPr userDrawn="1"/>
        </p:nvSpPr>
        <p:spPr>
          <a:xfrm>
            <a:off x="0" y="5083629"/>
            <a:ext cx="12192000" cy="1265883"/>
          </a:xfrm>
          <a:prstGeom prst="rect">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402297"/>
            <a:ext cx="4073997" cy="1064553"/>
          </a:xfrm>
          <a:prstGeom prst="rect">
            <a:avLst/>
          </a:prstGeom>
        </p:spPr>
        <p:txBody>
          <a:bodyPr anchor="ctr"/>
          <a:lstStyle>
            <a:lvl1pPr marL="0" indent="0" algn="ctr">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012967" y="2608262"/>
            <a:ext cx="4118988" cy="1641475"/>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2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BB1CAD52-EB7C-6E0E-2B7E-8FFB05878906}"/>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E44A4637-1D36-FB98-4651-C77644D48158}"/>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D59D0D14-3683-2A7D-B3C8-4432950E3B64}"/>
              </a:ext>
            </a:extLst>
          </p:cNvPr>
          <p:cNvSpPr>
            <a:spLocks noGrp="1"/>
          </p:cNvSpPr>
          <p:nvPr>
            <p:ph type="body" sz="quarter" idx="10" hasCustomPrompt="1"/>
          </p:nvPr>
        </p:nvSpPr>
        <p:spPr>
          <a:xfrm>
            <a:off x="1044205" y="805328"/>
            <a:ext cx="5591373"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8" name="Picture 7" descr="A blue and grey text on a black background&#10;&#10;AI-generated content may be incorrect.">
            <a:extLst>
              <a:ext uri="{FF2B5EF4-FFF2-40B4-BE49-F238E27FC236}">
                <a16:creationId xmlns:a16="http://schemas.microsoft.com/office/drawing/2014/main" id="{35095E75-6F1B-9C63-77B0-E96B6AE8789C}"/>
              </a:ext>
            </a:extLst>
          </p:cNvPr>
          <p:cNvPicPr>
            <a:picLocks noChangeAspect="1"/>
          </p:cNvPicPr>
          <p:nvPr userDrawn="1"/>
        </p:nvPicPr>
        <p:blipFill>
          <a:blip r:embed="rId3"/>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029555312"/>
      </p:ext>
    </p:extLst>
  </p:cSld>
  <p:clrMapOvr>
    <a:masterClrMapping/>
  </p:clrMapOvr>
  <p:transition spd="med"/>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Screenshot_Laptop_RedOrangeBackgroun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BDF3183-8FFC-F502-2622-1FF528FA5D8A}"/>
              </a:ext>
            </a:extLst>
          </p:cNvPr>
          <p:cNvSpPr/>
          <p:nvPr userDrawn="1"/>
        </p:nvSpPr>
        <p:spPr>
          <a:xfrm>
            <a:off x="930360" y="2193047"/>
            <a:ext cx="11261639" cy="4156465"/>
          </a:xfrm>
          <a:prstGeom prst="roundRect">
            <a:avLst>
              <a:gd name="adj" fmla="val 2306"/>
            </a:avLst>
          </a:prstGeom>
          <a:gradFill>
            <a:gsLst>
              <a:gs pos="14000">
                <a:schemeClr val="accent4"/>
              </a:gs>
              <a:gs pos="84000">
                <a:schemeClr val="accent2"/>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pic>
        <p:nvPicPr>
          <p:cNvPr id="3" name="Picture 2">
            <a:extLst>
              <a:ext uri="{FF2B5EF4-FFF2-40B4-BE49-F238E27FC236}">
                <a16:creationId xmlns:a16="http://schemas.microsoft.com/office/drawing/2014/main" id="{0C255B69-C270-2569-F9CE-D00AFBA98D8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
          <a:stretch/>
        </p:blipFill>
        <p:spPr>
          <a:xfrm>
            <a:off x="6050441" y="1648237"/>
            <a:ext cx="6141559" cy="4358261"/>
          </a:xfrm>
          <a:prstGeom prst="rect">
            <a:avLst/>
          </a:prstGeom>
          <a:effectLst>
            <a:reflection blurRad="6350" stA="30000" endPos="7000" dir="5400000" sy="-100000" algn="bl" rotWithShape="0"/>
          </a:effectLst>
        </p:spPr>
      </p:pic>
      <p:sp>
        <p:nvSpPr>
          <p:cNvPr id="6" name="Picture Placeholder 7">
            <a:extLst>
              <a:ext uri="{FF2B5EF4-FFF2-40B4-BE49-F238E27FC236}">
                <a16:creationId xmlns:a16="http://schemas.microsoft.com/office/drawing/2014/main" id="{53531AA5-59D0-E22C-BF0A-E836E0C58D84}"/>
              </a:ext>
            </a:extLst>
          </p:cNvPr>
          <p:cNvSpPr>
            <a:spLocks noGrp="1"/>
          </p:cNvSpPr>
          <p:nvPr>
            <p:ph type="pic" sz="quarter" idx="11" hasCustomPrompt="1"/>
          </p:nvPr>
        </p:nvSpPr>
        <p:spPr>
          <a:xfrm>
            <a:off x="7212169" y="1936821"/>
            <a:ext cx="4979831" cy="3533106"/>
          </a:xfrm>
          <a:prstGeom prst="rect">
            <a:avLst/>
          </a:prstGeom>
          <a:gradFill flip="none" rotWithShape="1">
            <a:gsLst>
              <a:gs pos="20000">
                <a:schemeClr val="bg2"/>
              </a:gs>
              <a:gs pos="69000">
                <a:schemeClr val="tx1"/>
              </a:gs>
            </a:gsLst>
            <a:path path="circle">
              <a:fillToRect r="100000" b="100000"/>
            </a:path>
            <a:tileRect l="-100000" t="-100000"/>
          </a:gradFill>
          <a:effectLst>
            <a:innerShdw blurRad="156269" dist="50800" dir="13500000">
              <a:prstClr val="black">
                <a:alpha val="20000"/>
              </a:prstClr>
            </a:innerShdw>
          </a:effectLst>
        </p:spPr>
        <p:txBody>
          <a:bodyPr anchor="ctr"/>
          <a:lstStyle>
            <a:lvl1pPr marL="0" indent="0" algn="ctr">
              <a:buNone/>
              <a:defRPr sz="1500" b="0" i="0">
                <a:solidFill>
                  <a:schemeClr val="bg1"/>
                </a:solidFill>
                <a:latin typeface="Barlow Light" pitchFamily="2" charset="77"/>
              </a:defRPr>
            </a:lvl1pPr>
          </a:lstStyle>
          <a:p>
            <a:r>
              <a:rPr lang="en-US"/>
              <a:t>Click to add screenshot</a:t>
            </a:r>
          </a:p>
        </p:txBody>
      </p:sp>
      <p:sp>
        <p:nvSpPr>
          <p:cNvPr id="7" name="Picture Placeholder 7">
            <a:extLst>
              <a:ext uri="{FF2B5EF4-FFF2-40B4-BE49-F238E27FC236}">
                <a16:creationId xmlns:a16="http://schemas.microsoft.com/office/drawing/2014/main" id="{E3A42BF1-A379-79AC-D932-3D34EF13A4A8}"/>
              </a:ext>
            </a:extLst>
          </p:cNvPr>
          <p:cNvSpPr>
            <a:spLocks noGrp="1"/>
          </p:cNvSpPr>
          <p:nvPr>
            <p:ph type="pic" sz="quarter" idx="12" hasCustomPrompt="1"/>
          </p:nvPr>
        </p:nvSpPr>
        <p:spPr>
          <a:xfrm>
            <a:off x="7736259" y="718309"/>
            <a:ext cx="4073997" cy="1064553"/>
          </a:xfrm>
          <a:prstGeom prst="rect">
            <a:avLst/>
          </a:prstGeom>
        </p:spPr>
        <p:txBody>
          <a:bodyPr anchor="ctr"/>
          <a:lstStyle>
            <a:lvl1pPr marL="0" indent="0" algn="ctr">
              <a:lnSpc>
                <a:spcPct val="90000"/>
              </a:lnSpc>
              <a:spcAft>
                <a:spcPts val="0"/>
              </a:spcAft>
              <a:buNone/>
              <a:defRPr sz="1500" b="0" i="0">
                <a:solidFill>
                  <a:schemeClr val="bg2"/>
                </a:solidFill>
                <a:latin typeface="Barlow Light" pitchFamily="2" charset="77"/>
              </a:defRPr>
            </a:lvl1pPr>
          </a:lstStyle>
          <a:p>
            <a:r>
              <a:rPr lang="en-US"/>
              <a:t>Click to add software logo </a:t>
            </a:r>
            <a:br>
              <a:rPr lang="en-US"/>
            </a:br>
            <a:r>
              <a:rPr lang="en-US"/>
              <a:t>(resize accordingly)</a:t>
            </a:r>
          </a:p>
        </p:txBody>
      </p:sp>
      <p:sp>
        <p:nvSpPr>
          <p:cNvPr id="10" name="Text Placeholder 2">
            <a:extLst>
              <a:ext uri="{FF2B5EF4-FFF2-40B4-BE49-F238E27FC236}">
                <a16:creationId xmlns:a16="http://schemas.microsoft.com/office/drawing/2014/main" id="{CCF5D2A0-6B86-8BE7-1FD5-5C755DF4CF89}"/>
              </a:ext>
            </a:extLst>
          </p:cNvPr>
          <p:cNvSpPr>
            <a:spLocks noGrp="1"/>
          </p:cNvSpPr>
          <p:nvPr>
            <p:ph type="body" sz="quarter" idx="16"/>
          </p:nvPr>
        </p:nvSpPr>
        <p:spPr>
          <a:xfrm>
            <a:off x="1611086" y="3968978"/>
            <a:ext cx="5094513" cy="1641475"/>
          </a:xfrm>
          <a:prstGeom prst="rect">
            <a:avLst/>
          </a:prstGeom>
        </p:spPr>
        <p:txBody>
          <a:bodyPr wrap="square" anchor="t">
            <a:spAutoFit/>
          </a:bodyPr>
          <a:lstStyle>
            <a:lvl1pPr marL="174625" indent="-174625">
              <a:buClr>
                <a:schemeClr val="bg1"/>
              </a:buClr>
              <a:buFont typeface="Arial" panose="020B0604020202020204" pitchFamily="34" charset="0"/>
              <a:buChar char="•"/>
              <a:tabLst/>
              <a:defRPr sz="2000" b="0" i="0">
                <a:solidFill>
                  <a:schemeClr val="bg1"/>
                </a:solidFill>
                <a:latin typeface="Barlow Light" pitchFamily="2" charset="77"/>
              </a:defRPr>
            </a:lvl1pPr>
            <a:lvl2pPr marL="342900" indent="-168275">
              <a:buClr>
                <a:schemeClr val="bg1"/>
              </a:buClr>
              <a:buSzPct val="100000"/>
              <a:buFont typeface="Arial" panose="020B0604020202020204" pitchFamily="34" charset="0"/>
              <a:buChar char="•"/>
              <a:tabLst/>
              <a:defRPr sz="1600" b="0" i="0">
                <a:solidFill>
                  <a:schemeClr val="bg1"/>
                </a:solidFill>
                <a:latin typeface="Barlow Light" pitchFamily="2" charset="77"/>
              </a:defRPr>
            </a:lvl2pPr>
            <a:lvl3pPr marL="460375" indent="-117475">
              <a:buClr>
                <a:schemeClr val="bg1"/>
              </a:buClr>
              <a:buSzPct val="100000"/>
              <a:buFont typeface="Arial" panose="020B0604020202020204" pitchFamily="34" charset="0"/>
              <a:buChar char="•"/>
              <a:tabLst/>
              <a:defRPr sz="1400" b="0" i="0">
                <a:solidFill>
                  <a:schemeClr val="bg1"/>
                </a:solidFill>
                <a:latin typeface="Barlow Light" pitchFamily="2" charset="77"/>
              </a:defRPr>
            </a:lvl3pPr>
            <a:lvl4pPr marL="576263" indent="-115888">
              <a:buClr>
                <a:schemeClr val="bg1"/>
              </a:buClr>
              <a:buFont typeface="Arial" panose="020B0604020202020204" pitchFamily="34" charset="0"/>
              <a:buChar char="•"/>
              <a:tabLst/>
              <a:defRPr sz="1200" b="0" i="0">
                <a:solidFill>
                  <a:schemeClr val="bg1"/>
                </a:solidFill>
                <a:latin typeface="Barlow Light" pitchFamily="2" charset="77"/>
              </a:defRPr>
            </a:lvl4pPr>
            <a:lvl5pPr marL="687388" indent="-111125">
              <a:buClr>
                <a:schemeClr val="bg1"/>
              </a:buClr>
              <a:buFont typeface="Arial" panose="020B0604020202020204" pitchFamily="34" charset="0"/>
              <a:buChar char="•"/>
              <a:tabLst/>
              <a:defRPr sz="1200" b="0" i="0">
                <a:solidFill>
                  <a:schemeClr val="bg1"/>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152CEBB8-B9AC-5D99-BDFD-9489E15C31BA}"/>
              </a:ext>
            </a:extLst>
          </p:cNvPr>
          <p:cNvSpPr>
            <a:spLocks noGrp="1"/>
          </p:cNvSpPr>
          <p:nvPr>
            <p:ph type="body" sz="quarter" idx="17"/>
          </p:nvPr>
        </p:nvSpPr>
        <p:spPr>
          <a:xfrm>
            <a:off x="1317172" y="3429000"/>
            <a:ext cx="5388428" cy="461665"/>
          </a:xfrm>
          <a:prstGeom prst="rect">
            <a:avLst/>
          </a:prstGeom>
        </p:spPr>
        <p:txBody>
          <a:bodyPr wrap="square" anchor="b">
            <a:spAutoFit/>
          </a:bodyPr>
          <a:lstStyle>
            <a:lvl1pPr marL="0" indent="0">
              <a:buClr>
                <a:schemeClr val="bg1"/>
              </a:buClr>
              <a:buFont typeface="Arial" panose="020B0604020202020204" pitchFamily="34" charset="0"/>
              <a:buNone/>
              <a:tabLst/>
              <a:defRPr sz="2400" b="0" i="0">
                <a:solidFill>
                  <a:schemeClr val="bg1"/>
                </a:solidFill>
                <a:latin typeface="Barlow Light" pitchFamily="2" charset="77"/>
              </a:defRPr>
            </a:lvl1pPr>
            <a:lvl2pPr marL="174625" indent="0">
              <a:buClr>
                <a:schemeClr val="bg1"/>
              </a:buClr>
              <a:buSzPct val="100000"/>
              <a:buFont typeface="Arial" panose="020B0604020202020204" pitchFamily="34" charset="0"/>
              <a:buNone/>
              <a:tabLst/>
              <a:defRPr sz="2400">
                <a:solidFill>
                  <a:schemeClr val="bg1"/>
                </a:solidFill>
                <a:latin typeface="+mn-lt"/>
              </a:defRPr>
            </a:lvl2pPr>
            <a:lvl3pPr marL="342900" indent="0">
              <a:buClr>
                <a:schemeClr val="bg1"/>
              </a:buClr>
              <a:buSzPct val="100000"/>
              <a:buFont typeface="Arial" panose="020B0604020202020204" pitchFamily="34" charset="0"/>
              <a:buNone/>
              <a:tabLst/>
              <a:defRPr sz="2000">
                <a:solidFill>
                  <a:schemeClr val="bg1"/>
                </a:solidFill>
                <a:latin typeface="+mn-lt"/>
              </a:defRPr>
            </a:lvl3pPr>
            <a:lvl4pPr marL="460375" indent="0">
              <a:buClr>
                <a:schemeClr val="bg1"/>
              </a:buClr>
              <a:buFont typeface="Arial" panose="020B0604020202020204" pitchFamily="34" charset="0"/>
              <a:buNone/>
              <a:tabLst/>
              <a:defRPr sz="1800">
                <a:solidFill>
                  <a:schemeClr val="bg1"/>
                </a:solidFill>
                <a:latin typeface="+mn-lt"/>
              </a:defRPr>
            </a:lvl4pPr>
            <a:lvl5pPr marL="576263" indent="0">
              <a:buClr>
                <a:schemeClr val="bg1"/>
              </a:buClr>
              <a:buFont typeface="Arial" panose="020B0604020202020204" pitchFamily="34" charset="0"/>
              <a:buNone/>
              <a:tabLst/>
              <a:defRPr sz="1800">
                <a:solidFill>
                  <a:schemeClr val="bg1"/>
                </a:solidFill>
                <a:latin typeface="+mn-lt"/>
              </a:defRPr>
            </a:lvl5pPr>
          </a:lstStyle>
          <a:p>
            <a:pPr lvl="0"/>
            <a:r>
              <a:rPr lang="en-US"/>
              <a:t>Click to edit</a:t>
            </a:r>
          </a:p>
        </p:txBody>
      </p:sp>
      <p:cxnSp>
        <p:nvCxnSpPr>
          <p:cNvPr id="13" name="Straight Connector 12">
            <a:extLst>
              <a:ext uri="{FF2B5EF4-FFF2-40B4-BE49-F238E27FC236}">
                <a16:creationId xmlns:a16="http://schemas.microsoft.com/office/drawing/2014/main" id="{4982BF81-DAA6-DEC0-E412-3DFF416DA4E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79A960-CFAF-7772-7BAD-CC972840426E}"/>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EB018FA-B39D-863C-25F2-6EA701B187F9}"/>
              </a:ext>
            </a:extLst>
          </p:cNvPr>
          <p:cNvSpPr>
            <a:spLocks noGrp="1"/>
          </p:cNvSpPr>
          <p:nvPr>
            <p:ph type="body" sz="quarter" idx="10" hasCustomPrompt="1"/>
          </p:nvPr>
        </p:nvSpPr>
        <p:spPr>
          <a:xfrm>
            <a:off x="1044206" y="805328"/>
            <a:ext cx="5661394"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4B9D7639-AD88-6DC6-1B1A-24354A932D6E}"/>
              </a:ext>
            </a:extLst>
          </p:cNvPr>
          <p:cNvPicPr>
            <a:picLocks noChangeAspect="1"/>
          </p:cNvPicPr>
          <p:nvPr userDrawn="1"/>
        </p:nvPicPr>
        <p:blipFill>
          <a:blip r:embed="rId3"/>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73182065"/>
      </p:ext>
    </p:extLst>
  </p:cSld>
  <p:clrMapOvr>
    <a:masterClrMapping/>
  </p:clrMapOvr>
  <p:transition spd="med"/>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SemiCircle photo with 3 columns">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460917" y="3907291"/>
            <a:ext cx="11328273" cy="522579"/>
          </a:xfrm>
          <a:prstGeom prst="rect">
            <a:avLst/>
          </a:prstGeom>
        </p:spPr>
        <p:txBody>
          <a:bodyPr wrap="square" anchor="b">
            <a:spAutoFit/>
          </a:bodyPr>
          <a:lstStyle>
            <a:lvl1pPr algn="ct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460917" y="4385152"/>
            <a:ext cx="11328273" cy="348813"/>
          </a:xfrm>
          <a:prstGeom prst="rect">
            <a:avLst/>
          </a:prstGeom>
        </p:spPr>
        <p:txBody>
          <a:bodyPr wrap="square" anchor="t">
            <a:spAutoFit/>
          </a:bodyPr>
          <a:lstStyle>
            <a:lvl1pPr marL="0" indent="0" algn="ctr">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12" name="Picture Placeholder 11">
            <a:extLst>
              <a:ext uri="{FF2B5EF4-FFF2-40B4-BE49-F238E27FC236}">
                <a16:creationId xmlns:a16="http://schemas.microsoft.com/office/drawing/2014/main" id="{9CA2E0E5-FE1E-89A0-A8E3-9609FE359784}"/>
              </a:ext>
            </a:extLst>
          </p:cNvPr>
          <p:cNvSpPr>
            <a:spLocks noGrp="1"/>
          </p:cNvSpPr>
          <p:nvPr>
            <p:ph type="pic" sz="quarter" idx="11"/>
          </p:nvPr>
        </p:nvSpPr>
        <p:spPr>
          <a:xfrm>
            <a:off x="2520214" y="10306"/>
            <a:ext cx="7151572" cy="3577313"/>
          </a:xfrm>
          <a:custGeom>
            <a:avLst/>
            <a:gdLst>
              <a:gd name="connsiteX0" fmla="*/ 0 w 7151572"/>
              <a:gd name="connsiteY0" fmla="*/ 0 h 3577313"/>
              <a:gd name="connsiteX1" fmla="*/ 2272412 w 7151572"/>
              <a:gd name="connsiteY1" fmla="*/ 0 h 3577313"/>
              <a:gd name="connsiteX2" fmla="*/ 3575786 w 7151572"/>
              <a:gd name="connsiteY2" fmla="*/ 1304901 h 3577313"/>
              <a:gd name="connsiteX3" fmla="*/ 4879160 w 7151572"/>
              <a:gd name="connsiteY3" fmla="*/ 0 h 3577313"/>
              <a:gd name="connsiteX4" fmla="*/ 7151572 w 7151572"/>
              <a:gd name="connsiteY4" fmla="*/ 0 h 3577313"/>
              <a:gd name="connsiteX5" fmla="*/ 3575786 w 7151572"/>
              <a:gd name="connsiteY5" fmla="*/ 3577313 h 3577313"/>
              <a:gd name="connsiteX6" fmla="*/ 0 w 7151572"/>
              <a:gd name="connsiteY6" fmla="*/ 0 h 357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51572" h="3577313">
                <a:moveTo>
                  <a:pt x="0" y="0"/>
                </a:moveTo>
                <a:lnTo>
                  <a:pt x="2272412" y="0"/>
                </a:lnTo>
                <a:cubicBezTo>
                  <a:pt x="2272412" y="720677"/>
                  <a:pt x="2855952" y="1304901"/>
                  <a:pt x="3575786" y="1304901"/>
                </a:cubicBezTo>
                <a:cubicBezTo>
                  <a:pt x="4295620" y="1304901"/>
                  <a:pt x="4879160" y="720677"/>
                  <a:pt x="4879160" y="0"/>
                </a:cubicBezTo>
                <a:lnTo>
                  <a:pt x="7151572" y="0"/>
                </a:lnTo>
                <a:cubicBezTo>
                  <a:pt x="7151572" y="1975695"/>
                  <a:pt x="5550638" y="3577313"/>
                  <a:pt x="3575786" y="3577313"/>
                </a:cubicBezTo>
                <a:cubicBezTo>
                  <a:pt x="1600934" y="3577313"/>
                  <a:pt x="0" y="1975695"/>
                  <a:pt x="0" y="0"/>
                </a:cubicBez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745337"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4" name="Text Placeholder 2">
            <a:extLst>
              <a:ext uri="{FF2B5EF4-FFF2-40B4-BE49-F238E27FC236}">
                <a16:creationId xmlns:a16="http://schemas.microsoft.com/office/drawing/2014/main" id="{D6F4C8F0-E05A-3AB6-A523-F895BBD22009}"/>
              </a:ext>
            </a:extLst>
          </p:cNvPr>
          <p:cNvSpPr>
            <a:spLocks noGrp="1"/>
          </p:cNvSpPr>
          <p:nvPr>
            <p:ph type="body" sz="quarter" idx="17"/>
          </p:nvPr>
        </p:nvSpPr>
        <p:spPr>
          <a:xfrm>
            <a:off x="4503298"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sp>
        <p:nvSpPr>
          <p:cNvPr id="15" name="Text Placeholder 2">
            <a:extLst>
              <a:ext uri="{FF2B5EF4-FFF2-40B4-BE49-F238E27FC236}">
                <a16:creationId xmlns:a16="http://schemas.microsoft.com/office/drawing/2014/main" id="{B8F19979-96D8-3BE7-FC06-1113A47C05FF}"/>
              </a:ext>
            </a:extLst>
          </p:cNvPr>
          <p:cNvSpPr>
            <a:spLocks noGrp="1"/>
          </p:cNvSpPr>
          <p:nvPr>
            <p:ph type="body" sz="quarter" idx="18"/>
          </p:nvPr>
        </p:nvSpPr>
        <p:spPr>
          <a:xfrm>
            <a:off x="8261259" y="4973554"/>
            <a:ext cx="3246799" cy="1066959"/>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pic>
        <p:nvPicPr>
          <p:cNvPr id="4" name="Picture 3" descr="A blue and grey text on a black background&#10;&#10;AI-generated content may be incorrect.">
            <a:extLst>
              <a:ext uri="{FF2B5EF4-FFF2-40B4-BE49-F238E27FC236}">
                <a16:creationId xmlns:a16="http://schemas.microsoft.com/office/drawing/2014/main" id="{4B44B01C-CCC1-3793-ED93-9F60AE42C8D3}"/>
              </a:ext>
            </a:extLst>
          </p:cNvPr>
          <p:cNvPicPr>
            <a:picLocks noChangeAspect="1"/>
          </p:cNvPicPr>
          <p:nvPr userDrawn="1"/>
        </p:nvPicPr>
        <p:blipFill>
          <a:blip r:embed="rId2"/>
          <a:srcRect l="5454" t="16383" r="73842" b="32609"/>
          <a:stretch/>
        </p:blipFill>
        <p:spPr>
          <a:xfrm>
            <a:off x="5864840" y="382121"/>
            <a:ext cx="462320" cy="435366"/>
          </a:xfrm>
          <a:prstGeom prst="rect">
            <a:avLst/>
          </a:prstGeom>
        </p:spPr>
      </p:pic>
    </p:spTree>
    <p:extLst>
      <p:ext uri="{BB962C8B-B14F-4D97-AF65-F5344CB8AC3E}">
        <p14:creationId xmlns:p14="http://schemas.microsoft.com/office/powerpoint/2010/main" val="3438206017"/>
      </p:ext>
    </p:extLst>
  </p:cSld>
  <p:clrMapOvr>
    <a:masterClrMapping/>
  </p:clrMapOvr>
  <p:transition spd="med"/>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Semi cirlcle with content lef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851307A-E8A2-009B-5993-CA527586CC58}"/>
              </a:ext>
            </a:extLst>
          </p:cNvPr>
          <p:cNvSpPr>
            <a:spLocks noGrp="1"/>
          </p:cNvSpPr>
          <p:nvPr>
            <p:ph type="pic" sz="quarter" idx="11"/>
          </p:nvPr>
        </p:nvSpPr>
        <p:spPr>
          <a:xfrm>
            <a:off x="9119462" y="151820"/>
            <a:ext cx="3084730" cy="6172928"/>
          </a:xfrm>
          <a:custGeom>
            <a:avLst/>
            <a:gdLst>
              <a:gd name="connsiteX0" fmla="*/ 3084730 w 3084730"/>
              <a:gd name="connsiteY0" fmla="*/ 0 h 6172928"/>
              <a:gd name="connsiteX1" fmla="*/ 3084730 w 3084730"/>
              <a:gd name="connsiteY1" fmla="*/ 6172928 h 6172928"/>
              <a:gd name="connsiteX2" fmla="*/ 0 w 3084730"/>
              <a:gd name="connsiteY2" fmla="*/ 3086464 h 6172928"/>
              <a:gd name="connsiteX3" fmla="*/ 3084730 w 3084730"/>
              <a:gd name="connsiteY3" fmla="*/ 0 h 6172928"/>
            </a:gdLst>
            <a:ahLst/>
            <a:cxnLst>
              <a:cxn ang="0">
                <a:pos x="connsiteX0" y="connsiteY0"/>
              </a:cxn>
              <a:cxn ang="0">
                <a:pos x="connsiteX1" y="connsiteY1"/>
              </a:cxn>
              <a:cxn ang="0">
                <a:pos x="connsiteX2" y="connsiteY2"/>
              </a:cxn>
              <a:cxn ang="0">
                <a:pos x="connsiteX3" y="connsiteY3"/>
              </a:cxn>
            </a:cxnLst>
            <a:rect l="l" t="t" r="r" b="b"/>
            <a:pathLst>
              <a:path w="3084730" h="6172928">
                <a:moveTo>
                  <a:pt x="3084730" y="0"/>
                </a:moveTo>
                <a:lnTo>
                  <a:pt x="3084730" y="6172928"/>
                </a:lnTo>
                <a:cubicBezTo>
                  <a:pt x="1381081" y="6172928"/>
                  <a:pt x="0" y="4791071"/>
                  <a:pt x="0" y="3086464"/>
                </a:cubicBezTo>
                <a:cubicBezTo>
                  <a:pt x="0" y="1381857"/>
                  <a:pt x="1381081" y="0"/>
                  <a:pt x="3084730" y="0"/>
                </a:cubicBez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18" name="Text Placeholder 2">
            <a:extLst>
              <a:ext uri="{FF2B5EF4-FFF2-40B4-BE49-F238E27FC236}">
                <a16:creationId xmlns:a16="http://schemas.microsoft.com/office/drawing/2014/main" id="{CB0443EE-0F14-EFD3-88AB-1E047503BC05}"/>
              </a:ext>
            </a:extLst>
          </p:cNvPr>
          <p:cNvSpPr>
            <a:spLocks noGrp="1"/>
          </p:cNvSpPr>
          <p:nvPr>
            <p:ph type="body" sz="quarter" idx="16"/>
          </p:nvPr>
        </p:nvSpPr>
        <p:spPr>
          <a:xfrm>
            <a:off x="1044205" y="2544805"/>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19" name="Text Placeholder 2">
            <a:extLst>
              <a:ext uri="{FF2B5EF4-FFF2-40B4-BE49-F238E27FC236}">
                <a16:creationId xmlns:a16="http://schemas.microsoft.com/office/drawing/2014/main" id="{C777F313-830F-5BEC-DE60-C16D81E91A9C}"/>
              </a:ext>
            </a:extLst>
          </p:cNvPr>
          <p:cNvSpPr>
            <a:spLocks noGrp="1"/>
          </p:cNvSpPr>
          <p:nvPr>
            <p:ph type="body" sz="quarter" idx="39"/>
          </p:nvPr>
        </p:nvSpPr>
        <p:spPr>
          <a:xfrm>
            <a:off x="1044205" y="3575020"/>
            <a:ext cx="3246799"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20" name="Text Placeholder 2">
            <a:extLst>
              <a:ext uri="{FF2B5EF4-FFF2-40B4-BE49-F238E27FC236}">
                <a16:creationId xmlns:a16="http://schemas.microsoft.com/office/drawing/2014/main" id="{CF66B3A8-6444-3C14-C122-51C56FC3473B}"/>
              </a:ext>
            </a:extLst>
          </p:cNvPr>
          <p:cNvSpPr>
            <a:spLocks noGrp="1"/>
          </p:cNvSpPr>
          <p:nvPr>
            <p:ph type="body" sz="quarter" idx="40"/>
          </p:nvPr>
        </p:nvSpPr>
        <p:spPr>
          <a:xfrm>
            <a:off x="1044205" y="4893091"/>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cxnSp>
        <p:nvCxnSpPr>
          <p:cNvPr id="22" name="Straight Connector 21">
            <a:extLst>
              <a:ext uri="{FF2B5EF4-FFF2-40B4-BE49-F238E27FC236}">
                <a16:creationId xmlns:a16="http://schemas.microsoft.com/office/drawing/2014/main" id="{314E1C11-5108-AF9C-B02E-1FA47AAB9704}"/>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A0C3B126-881C-AA7F-C222-C7D32DD8146C}"/>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3A3EA1C9-090A-387F-21FC-D7097948A9AE}"/>
              </a:ext>
            </a:extLst>
          </p:cNvPr>
          <p:cNvSpPr>
            <a:spLocks noGrp="1"/>
          </p:cNvSpPr>
          <p:nvPr>
            <p:ph type="body" sz="quarter" idx="10" hasCustomPrompt="1"/>
          </p:nvPr>
        </p:nvSpPr>
        <p:spPr>
          <a:xfrm>
            <a:off x="1044205" y="805328"/>
            <a:ext cx="6604627"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
        <p:nvSpPr>
          <p:cNvPr id="9" name="Arc 8">
            <a:extLst>
              <a:ext uri="{FF2B5EF4-FFF2-40B4-BE49-F238E27FC236}">
                <a16:creationId xmlns:a16="http://schemas.microsoft.com/office/drawing/2014/main" id="{838FBF32-1B58-1BF9-39FE-CEBE9D70C20D}"/>
              </a:ext>
            </a:extLst>
          </p:cNvPr>
          <p:cNvSpPr/>
          <p:nvPr userDrawn="1"/>
        </p:nvSpPr>
        <p:spPr bwMode="auto">
          <a:xfrm rot="10800000">
            <a:off x="9017434" y="73152"/>
            <a:ext cx="6324748" cy="6324748"/>
          </a:xfrm>
          <a:prstGeom prst="arc">
            <a:avLst>
              <a:gd name="adj1" fmla="val 16200000"/>
              <a:gd name="adj2" fmla="val 5394231"/>
            </a:avLst>
          </a:prstGeom>
          <a:noFill/>
          <a:ln w="22225" cap="rnd">
            <a:gradFill flip="none" rotWithShape="1">
              <a:gsLst>
                <a:gs pos="99000">
                  <a:schemeClr val="accent4"/>
                </a:gs>
                <a:gs pos="0">
                  <a:schemeClr val="accent2"/>
                </a:gs>
              </a:gsLst>
              <a:lin ang="16200000" scaled="1"/>
              <a:tileRect/>
            </a:gradFill>
            <a:prstDash val="sysDot"/>
            <a:miter/>
          </a:ln>
          <a:effectLst/>
        </p:spPr>
        <p:txBody>
          <a:bodyPr wrap="square" rtlCol="0" anchor="ctr">
            <a:noAutofit/>
          </a:bodyPr>
          <a:lstStyle/>
          <a:p>
            <a:pPr lvl="0"/>
            <a:endParaRPr lang="en-US" b="0" i="0">
              <a:latin typeface="Barlow Light" pitchFamily="2" charset="77"/>
            </a:endParaRPr>
          </a:p>
        </p:txBody>
      </p:sp>
      <p:pic>
        <p:nvPicPr>
          <p:cNvPr id="6" name="Picture 5" descr="A blue and grey text on a black background&#10;&#10;AI-generated content may be incorrect.">
            <a:extLst>
              <a:ext uri="{FF2B5EF4-FFF2-40B4-BE49-F238E27FC236}">
                <a16:creationId xmlns:a16="http://schemas.microsoft.com/office/drawing/2014/main" id="{6F2E8692-B551-CB7B-DBBC-7C1EFAA67A5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081023694"/>
      </p:ext>
    </p:extLst>
  </p:cSld>
  <p:clrMapOvr>
    <a:masterClrMapping/>
  </p:clrMapOvr>
  <p:transition spd="med"/>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One photo in checkerboard + content">
    <p:spTree>
      <p:nvGrpSpPr>
        <p:cNvPr id="1" name=""/>
        <p:cNvGrpSpPr/>
        <p:nvPr/>
      </p:nvGrpSpPr>
      <p:grpSpPr>
        <a:xfrm>
          <a:off x="0" y="0"/>
          <a:ext cx="0" cy="0"/>
          <a:chOff x="0" y="0"/>
          <a:chExt cx="0" cy="0"/>
        </a:xfrm>
      </p:grpSpPr>
      <p:pic>
        <p:nvPicPr>
          <p:cNvPr id="3" name="Picture 2" descr="A blue and grey text on a black background&#10;&#10;AI-generated content may be incorrect.">
            <a:extLst>
              <a:ext uri="{FF2B5EF4-FFF2-40B4-BE49-F238E27FC236}">
                <a16:creationId xmlns:a16="http://schemas.microsoft.com/office/drawing/2014/main" id="{FC6776D0-9F36-599E-799F-670753351AAE}"/>
              </a:ext>
            </a:extLst>
          </p:cNvPr>
          <p:cNvPicPr>
            <a:picLocks noChangeAspect="1"/>
          </p:cNvPicPr>
          <p:nvPr userDrawn="1"/>
        </p:nvPicPr>
        <p:blipFill>
          <a:blip r:embed="rId2"/>
          <a:srcRect l="5454" t="16383" r="73842" b="32609"/>
          <a:stretch/>
        </p:blipFill>
        <p:spPr>
          <a:xfrm>
            <a:off x="5329250" y="1074119"/>
            <a:ext cx="460930" cy="434058"/>
          </a:xfrm>
          <a:prstGeom prst="rect">
            <a:avLst/>
          </a:prstGeom>
        </p:spPr>
      </p:pic>
      <p:sp>
        <p:nvSpPr>
          <p:cNvPr id="13" name="Text Placeholder 2">
            <a:extLst>
              <a:ext uri="{FF2B5EF4-FFF2-40B4-BE49-F238E27FC236}">
                <a16:creationId xmlns:a16="http://schemas.microsoft.com/office/drawing/2014/main" id="{66E92664-DC0A-954D-B29D-2B9A53EDFCE9}"/>
              </a:ext>
            </a:extLst>
          </p:cNvPr>
          <p:cNvSpPr>
            <a:spLocks noGrp="1"/>
          </p:cNvSpPr>
          <p:nvPr>
            <p:ph type="body" sz="quarter" idx="16"/>
          </p:nvPr>
        </p:nvSpPr>
        <p:spPr>
          <a:xfrm>
            <a:off x="6095998" y="2544805"/>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8" name="Picture Placeholder 7">
            <a:extLst>
              <a:ext uri="{FF2B5EF4-FFF2-40B4-BE49-F238E27FC236}">
                <a16:creationId xmlns:a16="http://schemas.microsoft.com/office/drawing/2014/main" id="{68C0C2E7-7906-BE14-35D8-5B857B318913}"/>
              </a:ext>
            </a:extLst>
          </p:cNvPr>
          <p:cNvSpPr>
            <a:spLocks noGrp="1"/>
          </p:cNvSpPr>
          <p:nvPr>
            <p:ph type="pic" sz="quarter" idx="38"/>
          </p:nvPr>
        </p:nvSpPr>
        <p:spPr>
          <a:xfrm>
            <a:off x="1" y="0"/>
            <a:ext cx="4885385" cy="6858000"/>
          </a:xfrm>
          <a:custGeom>
            <a:avLst/>
            <a:gdLst>
              <a:gd name="connsiteX0" fmla="*/ 2491952 w 4885385"/>
              <a:gd name="connsiteY0" fmla="*/ 6061956 h 6858000"/>
              <a:gd name="connsiteX1" fmla="*/ 3637447 w 4885385"/>
              <a:gd name="connsiteY1" fmla="*/ 6061956 h 6858000"/>
              <a:gd name="connsiteX2" fmla="*/ 3637447 w 4885385"/>
              <a:gd name="connsiteY2" fmla="*/ 6858000 h 6858000"/>
              <a:gd name="connsiteX3" fmla="*/ 2491952 w 4885385"/>
              <a:gd name="connsiteY3" fmla="*/ 6858000 h 6858000"/>
              <a:gd name="connsiteX4" fmla="*/ 1244016 w 4885385"/>
              <a:gd name="connsiteY4" fmla="*/ 6061956 h 6858000"/>
              <a:gd name="connsiteX5" fmla="*/ 2389510 w 4885385"/>
              <a:gd name="connsiteY5" fmla="*/ 6061956 h 6858000"/>
              <a:gd name="connsiteX6" fmla="*/ 2389510 w 4885385"/>
              <a:gd name="connsiteY6" fmla="*/ 6858000 h 6858000"/>
              <a:gd name="connsiteX7" fmla="*/ 1244016 w 4885385"/>
              <a:gd name="connsiteY7" fmla="*/ 6858000 h 6858000"/>
              <a:gd name="connsiteX8" fmla="*/ 3739890 w 4885385"/>
              <a:gd name="connsiteY8" fmla="*/ 4795393 h 6858000"/>
              <a:gd name="connsiteX9" fmla="*/ 4885384 w 4885385"/>
              <a:gd name="connsiteY9" fmla="*/ 4795393 h 6858000"/>
              <a:gd name="connsiteX10" fmla="*/ 4885384 w 4885385"/>
              <a:gd name="connsiteY10" fmla="*/ 5940888 h 6858000"/>
              <a:gd name="connsiteX11" fmla="*/ 3739890 w 4885385"/>
              <a:gd name="connsiteY11" fmla="*/ 5940888 h 6858000"/>
              <a:gd name="connsiteX12" fmla="*/ 2491952 w 4885385"/>
              <a:gd name="connsiteY12" fmla="*/ 4795393 h 6858000"/>
              <a:gd name="connsiteX13" fmla="*/ 3637447 w 4885385"/>
              <a:gd name="connsiteY13" fmla="*/ 4795393 h 6858000"/>
              <a:gd name="connsiteX14" fmla="*/ 3637447 w 4885385"/>
              <a:gd name="connsiteY14" fmla="*/ 5940888 h 6858000"/>
              <a:gd name="connsiteX15" fmla="*/ 2491952 w 4885385"/>
              <a:gd name="connsiteY15" fmla="*/ 5940888 h 6858000"/>
              <a:gd name="connsiteX16" fmla="*/ 1244016 w 4885385"/>
              <a:gd name="connsiteY16" fmla="*/ 4795393 h 6858000"/>
              <a:gd name="connsiteX17" fmla="*/ 2389510 w 4885385"/>
              <a:gd name="connsiteY17" fmla="*/ 4795393 h 6858000"/>
              <a:gd name="connsiteX18" fmla="*/ 2389510 w 4885385"/>
              <a:gd name="connsiteY18" fmla="*/ 5940888 h 6858000"/>
              <a:gd name="connsiteX19" fmla="*/ 1244016 w 4885385"/>
              <a:gd name="connsiteY19" fmla="*/ 5940888 h 6858000"/>
              <a:gd name="connsiteX20" fmla="*/ 2491953 w 4885385"/>
              <a:gd name="connsiteY20" fmla="*/ 3528831 h 6858000"/>
              <a:gd name="connsiteX21" fmla="*/ 3637448 w 4885385"/>
              <a:gd name="connsiteY21" fmla="*/ 3528831 h 6858000"/>
              <a:gd name="connsiteX22" fmla="*/ 3637448 w 4885385"/>
              <a:gd name="connsiteY22" fmla="*/ 4674325 h 6858000"/>
              <a:gd name="connsiteX23" fmla="*/ 2491953 w 4885385"/>
              <a:gd name="connsiteY23" fmla="*/ 4674325 h 6858000"/>
              <a:gd name="connsiteX24" fmla="*/ 1244016 w 4885385"/>
              <a:gd name="connsiteY24" fmla="*/ 3528831 h 6858000"/>
              <a:gd name="connsiteX25" fmla="*/ 2389510 w 4885385"/>
              <a:gd name="connsiteY25" fmla="*/ 3528831 h 6858000"/>
              <a:gd name="connsiteX26" fmla="*/ 2389510 w 4885385"/>
              <a:gd name="connsiteY26" fmla="*/ 4674325 h 6858000"/>
              <a:gd name="connsiteX27" fmla="*/ 1244016 w 4885385"/>
              <a:gd name="connsiteY27" fmla="*/ 4674325 h 6858000"/>
              <a:gd name="connsiteX28" fmla="*/ 0 w 4885385"/>
              <a:gd name="connsiteY28" fmla="*/ 3528831 h 6858000"/>
              <a:gd name="connsiteX29" fmla="*/ 1141574 w 4885385"/>
              <a:gd name="connsiteY29" fmla="*/ 3528831 h 6858000"/>
              <a:gd name="connsiteX30" fmla="*/ 1141574 w 4885385"/>
              <a:gd name="connsiteY30" fmla="*/ 4674325 h 6858000"/>
              <a:gd name="connsiteX31" fmla="*/ 0 w 4885385"/>
              <a:gd name="connsiteY31" fmla="*/ 4674325 h 6858000"/>
              <a:gd name="connsiteX32" fmla="*/ 3739891 w 4885385"/>
              <a:gd name="connsiteY32" fmla="*/ 2293313 h 6858000"/>
              <a:gd name="connsiteX33" fmla="*/ 4885385 w 4885385"/>
              <a:gd name="connsiteY33" fmla="*/ 2293313 h 6858000"/>
              <a:gd name="connsiteX34" fmla="*/ 4885385 w 4885385"/>
              <a:gd name="connsiteY34" fmla="*/ 3438805 h 6858000"/>
              <a:gd name="connsiteX35" fmla="*/ 3739891 w 4885385"/>
              <a:gd name="connsiteY35" fmla="*/ 3438805 h 6858000"/>
              <a:gd name="connsiteX36" fmla="*/ 2491953 w 4885385"/>
              <a:gd name="connsiteY36" fmla="*/ 2293313 h 6858000"/>
              <a:gd name="connsiteX37" fmla="*/ 3637448 w 4885385"/>
              <a:gd name="connsiteY37" fmla="*/ 2293313 h 6858000"/>
              <a:gd name="connsiteX38" fmla="*/ 3637448 w 4885385"/>
              <a:gd name="connsiteY38" fmla="*/ 3438805 h 6858000"/>
              <a:gd name="connsiteX39" fmla="*/ 2491953 w 4885385"/>
              <a:gd name="connsiteY39" fmla="*/ 3438805 h 6858000"/>
              <a:gd name="connsiteX40" fmla="*/ 1244017 w 4885385"/>
              <a:gd name="connsiteY40" fmla="*/ 2293313 h 6858000"/>
              <a:gd name="connsiteX41" fmla="*/ 2389511 w 4885385"/>
              <a:gd name="connsiteY41" fmla="*/ 2293313 h 6858000"/>
              <a:gd name="connsiteX42" fmla="*/ 2389511 w 4885385"/>
              <a:gd name="connsiteY42" fmla="*/ 3438805 h 6858000"/>
              <a:gd name="connsiteX43" fmla="*/ 1244017 w 4885385"/>
              <a:gd name="connsiteY43" fmla="*/ 3438805 h 6858000"/>
              <a:gd name="connsiteX44" fmla="*/ 0 w 4885385"/>
              <a:gd name="connsiteY44" fmla="*/ 2293313 h 6858000"/>
              <a:gd name="connsiteX45" fmla="*/ 1141574 w 4885385"/>
              <a:gd name="connsiteY45" fmla="*/ 2293313 h 6858000"/>
              <a:gd name="connsiteX46" fmla="*/ 1141574 w 4885385"/>
              <a:gd name="connsiteY46" fmla="*/ 3438805 h 6858000"/>
              <a:gd name="connsiteX47" fmla="*/ 0 w 4885385"/>
              <a:gd name="connsiteY47" fmla="*/ 3438805 h 6858000"/>
              <a:gd name="connsiteX48" fmla="*/ 3739891 w 4885385"/>
              <a:gd name="connsiteY48" fmla="*/ 1057793 h 6858000"/>
              <a:gd name="connsiteX49" fmla="*/ 4885385 w 4885385"/>
              <a:gd name="connsiteY49" fmla="*/ 1057793 h 6858000"/>
              <a:gd name="connsiteX50" fmla="*/ 4885385 w 4885385"/>
              <a:gd name="connsiteY50" fmla="*/ 2203288 h 6858000"/>
              <a:gd name="connsiteX51" fmla="*/ 3739891 w 4885385"/>
              <a:gd name="connsiteY51" fmla="*/ 2203288 h 6858000"/>
              <a:gd name="connsiteX52" fmla="*/ 2491953 w 4885385"/>
              <a:gd name="connsiteY52" fmla="*/ 1057793 h 6858000"/>
              <a:gd name="connsiteX53" fmla="*/ 3637448 w 4885385"/>
              <a:gd name="connsiteY53" fmla="*/ 1057793 h 6858000"/>
              <a:gd name="connsiteX54" fmla="*/ 3637448 w 4885385"/>
              <a:gd name="connsiteY54" fmla="*/ 2203288 h 6858000"/>
              <a:gd name="connsiteX55" fmla="*/ 2491953 w 4885385"/>
              <a:gd name="connsiteY55" fmla="*/ 2203288 h 6858000"/>
              <a:gd name="connsiteX56" fmla="*/ 1244018 w 4885385"/>
              <a:gd name="connsiteY56" fmla="*/ 1057793 h 6858000"/>
              <a:gd name="connsiteX57" fmla="*/ 2389511 w 4885385"/>
              <a:gd name="connsiteY57" fmla="*/ 1057793 h 6858000"/>
              <a:gd name="connsiteX58" fmla="*/ 2389511 w 4885385"/>
              <a:gd name="connsiteY58" fmla="*/ 2203288 h 6858000"/>
              <a:gd name="connsiteX59" fmla="*/ 1244018 w 4885385"/>
              <a:gd name="connsiteY59" fmla="*/ 2203288 h 6858000"/>
              <a:gd name="connsiteX60" fmla="*/ 0 w 4885385"/>
              <a:gd name="connsiteY60" fmla="*/ 1057793 h 6858000"/>
              <a:gd name="connsiteX61" fmla="*/ 1141574 w 4885385"/>
              <a:gd name="connsiteY61" fmla="*/ 1057793 h 6858000"/>
              <a:gd name="connsiteX62" fmla="*/ 1141574 w 4885385"/>
              <a:gd name="connsiteY62" fmla="*/ 2203288 h 6858000"/>
              <a:gd name="connsiteX63" fmla="*/ 0 w 4885385"/>
              <a:gd name="connsiteY63" fmla="*/ 2203288 h 6858000"/>
              <a:gd name="connsiteX64" fmla="*/ 2491953 w 4885385"/>
              <a:gd name="connsiteY64" fmla="*/ 0 h 6858000"/>
              <a:gd name="connsiteX65" fmla="*/ 3637448 w 4885385"/>
              <a:gd name="connsiteY65" fmla="*/ 0 h 6858000"/>
              <a:gd name="connsiteX66" fmla="*/ 3637448 w 4885385"/>
              <a:gd name="connsiteY66" fmla="*/ 967768 h 6858000"/>
              <a:gd name="connsiteX67" fmla="*/ 2491953 w 4885385"/>
              <a:gd name="connsiteY67" fmla="*/ 967768 h 6858000"/>
              <a:gd name="connsiteX68" fmla="*/ 1244018 w 4885385"/>
              <a:gd name="connsiteY68" fmla="*/ 0 h 6858000"/>
              <a:gd name="connsiteX69" fmla="*/ 2389511 w 4885385"/>
              <a:gd name="connsiteY69" fmla="*/ 0 h 6858000"/>
              <a:gd name="connsiteX70" fmla="*/ 2389511 w 4885385"/>
              <a:gd name="connsiteY70" fmla="*/ 967769 h 6858000"/>
              <a:gd name="connsiteX71" fmla="*/ 1244018 w 4885385"/>
              <a:gd name="connsiteY71" fmla="*/ 96776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885385" h="6858000">
                <a:moveTo>
                  <a:pt x="2491952" y="6061956"/>
                </a:moveTo>
                <a:lnTo>
                  <a:pt x="3637447" y="6061956"/>
                </a:lnTo>
                <a:lnTo>
                  <a:pt x="3637447" y="6858000"/>
                </a:lnTo>
                <a:lnTo>
                  <a:pt x="2491952" y="6858000"/>
                </a:lnTo>
                <a:close/>
                <a:moveTo>
                  <a:pt x="1244016" y="6061956"/>
                </a:moveTo>
                <a:lnTo>
                  <a:pt x="2389510" y="6061956"/>
                </a:lnTo>
                <a:lnTo>
                  <a:pt x="2389510" y="6858000"/>
                </a:lnTo>
                <a:lnTo>
                  <a:pt x="1244016" y="6858000"/>
                </a:lnTo>
                <a:close/>
                <a:moveTo>
                  <a:pt x="3739890" y="4795393"/>
                </a:moveTo>
                <a:lnTo>
                  <a:pt x="4885384" y="4795393"/>
                </a:lnTo>
                <a:lnTo>
                  <a:pt x="4885384" y="5940888"/>
                </a:lnTo>
                <a:lnTo>
                  <a:pt x="3739890" y="5940888"/>
                </a:lnTo>
                <a:close/>
                <a:moveTo>
                  <a:pt x="2491952" y="4795393"/>
                </a:moveTo>
                <a:lnTo>
                  <a:pt x="3637447" y="4795393"/>
                </a:lnTo>
                <a:lnTo>
                  <a:pt x="3637447" y="5940888"/>
                </a:lnTo>
                <a:lnTo>
                  <a:pt x="2491952" y="5940888"/>
                </a:lnTo>
                <a:close/>
                <a:moveTo>
                  <a:pt x="1244016" y="4795393"/>
                </a:moveTo>
                <a:lnTo>
                  <a:pt x="2389510" y="4795393"/>
                </a:lnTo>
                <a:lnTo>
                  <a:pt x="2389510" y="5940888"/>
                </a:lnTo>
                <a:lnTo>
                  <a:pt x="1244016" y="5940888"/>
                </a:lnTo>
                <a:close/>
                <a:moveTo>
                  <a:pt x="2491953" y="3528831"/>
                </a:moveTo>
                <a:lnTo>
                  <a:pt x="3637448" y="3528831"/>
                </a:lnTo>
                <a:lnTo>
                  <a:pt x="3637448" y="4674325"/>
                </a:lnTo>
                <a:lnTo>
                  <a:pt x="2491953" y="4674325"/>
                </a:lnTo>
                <a:close/>
                <a:moveTo>
                  <a:pt x="1244016" y="3528831"/>
                </a:moveTo>
                <a:lnTo>
                  <a:pt x="2389510" y="3528831"/>
                </a:lnTo>
                <a:lnTo>
                  <a:pt x="2389510" y="4674325"/>
                </a:lnTo>
                <a:lnTo>
                  <a:pt x="1244016" y="4674325"/>
                </a:lnTo>
                <a:close/>
                <a:moveTo>
                  <a:pt x="0" y="3528831"/>
                </a:moveTo>
                <a:lnTo>
                  <a:pt x="1141574" y="3528831"/>
                </a:lnTo>
                <a:lnTo>
                  <a:pt x="1141574" y="4674325"/>
                </a:lnTo>
                <a:lnTo>
                  <a:pt x="0" y="4674325"/>
                </a:lnTo>
                <a:close/>
                <a:moveTo>
                  <a:pt x="3739891" y="2293313"/>
                </a:moveTo>
                <a:lnTo>
                  <a:pt x="4885385" y="2293313"/>
                </a:lnTo>
                <a:lnTo>
                  <a:pt x="4885385" y="3438805"/>
                </a:lnTo>
                <a:lnTo>
                  <a:pt x="3739891" y="3438805"/>
                </a:lnTo>
                <a:close/>
                <a:moveTo>
                  <a:pt x="2491953" y="2293313"/>
                </a:moveTo>
                <a:lnTo>
                  <a:pt x="3637448" y="2293313"/>
                </a:lnTo>
                <a:lnTo>
                  <a:pt x="3637448" y="3438805"/>
                </a:lnTo>
                <a:lnTo>
                  <a:pt x="2491953" y="3438805"/>
                </a:lnTo>
                <a:close/>
                <a:moveTo>
                  <a:pt x="1244017" y="2293313"/>
                </a:moveTo>
                <a:lnTo>
                  <a:pt x="2389511" y="2293313"/>
                </a:lnTo>
                <a:lnTo>
                  <a:pt x="2389511" y="3438805"/>
                </a:lnTo>
                <a:lnTo>
                  <a:pt x="1244017" y="3438805"/>
                </a:lnTo>
                <a:close/>
                <a:moveTo>
                  <a:pt x="0" y="2293313"/>
                </a:moveTo>
                <a:lnTo>
                  <a:pt x="1141574" y="2293313"/>
                </a:lnTo>
                <a:lnTo>
                  <a:pt x="1141574" y="3438805"/>
                </a:lnTo>
                <a:lnTo>
                  <a:pt x="0" y="3438805"/>
                </a:lnTo>
                <a:close/>
                <a:moveTo>
                  <a:pt x="3739891" y="1057793"/>
                </a:moveTo>
                <a:lnTo>
                  <a:pt x="4885385" y="1057793"/>
                </a:lnTo>
                <a:lnTo>
                  <a:pt x="4885385" y="2203288"/>
                </a:lnTo>
                <a:lnTo>
                  <a:pt x="3739891" y="2203288"/>
                </a:lnTo>
                <a:close/>
                <a:moveTo>
                  <a:pt x="2491953" y="1057793"/>
                </a:moveTo>
                <a:lnTo>
                  <a:pt x="3637448" y="1057793"/>
                </a:lnTo>
                <a:lnTo>
                  <a:pt x="3637448" y="2203288"/>
                </a:lnTo>
                <a:lnTo>
                  <a:pt x="2491953" y="2203288"/>
                </a:lnTo>
                <a:close/>
                <a:moveTo>
                  <a:pt x="1244018" y="1057793"/>
                </a:moveTo>
                <a:lnTo>
                  <a:pt x="2389511" y="1057793"/>
                </a:lnTo>
                <a:lnTo>
                  <a:pt x="2389511" y="2203288"/>
                </a:lnTo>
                <a:lnTo>
                  <a:pt x="1244018" y="2203288"/>
                </a:lnTo>
                <a:close/>
                <a:moveTo>
                  <a:pt x="0" y="1057793"/>
                </a:moveTo>
                <a:lnTo>
                  <a:pt x="1141574" y="1057793"/>
                </a:lnTo>
                <a:lnTo>
                  <a:pt x="1141574" y="2203288"/>
                </a:lnTo>
                <a:lnTo>
                  <a:pt x="0" y="2203288"/>
                </a:lnTo>
                <a:close/>
                <a:moveTo>
                  <a:pt x="2491953" y="0"/>
                </a:moveTo>
                <a:lnTo>
                  <a:pt x="3637448" y="0"/>
                </a:lnTo>
                <a:lnTo>
                  <a:pt x="3637448" y="967768"/>
                </a:lnTo>
                <a:lnTo>
                  <a:pt x="2491953" y="967768"/>
                </a:lnTo>
                <a:close/>
                <a:moveTo>
                  <a:pt x="1244018" y="0"/>
                </a:moveTo>
                <a:lnTo>
                  <a:pt x="2389511" y="0"/>
                </a:lnTo>
                <a:lnTo>
                  <a:pt x="2389511" y="967769"/>
                </a:lnTo>
                <a:lnTo>
                  <a:pt x="1244018" y="967769"/>
                </a:lnTo>
                <a:close/>
              </a:path>
            </a:pathLst>
          </a:custGeom>
          <a:gradFill>
            <a:gsLst>
              <a:gs pos="14000">
                <a:schemeClr val="accent4"/>
              </a:gs>
              <a:gs pos="84000">
                <a:schemeClr val="accent2"/>
              </a:gs>
            </a:gsLst>
            <a:lin ang="2700000" scaled="1"/>
          </a:gradFill>
        </p:spPr>
        <p:txBody>
          <a:bodyPr wrap="square" anchor="ctr">
            <a:noAutofit/>
          </a:bodyPr>
          <a:lstStyle>
            <a:lvl1pPr marL="0" indent="0" algn="ctr">
              <a:buNone/>
              <a:defRPr sz="2000" b="0" i="0">
                <a:latin typeface="Barlow Light" pitchFamily="2" charset="77"/>
              </a:defRPr>
            </a:lvl1pPr>
          </a:lstStyle>
          <a:p>
            <a:endParaRPr lang="en-US"/>
          </a:p>
        </p:txBody>
      </p:sp>
      <p:sp>
        <p:nvSpPr>
          <p:cNvPr id="62" name="Text Placeholder 2">
            <a:extLst>
              <a:ext uri="{FF2B5EF4-FFF2-40B4-BE49-F238E27FC236}">
                <a16:creationId xmlns:a16="http://schemas.microsoft.com/office/drawing/2014/main" id="{1439456D-CDE8-9765-F4F2-DD66AA9852AB}"/>
              </a:ext>
            </a:extLst>
          </p:cNvPr>
          <p:cNvSpPr>
            <a:spLocks noGrp="1"/>
          </p:cNvSpPr>
          <p:nvPr>
            <p:ph type="body" sz="quarter" idx="39"/>
          </p:nvPr>
        </p:nvSpPr>
        <p:spPr>
          <a:xfrm>
            <a:off x="6095998" y="3575020"/>
            <a:ext cx="5102713" cy="748923"/>
          </a:xfrm>
          <a:prstGeom prst="rect">
            <a:avLst/>
          </a:prstGeom>
        </p:spPr>
        <p:txBody>
          <a:bodyPr wrap="square" anchor="t">
            <a:spAutoFit/>
          </a:bodyPr>
          <a:lstStyle>
            <a:lvl1pPr marL="174625" indent="-174625">
              <a:buClr>
                <a:schemeClr val="bg2"/>
              </a:buClr>
              <a:buFont typeface="Arial" panose="020B0604020202020204" pitchFamily="34" charset="0"/>
              <a:buChar char="•"/>
              <a:tabLst/>
              <a:defRPr sz="20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6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p:txBody>
      </p:sp>
      <p:sp>
        <p:nvSpPr>
          <p:cNvPr id="63" name="Text Placeholder 2">
            <a:extLst>
              <a:ext uri="{FF2B5EF4-FFF2-40B4-BE49-F238E27FC236}">
                <a16:creationId xmlns:a16="http://schemas.microsoft.com/office/drawing/2014/main" id="{8B6FB0DF-DBF0-337D-EC6B-2DF240818378}"/>
              </a:ext>
            </a:extLst>
          </p:cNvPr>
          <p:cNvSpPr>
            <a:spLocks noGrp="1"/>
          </p:cNvSpPr>
          <p:nvPr>
            <p:ph type="body" sz="quarter" idx="40"/>
          </p:nvPr>
        </p:nvSpPr>
        <p:spPr>
          <a:xfrm>
            <a:off x="6095998" y="5054456"/>
            <a:ext cx="5101419" cy="1066959"/>
          </a:xfrm>
          <a:prstGeom prst="rect">
            <a:avLst/>
          </a:prstGeom>
        </p:spPr>
        <p:txBody>
          <a:bodyPr wrap="square" anchor="t">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b="0" i="0">
                <a:solidFill>
                  <a:schemeClr val="bg2"/>
                </a:solidFill>
                <a:latin typeface="Barlow Light" pitchFamily="2" charset="77"/>
              </a:defRPr>
            </a:lvl2pPr>
            <a:lvl3pPr marL="342900" indent="0">
              <a:buClr>
                <a:schemeClr val="bg2"/>
              </a:buClr>
              <a:buSzPct val="100000"/>
              <a:buFont typeface="Arial" panose="020B0604020202020204" pitchFamily="34" charset="0"/>
              <a:buNone/>
              <a:tabLst/>
              <a:defRPr sz="14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a:p>
            <a:pPr lvl="1"/>
            <a:r>
              <a:rPr lang="en-US"/>
              <a:t>Second level</a:t>
            </a:r>
          </a:p>
          <a:p>
            <a:pPr lvl="2"/>
            <a:r>
              <a:rPr lang="en-US"/>
              <a:t>Third level</a:t>
            </a:r>
          </a:p>
        </p:txBody>
      </p:sp>
      <p:cxnSp>
        <p:nvCxnSpPr>
          <p:cNvPr id="65" name="Straight Connector 64">
            <a:extLst>
              <a:ext uri="{FF2B5EF4-FFF2-40B4-BE49-F238E27FC236}">
                <a16:creationId xmlns:a16="http://schemas.microsoft.com/office/drawing/2014/main" id="{BC157EA4-27FF-9422-8DA1-840B38E23955}"/>
              </a:ext>
            </a:extLst>
          </p:cNvPr>
          <p:cNvCxnSpPr>
            <a:cxnSpLocks/>
          </p:cNvCxnSpPr>
          <p:nvPr userDrawn="1"/>
        </p:nvCxnSpPr>
        <p:spPr bwMode="auto">
          <a:xfrm flipV="1">
            <a:off x="5955661" y="1104855"/>
            <a:ext cx="0" cy="372586"/>
          </a:xfrm>
          <a:prstGeom prst="line">
            <a:avLst/>
          </a:prstGeom>
          <a:noFill/>
          <a:ln w="15875" cap="flat" cmpd="sng" algn="ctr">
            <a:solidFill>
              <a:schemeClr val="tx1"/>
            </a:solidFill>
            <a:prstDash val="solid"/>
            <a:round/>
            <a:headEnd type="none" w="med" len="med"/>
            <a:tailEnd type="none" w="med" len="med"/>
          </a:ln>
          <a:effectLst/>
        </p:spPr>
      </p:cxnSp>
      <p:sp>
        <p:nvSpPr>
          <p:cNvPr id="10" name="Title 1">
            <a:extLst>
              <a:ext uri="{FF2B5EF4-FFF2-40B4-BE49-F238E27FC236}">
                <a16:creationId xmlns:a16="http://schemas.microsoft.com/office/drawing/2014/main" id="{A2756B34-A893-E33B-C412-5C2FCF6F009E}"/>
              </a:ext>
            </a:extLst>
          </p:cNvPr>
          <p:cNvSpPr>
            <a:spLocks noGrp="1"/>
          </p:cNvSpPr>
          <p:nvPr>
            <p:ph type="title" hasCustomPrompt="1"/>
          </p:nvPr>
        </p:nvSpPr>
        <p:spPr>
          <a:xfrm>
            <a:off x="6085628" y="1048487"/>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11" name="Text Placeholder 6">
            <a:extLst>
              <a:ext uri="{FF2B5EF4-FFF2-40B4-BE49-F238E27FC236}">
                <a16:creationId xmlns:a16="http://schemas.microsoft.com/office/drawing/2014/main" id="{3DABE1A2-674E-7213-1A91-5E312927F830}"/>
              </a:ext>
            </a:extLst>
          </p:cNvPr>
          <p:cNvSpPr>
            <a:spLocks noGrp="1"/>
          </p:cNvSpPr>
          <p:nvPr>
            <p:ph type="body" sz="quarter" idx="10" hasCustomPrompt="1"/>
          </p:nvPr>
        </p:nvSpPr>
        <p:spPr>
          <a:xfrm>
            <a:off x="6085628" y="1502677"/>
            <a:ext cx="5101419" cy="605294"/>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spTree>
    <p:extLst>
      <p:ext uri="{BB962C8B-B14F-4D97-AF65-F5344CB8AC3E}">
        <p14:creationId xmlns:p14="http://schemas.microsoft.com/office/powerpoint/2010/main" val="4044906716"/>
      </p:ext>
    </p:extLst>
  </p:cSld>
  <p:clrMapOvr>
    <a:masterClrMapping/>
  </p:clrMapOvr>
  <p:transition spd="med"/>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Progress / Stages">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3E98F0A-A2F8-2AB6-89E0-EB7ECEE21DF8}"/>
              </a:ext>
            </a:extLst>
          </p:cNvPr>
          <p:cNvGrpSpPr/>
          <p:nvPr/>
        </p:nvGrpSpPr>
        <p:grpSpPr>
          <a:xfrm>
            <a:off x="380998" y="1905678"/>
            <a:ext cx="11430000" cy="3307257"/>
            <a:chOff x="380998" y="2125978"/>
            <a:chExt cx="11430000" cy="3307257"/>
          </a:xfrm>
        </p:grpSpPr>
        <p:sp>
          <p:nvSpPr>
            <p:cNvPr id="17" name="Arrow: U-Turn 44">
              <a:extLst>
                <a:ext uri="{FF2B5EF4-FFF2-40B4-BE49-F238E27FC236}">
                  <a16:creationId xmlns:a16="http://schemas.microsoft.com/office/drawing/2014/main" id="{E900CCAE-EF79-DC3C-EAC7-B6F8635C35D7}"/>
                </a:ext>
              </a:extLst>
            </p:cNvPr>
            <p:cNvSpPr/>
            <p:nvPr/>
          </p:nvSpPr>
          <p:spPr>
            <a:xfrm flipH="1" flipV="1">
              <a:off x="9524998" y="2125978"/>
              <a:ext cx="2286000" cy="3307255"/>
            </a:xfrm>
            <a:prstGeom prst="uturnArrow">
              <a:avLst>
                <a:gd name="adj1" fmla="val 0"/>
                <a:gd name="adj2" fmla="val 0"/>
                <a:gd name="adj3" fmla="val 0"/>
                <a:gd name="adj4" fmla="val 3400"/>
                <a:gd name="adj5" fmla="val 4438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8" name="Arrow: U-Turn 39">
              <a:extLst>
                <a:ext uri="{FF2B5EF4-FFF2-40B4-BE49-F238E27FC236}">
                  <a16:creationId xmlns:a16="http://schemas.microsoft.com/office/drawing/2014/main" id="{8CBF111B-D42A-07C9-E033-40DACD1936DD}"/>
                </a:ext>
              </a:extLst>
            </p:cNvPr>
            <p:cNvSpPr/>
            <p:nvPr/>
          </p:nvSpPr>
          <p:spPr>
            <a:xfrm flipV="1">
              <a:off x="380998" y="2125979"/>
              <a:ext cx="2286000" cy="3307256"/>
            </a:xfrm>
            <a:prstGeom prst="uturnArrow">
              <a:avLst>
                <a:gd name="adj1" fmla="val 0"/>
                <a:gd name="adj2" fmla="val 0"/>
                <a:gd name="adj3" fmla="val 0"/>
                <a:gd name="adj4" fmla="val 3400"/>
                <a:gd name="adj5" fmla="val 43952"/>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19" name="Arrow: U-Turn 40">
              <a:extLst>
                <a:ext uri="{FF2B5EF4-FFF2-40B4-BE49-F238E27FC236}">
                  <a16:creationId xmlns:a16="http://schemas.microsoft.com/office/drawing/2014/main" id="{8B89D581-4B69-D7AC-2682-78115521400C}"/>
                </a:ext>
              </a:extLst>
            </p:cNvPr>
            <p:cNvSpPr/>
            <p:nvPr/>
          </p:nvSpPr>
          <p:spPr>
            <a:xfrm rot="10800000" flipV="1">
              <a:off x="2666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0" name="Arrow: U-Turn 41">
              <a:extLst>
                <a:ext uri="{FF2B5EF4-FFF2-40B4-BE49-F238E27FC236}">
                  <a16:creationId xmlns:a16="http://schemas.microsoft.com/office/drawing/2014/main" id="{CD5941B2-9ACB-4DFE-2620-35C77BC2AC6C}"/>
                </a:ext>
              </a:extLst>
            </p:cNvPr>
            <p:cNvSpPr/>
            <p:nvPr/>
          </p:nvSpPr>
          <p:spPr>
            <a:xfrm flipV="1">
              <a:off x="4952998" y="3370147"/>
              <a:ext cx="2286000" cy="2063087"/>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sp>
          <p:nvSpPr>
            <p:cNvPr id="21" name="Arrow: U-Turn 43">
              <a:extLst>
                <a:ext uri="{FF2B5EF4-FFF2-40B4-BE49-F238E27FC236}">
                  <a16:creationId xmlns:a16="http://schemas.microsoft.com/office/drawing/2014/main" id="{262D8AA6-3A24-2C44-E99E-F8DFD26AB7BC}"/>
                </a:ext>
              </a:extLst>
            </p:cNvPr>
            <p:cNvSpPr/>
            <p:nvPr/>
          </p:nvSpPr>
          <p:spPr>
            <a:xfrm rot="10800000" flipV="1">
              <a:off x="7238998" y="2125979"/>
              <a:ext cx="2286000" cy="1868869"/>
            </a:xfrm>
            <a:prstGeom prst="uturnArrow">
              <a:avLst>
                <a:gd name="adj1" fmla="val 0"/>
                <a:gd name="adj2" fmla="val 0"/>
                <a:gd name="adj3" fmla="val 0"/>
                <a:gd name="adj4" fmla="val 3400"/>
                <a:gd name="adj5" fmla="val 100000"/>
              </a:avLst>
            </a:prstGeom>
            <a:solidFill>
              <a:schemeClr val="bg1"/>
            </a:solidFill>
            <a:ln w="19050" cap="flat">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grpSp>
      <p:sp>
        <p:nvSpPr>
          <p:cNvPr id="5" name="Arrow: Chevron 52">
            <a:extLst>
              <a:ext uri="{FF2B5EF4-FFF2-40B4-BE49-F238E27FC236}">
                <a16:creationId xmlns:a16="http://schemas.microsoft.com/office/drawing/2014/main" id="{C9525ADA-D27D-5AC0-6324-076010BC7405}"/>
              </a:ext>
            </a:extLst>
          </p:cNvPr>
          <p:cNvSpPr/>
          <p:nvPr/>
        </p:nvSpPr>
        <p:spPr>
          <a:xfrm rot="5400000">
            <a:off x="313104"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6" name="Arrow: Chevron 52">
            <a:extLst>
              <a:ext uri="{FF2B5EF4-FFF2-40B4-BE49-F238E27FC236}">
                <a16:creationId xmlns:a16="http://schemas.microsoft.com/office/drawing/2014/main" id="{994B419B-1FF6-44D7-63F3-0611B77129FB}"/>
              </a:ext>
            </a:extLst>
          </p:cNvPr>
          <p:cNvSpPr/>
          <p:nvPr/>
        </p:nvSpPr>
        <p:spPr>
          <a:xfrm rot="16200000" flipV="1">
            <a:off x="2598782"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1" name="Arrow: Chevron 52">
            <a:extLst>
              <a:ext uri="{FF2B5EF4-FFF2-40B4-BE49-F238E27FC236}">
                <a16:creationId xmlns:a16="http://schemas.microsoft.com/office/drawing/2014/main" id="{779133FC-881C-6A40-8667-394B111D017D}"/>
              </a:ext>
            </a:extLst>
          </p:cNvPr>
          <p:cNvSpPr/>
          <p:nvPr/>
        </p:nvSpPr>
        <p:spPr>
          <a:xfrm rot="5400000">
            <a:off x="4884460"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2" name="Arrow: Chevron 52">
            <a:extLst>
              <a:ext uri="{FF2B5EF4-FFF2-40B4-BE49-F238E27FC236}">
                <a16:creationId xmlns:a16="http://schemas.microsoft.com/office/drawing/2014/main" id="{814565C4-E7E7-F8BC-82E1-5FA4757F09A6}"/>
              </a:ext>
            </a:extLst>
          </p:cNvPr>
          <p:cNvSpPr/>
          <p:nvPr/>
        </p:nvSpPr>
        <p:spPr>
          <a:xfrm rot="16200000" flipV="1">
            <a:off x="7170138"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3" name="Arrow: Chevron 52">
            <a:extLst>
              <a:ext uri="{FF2B5EF4-FFF2-40B4-BE49-F238E27FC236}">
                <a16:creationId xmlns:a16="http://schemas.microsoft.com/office/drawing/2014/main" id="{1CB13E1F-175E-D939-4633-92B8A8C321FF}"/>
              </a:ext>
            </a:extLst>
          </p:cNvPr>
          <p:cNvSpPr/>
          <p:nvPr/>
        </p:nvSpPr>
        <p:spPr>
          <a:xfrm rot="5400000">
            <a:off x="9455816"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4" name="Arrow: Chevron 52">
            <a:extLst>
              <a:ext uri="{FF2B5EF4-FFF2-40B4-BE49-F238E27FC236}">
                <a16:creationId xmlns:a16="http://schemas.microsoft.com/office/drawing/2014/main" id="{3B845B16-4276-8499-4273-2619F5326673}"/>
              </a:ext>
            </a:extLst>
          </p:cNvPr>
          <p:cNvSpPr/>
          <p:nvPr/>
        </p:nvSpPr>
        <p:spPr>
          <a:xfrm rot="16200000" flipV="1">
            <a:off x="11741495" y="3414816"/>
            <a:ext cx="135784" cy="202382"/>
          </a:xfrm>
          <a:custGeom>
            <a:avLst/>
            <a:gdLst>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0 w 135784"/>
              <a:gd name="connsiteY6" fmla="*/ 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6" fmla="*/ 91440 w 135784"/>
              <a:gd name="connsiteY6" fmla="*/ 91440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0 w 135784"/>
              <a:gd name="connsiteY4" fmla="*/ 202382 h 202382"/>
              <a:gd name="connsiteX5" fmla="*/ 135784 w 135784"/>
              <a:gd name="connsiteY5" fmla="*/ 101191 h 202382"/>
              <a:gd name="connsiteX0" fmla="*/ 0 w 135784"/>
              <a:gd name="connsiteY0" fmla="*/ 0 h 202382"/>
              <a:gd name="connsiteX1" fmla="*/ 0 w 135784"/>
              <a:gd name="connsiteY1" fmla="*/ 0 h 202382"/>
              <a:gd name="connsiteX2" fmla="*/ 135784 w 135784"/>
              <a:gd name="connsiteY2" fmla="*/ 101191 h 202382"/>
              <a:gd name="connsiteX3" fmla="*/ 0 w 135784"/>
              <a:gd name="connsiteY3" fmla="*/ 202382 h 202382"/>
              <a:gd name="connsiteX4" fmla="*/ 135784 w 135784"/>
              <a:gd name="connsiteY4" fmla="*/ 101191 h 202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84" h="202382">
                <a:moveTo>
                  <a:pt x="0" y="0"/>
                </a:moveTo>
                <a:lnTo>
                  <a:pt x="0" y="0"/>
                </a:lnTo>
                <a:lnTo>
                  <a:pt x="135784" y="101191"/>
                </a:lnTo>
                <a:lnTo>
                  <a:pt x="0" y="202382"/>
                </a:lnTo>
                <a:lnTo>
                  <a:pt x="135784" y="101191"/>
                </a:lnTo>
              </a:path>
            </a:pathLst>
          </a:custGeom>
          <a:noFill/>
          <a:ln w="3175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15" name="Oval 14">
            <a:extLst>
              <a:ext uri="{FF2B5EF4-FFF2-40B4-BE49-F238E27FC236}">
                <a16:creationId xmlns:a16="http://schemas.microsoft.com/office/drawing/2014/main" id="{27ECE465-D284-C70D-E37F-A11E6C1EA72B}"/>
              </a:ext>
            </a:extLst>
          </p:cNvPr>
          <p:cNvSpPr/>
          <p:nvPr/>
        </p:nvSpPr>
        <p:spPr>
          <a:xfrm>
            <a:off x="336254" y="1819080"/>
            <a:ext cx="89486" cy="86598"/>
          </a:xfrm>
          <a:prstGeom prst="ellipse">
            <a:avLst/>
          </a:prstGeom>
          <a:solidFill>
            <a:schemeClr val="bg1"/>
          </a:solidFill>
          <a:ln w="31750" cap="flat">
            <a:gradFill>
              <a:gsLst>
                <a:gs pos="14000">
                  <a:schemeClr val="accent4"/>
                </a:gs>
                <a:gs pos="84000">
                  <a:schemeClr val="accent2"/>
                </a:gs>
              </a:gsLst>
              <a:lin ang="5400000" scaled="1"/>
            </a:gradFill>
            <a:prstDash val="solid"/>
            <a:miter/>
          </a:ln>
          <a:effectLst/>
        </p:spPr>
        <p:txBody>
          <a:bodyPr rtlCol="0" anchor="ctr"/>
          <a:lstStyle/>
          <a:p>
            <a:endParaRPr lang="en-US" b="0" i="0">
              <a:latin typeface="Barlow Light" pitchFamily="2" charset="77"/>
            </a:endParaRPr>
          </a:p>
        </p:txBody>
      </p:sp>
      <p:sp>
        <p:nvSpPr>
          <p:cNvPr id="16" name="Oval 15">
            <a:extLst>
              <a:ext uri="{FF2B5EF4-FFF2-40B4-BE49-F238E27FC236}">
                <a16:creationId xmlns:a16="http://schemas.microsoft.com/office/drawing/2014/main" id="{70E1C1A1-74B0-52AE-4A7B-D55F16B803CB}"/>
              </a:ext>
            </a:extLst>
          </p:cNvPr>
          <p:cNvSpPr/>
          <p:nvPr/>
        </p:nvSpPr>
        <p:spPr>
          <a:xfrm>
            <a:off x="11766693" y="1819080"/>
            <a:ext cx="89486" cy="86598"/>
          </a:xfrm>
          <a:prstGeom prst="ellipse">
            <a:avLst/>
          </a:prstGeom>
          <a:solidFill>
            <a:schemeClr val="bg1"/>
          </a:solidFill>
          <a:ln w="31750" cap="flat">
            <a:gradFill>
              <a:gsLst>
                <a:gs pos="14000">
                  <a:schemeClr val="accent4"/>
                </a:gs>
                <a:gs pos="84000">
                  <a:schemeClr val="accent2"/>
                </a:gs>
              </a:gsLst>
              <a:lin ang="5400000" scaled="1"/>
            </a:gradFill>
            <a:prstDash val="solid"/>
            <a:miter/>
          </a:ln>
          <a:effectLst/>
        </p:spPr>
        <p:txBody>
          <a:bodyPr rtlCol="0" anchor="ctr"/>
          <a:lstStyle/>
          <a:p>
            <a:endParaRPr lang="en-US" b="0" i="0">
              <a:latin typeface="Barlow Light" pitchFamily="2" charset="77"/>
            </a:endParaRPr>
          </a:p>
        </p:txBody>
      </p:sp>
      <p:sp>
        <p:nvSpPr>
          <p:cNvPr id="28" name="Oval 27">
            <a:extLst>
              <a:ext uri="{FF2B5EF4-FFF2-40B4-BE49-F238E27FC236}">
                <a16:creationId xmlns:a16="http://schemas.microsoft.com/office/drawing/2014/main" id="{D44EF1D8-E925-529C-DC28-82746647C592}"/>
              </a:ext>
            </a:extLst>
          </p:cNvPr>
          <p:cNvSpPr/>
          <p:nvPr userDrawn="1"/>
        </p:nvSpPr>
        <p:spPr>
          <a:xfrm>
            <a:off x="666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29" name="Oval 28">
            <a:extLst>
              <a:ext uri="{FF2B5EF4-FFF2-40B4-BE49-F238E27FC236}">
                <a16:creationId xmlns:a16="http://schemas.microsoft.com/office/drawing/2014/main" id="{1F02BF05-EA80-7759-0FC1-D981F6D9F6A0}"/>
              </a:ext>
            </a:extLst>
          </p:cNvPr>
          <p:cNvSpPr/>
          <p:nvPr userDrawn="1"/>
        </p:nvSpPr>
        <p:spPr>
          <a:xfrm>
            <a:off x="5238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0" name="Oval 29">
            <a:extLst>
              <a:ext uri="{FF2B5EF4-FFF2-40B4-BE49-F238E27FC236}">
                <a16:creationId xmlns:a16="http://schemas.microsoft.com/office/drawing/2014/main" id="{294E1E0F-02A5-514D-7353-8F666693A6A9}"/>
              </a:ext>
            </a:extLst>
          </p:cNvPr>
          <p:cNvSpPr/>
          <p:nvPr userDrawn="1"/>
        </p:nvSpPr>
        <p:spPr>
          <a:xfrm>
            <a:off x="7524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1" name="Oval 30">
            <a:extLst>
              <a:ext uri="{FF2B5EF4-FFF2-40B4-BE49-F238E27FC236}">
                <a16:creationId xmlns:a16="http://schemas.microsoft.com/office/drawing/2014/main" id="{4D6D9E31-B8AE-6A12-647B-7AF0ADA70BEE}"/>
              </a:ext>
            </a:extLst>
          </p:cNvPr>
          <p:cNvSpPr/>
          <p:nvPr userDrawn="1"/>
        </p:nvSpPr>
        <p:spPr>
          <a:xfrm>
            <a:off x="9810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2" name="Oval 31">
            <a:extLst>
              <a:ext uri="{FF2B5EF4-FFF2-40B4-BE49-F238E27FC236}">
                <a16:creationId xmlns:a16="http://schemas.microsoft.com/office/drawing/2014/main" id="{DBC34FE8-8123-7E08-7CB0-722118D4CAAF}"/>
              </a:ext>
            </a:extLst>
          </p:cNvPr>
          <p:cNvSpPr/>
          <p:nvPr userDrawn="1"/>
        </p:nvSpPr>
        <p:spPr>
          <a:xfrm>
            <a:off x="2952196" y="2141894"/>
            <a:ext cx="605364" cy="603504"/>
          </a:xfrm>
          <a:prstGeom prst="ellipse">
            <a:avLst/>
          </a:prstGeom>
          <a:solidFill>
            <a:schemeClr val="bg1"/>
          </a:solidFill>
          <a:ln w="25400" cap="flat">
            <a:gradFill>
              <a:gsLst>
                <a:gs pos="14000">
                  <a:schemeClr val="accent4"/>
                </a:gs>
                <a:gs pos="84000">
                  <a:schemeClr val="accent2"/>
                </a:gs>
              </a:gsLst>
              <a:lin ang="5400000" scaled="1"/>
            </a:gradFill>
            <a:prstDash val="solid"/>
            <a:miter/>
          </a:ln>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userDrawn="1">
            <p:ph type="body" sz="quarter" idx="16"/>
          </p:nvPr>
        </p:nvSpPr>
        <p:spPr>
          <a:xfrm>
            <a:off x="5354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38" name="Text Placeholder 2">
            <a:extLst>
              <a:ext uri="{FF2B5EF4-FFF2-40B4-BE49-F238E27FC236}">
                <a16:creationId xmlns:a16="http://schemas.microsoft.com/office/drawing/2014/main" id="{496DBD48-BE51-60C5-51C8-F8877BD35FAC}"/>
              </a:ext>
            </a:extLst>
          </p:cNvPr>
          <p:cNvSpPr>
            <a:spLocks noGrp="1"/>
          </p:cNvSpPr>
          <p:nvPr userDrawn="1">
            <p:ph type="body" sz="quarter" idx="17"/>
          </p:nvPr>
        </p:nvSpPr>
        <p:spPr>
          <a:xfrm>
            <a:off x="28722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9" name="Text Placeholder 2">
            <a:extLst>
              <a:ext uri="{FF2B5EF4-FFF2-40B4-BE49-F238E27FC236}">
                <a16:creationId xmlns:a16="http://schemas.microsoft.com/office/drawing/2014/main" id="{62C25FBD-E276-7564-E23B-BF807A2DF78A}"/>
              </a:ext>
            </a:extLst>
          </p:cNvPr>
          <p:cNvSpPr>
            <a:spLocks noGrp="1"/>
          </p:cNvSpPr>
          <p:nvPr userDrawn="1">
            <p:ph type="body" sz="quarter" idx="18"/>
          </p:nvPr>
        </p:nvSpPr>
        <p:spPr>
          <a:xfrm>
            <a:off x="51455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0" name="Text Placeholder 2">
            <a:extLst>
              <a:ext uri="{FF2B5EF4-FFF2-40B4-BE49-F238E27FC236}">
                <a16:creationId xmlns:a16="http://schemas.microsoft.com/office/drawing/2014/main" id="{A98C724F-0723-4851-B067-BADC40143E78}"/>
              </a:ext>
            </a:extLst>
          </p:cNvPr>
          <p:cNvSpPr>
            <a:spLocks noGrp="1"/>
          </p:cNvSpPr>
          <p:nvPr userDrawn="1">
            <p:ph type="body" sz="quarter" idx="19"/>
          </p:nvPr>
        </p:nvSpPr>
        <p:spPr>
          <a:xfrm>
            <a:off x="74823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41" name="Text Placeholder 2">
            <a:extLst>
              <a:ext uri="{FF2B5EF4-FFF2-40B4-BE49-F238E27FC236}">
                <a16:creationId xmlns:a16="http://schemas.microsoft.com/office/drawing/2014/main" id="{4163BA26-561C-FC49-117B-8FA239ECDB36}"/>
              </a:ext>
            </a:extLst>
          </p:cNvPr>
          <p:cNvSpPr>
            <a:spLocks noGrp="1"/>
          </p:cNvSpPr>
          <p:nvPr userDrawn="1">
            <p:ph type="body" sz="quarter" idx="20"/>
          </p:nvPr>
        </p:nvSpPr>
        <p:spPr>
          <a:xfrm>
            <a:off x="9755678" y="2817599"/>
            <a:ext cx="1882022" cy="1338828"/>
          </a:xfrm>
          <a:prstGeom prst="rect">
            <a:avLst/>
          </a:prstGeom>
        </p:spPr>
        <p:txBody>
          <a:bodyPr wrap="square">
            <a:spAutoFit/>
          </a:bodyPr>
          <a:lstStyle>
            <a:lvl1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1pPr>
            <a:lvl2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2pPr>
            <a:lvl3pPr marL="0" indent="0">
              <a:lnSpc>
                <a:spcPct val="90000"/>
              </a:lnSpc>
              <a:spcAft>
                <a:spcPts val="0"/>
              </a:spcAft>
              <a:buClr>
                <a:schemeClr val="bg2"/>
              </a:buClr>
              <a:buSzPct val="100000"/>
              <a:buFont typeface="Arial" panose="020B0604020202020204" pitchFamily="34" charset="0"/>
              <a:buNone/>
              <a:tabLst/>
              <a:defRPr sz="1800" b="0" i="0">
                <a:solidFill>
                  <a:schemeClr val="bg2"/>
                </a:solidFill>
                <a:latin typeface="Barlow Light" pitchFamily="2" charset="77"/>
              </a:defRPr>
            </a:lvl3pPr>
            <a:lvl4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4pPr>
            <a:lvl5pPr marL="0" indent="0">
              <a:lnSpc>
                <a:spcPct val="90000"/>
              </a:lnSpc>
              <a:spcAft>
                <a:spcPts val="0"/>
              </a:spcAft>
              <a:buClr>
                <a:schemeClr val="bg2"/>
              </a:buClr>
              <a:buFont typeface="Arial" panose="020B0604020202020204" pitchFamily="34" charset="0"/>
              <a:buNone/>
              <a:tabLst/>
              <a:defRPr sz="1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D55BF15-95D6-4B1D-0375-46068E5179C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22" name="Text Placeholder 6">
            <a:extLst>
              <a:ext uri="{FF2B5EF4-FFF2-40B4-BE49-F238E27FC236}">
                <a16:creationId xmlns:a16="http://schemas.microsoft.com/office/drawing/2014/main" id="{55006D79-DC53-4787-C1DA-D7F40FF9CA42}"/>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7" name="Picture 6" descr="A blue and grey text on a black background&#10;&#10;AI-generated content may be incorrect.">
            <a:extLst>
              <a:ext uri="{FF2B5EF4-FFF2-40B4-BE49-F238E27FC236}">
                <a16:creationId xmlns:a16="http://schemas.microsoft.com/office/drawing/2014/main" id="{B36F209B-9ADD-AE39-1916-8E98BE90BE11}"/>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25415514"/>
      </p:ext>
    </p:extLst>
  </p:cSld>
  <p:clrMapOvr>
    <a:masterClrMapping/>
  </p:clrMapOvr>
  <p:transition spd="med"/>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Timeline or progress - 6 columns">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862C053-CE44-4F77-3D69-9C76146C6921}"/>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grpSp>
        <p:nvGrpSpPr>
          <p:cNvPr id="32" name="Group 31">
            <a:extLst>
              <a:ext uri="{FF2B5EF4-FFF2-40B4-BE49-F238E27FC236}">
                <a16:creationId xmlns:a16="http://schemas.microsoft.com/office/drawing/2014/main" id="{C0E174C3-D019-C471-46D4-9BF1A22C0A67}"/>
              </a:ext>
            </a:extLst>
          </p:cNvPr>
          <p:cNvGrpSpPr/>
          <p:nvPr userDrawn="1"/>
        </p:nvGrpSpPr>
        <p:grpSpPr>
          <a:xfrm>
            <a:off x="2293550" y="3803636"/>
            <a:ext cx="7763182" cy="2444764"/>
            <a:chOff x="2293550" y="3803636"/>
            <a:chExt cx="7763182" cy="2175164"/>
          </a:xfrm>
        </p:grpSpPr>
        <p:cxnSp>
          <p:nvCxnSpPr>
            <p:cNvPr id="13" name="Straight Connector 12">
              <a:extLst>
                <a:ext uri="{FF2B5EF4-FFF2-40B4-BE49-F238E27FC236}">
                  <a16:creationId xmlns:a16="http://schemas.microsoft.com/office/drawing/2014/main" id="{66E8A370-78BA-6CC7-97F7-A0F4C70DCF40}"/>
                </a:ext>
              </a:extLst>
            </p:cNvPr>
            <p:cNvCxnSpPr/>
            <p:nvPr userDrawn="1"/>
          </p:nvCxnSpPr>
          <p:spPr bwMode="auto">
            <a:xfrm>
              <a:off x="229355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4" name="Straight Connector 13">
              <a:extLst>
                <a:ext uri="{FF2B5EF4-FFF2-40B4-BE49-F238E27FC236}">
                  <a16:creationId xmlns:a16="http://schemas.microsoft.com/office/drawing/2014/main" id="{5DD9033B-55E9-4A7F-D6B3-DE3BAE005D9E}"/>
                </a:ext>
              </a:extLst>
            </p:cNvPr>
            <p:cNvCxnSpPr/>
            <p:nvPr userDrawn="1"/>
          </p:nvCxnSpPr>
          <p:spPr bwMode="auto">
            <a:xfrm>
              <a:off x="4229260"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5" name="Straight Connector 14">
              <a:extLst>
                <a:ext uri="{FF2B5EF4-FFF2-40B4-BE49-F238E27FC236}">
                  <a16:creationId xmlns:a16="http://schemas.microsoft.com/office/drawing/2014/main" id="{822BEBDD-B62C-4B69-21AB-632B5321FDD5}"/>
                </a:ext>
              </a:extLst>
            </p:cNvPr>
            <p:cNvCxnSpPr/>
            <p:nvPr userDrawn="1"/>
          </p:nvCxnSpPr>
          <p:spPr bwMode="auto">
            <a:xfrm>
              <a:off x="6156665"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6" name="Straight Connector 15">
              <a:extLst>
                <a:ext uri="{FF2B5EF4-FFF2-40B4-BE49-F238E27FC236}">
                  <a16:creationId xmlns:a16="http://schemas.microsoft.com/office/drawing/2014/main" id="{DDF136C7-E111-D03F-3E9A-05CD1E3DBAED}"/>
                </a:ext>
              </a:extLst>
            </p:cNvPr>
            <p:cNvCxnSpPr/>
            <p:nvPr userDrawn="1"/>
          </p:nvCxnSpPr>
          <p:spPr bwMode="auto">
            <a:xfrm>
              <a:off x="8095197" y="3803636"/>
              <a:ext cx="0" cy="2175164"/>
            </a:xfrm>
            <a:prstGeom prst="line">
              <a:avLst/>
            </a:prstGeom>
            <a:noFill/>
            <a:ln w="19050" cap="flat" cmpd="sng" algn="ctr">
              <a:solidFill>
                <a:schemeClr val="bg2"/>
              </a:solidFill>
              <a:prstDash val="sysDot"/>
              <a:round/>
              <a:headEnd type="none" w="med" len="med"/>
              <a:tailEnd type="none" w="med" len="med"/>
            </a:ln>
            <a:effectLst/>
          </p:spPr>
        </p:cxnSp>
        <p:cxnSp>
          <p:nvCxnSpPr>
            <p:cNvPr id="17" name="Straight Connector 16">
              <a:extLst>
                <a:ext uri="{FF2B5EF4-FFF2-40B4-BE49-F238E27FC236}">
                  <a16:creationId xmlns:a16="http://schemas.microsoft.com/office/drawing/2014/main" id="{32B38E6E-151D-7EC5-573A-55EEDAA458A9}"/>
                </a:ext>
              </a:extLst>
            </p:cNvPr>
            <p:cNvCxnSpPr/>
            <p:nvPr userDrawn="1"/>
          </p:nvCxnSpPr>
          <p:spPr bwMode="auto">
            <a:xfrm>
              <a:off x="10056732" y="3803636"/>
              <a:ext cx="0" cy="2175164"/>
            </a:xfrm>
            <a:prstGeom prst="line">
              <a:avLst/>
            </a:prstGeom>
            <a:noFill/>
            <a:ln w="19050" cap="flat" cmpd="sng" algn="ctr">
              <a:solidFill>
                <a:schemeClr val="bg2"/>
              </a:solidFill>
              <a:prstDash val="sysDot"/>
              <a:round/>
              <a:headEnd type="none" w="med" len="med"/>
              <a:tailEnd type="none" w="med" len="med"/>
            </a:ln>
            <a:effectLst/>
          </p:spPr>
        </p:cxnSp>
      </p:grpSp>
      <p:grpSp>
        <p:nvGrpSpPr>
          <p:cNvPr id="45" name="Group 44">
            <a:extLst>
              <a:ext uri="{FF2B5EF4-FFF2-40B4-BE49-F238E27FC236}">
                <a16:creationId xmlns:a16="http://schemas.microsoft.com/office/drawing/2014/main" id="{16E4699A-EBD2-170B-F65C-5F9A6AFD5801}"/>
              </a:ext>
            </a:extLst>
          </p:cNvPr>
          <p:cNvGrpSpPr/>
          <p:nvPr userDrawn="1"/>
        </p:nvGrpSpPr>
        <p:grpSpPr>
          <a:xfrm>
            <a:off x="381001" y="3288391"/>
            <a:ext cx="11537731" cy="406100"/>
            <a:chOff x="381001" y="3288391"/>
            <a:chExt cx="11537731" cy="406100"/>
          </a:xfrm>
          <a:gradFill>
            <a:gsLst>
              <a:gs pos="84000">
                <a:schemeClr val="accent2"/>
              </a:gs>
              <a:gs pos="14000">
                <a:schemeClr val="accent4"/>
              </a:gs>
            </a:gsLst>
            <a:lin ang="2700000" scaled="0"/>
          </a:gradFill>
        </p:grpSpPr>
        <p:sp>
          <p:nvSpPr>
            <p:cNvPr id="19" name="Pentagon 18">
              <a:extLst>
                <a:ext uri="{FF2B5EF4-FFF2-40B4-BE49-F238E27FC236}">
                  <a16:creationId xmlns:a16="http://schemas.microsoft.com/office/drawing/2014/main" id="{B93B76DC-6214-96D1-D138-5356B15737F1}"/>
                </a:ext>
              </a:extLst>
            </p:cNvPr>
            <p:cNvSpPr/>
            <p:nvPr/>
          </p:nvSpPr>
          <p:spPr>
            <a:xfrm>
              <a:off x="8141905" y="3297997"/>
              <a:ext cx="1874519" cy="391367"/>
            </a:xfrm>
            <a:prstGeom prst="homePlate">
              <a:avLst>
                <a:gd name="adj" fmla="val 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0" name="Rectangle 19">
              <a:extLst>
                <a:ext uri="{FF2B5EF4-FFF2-40B4-BE49-F238E27FC236}">
                  <a16:creationId xmlns:a16="http://schemas.microsoft.com/office/drawing/2014/main" id="{B946C2A4-8B64-B556-3955-68385A4C0FBE}"/>
                </a:ext>
              </a:extLst>
            </p:cNvPr>
            <p:cNvSpPr/>
            <p:nvPr/>
          </p:nvSpPr>
          <p:spPr>
            <a:xfrm>
              <a:off x="2321227"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1" name="Rectangle 20">
              <a:extLst>
                <a:ext uri="{FF2B5EF4-FFF2-40B4-BE49-F238E27FC236}">
                  <a16:creationId xmlns:a16="http://schemas.microsoft.com/office/drawing/2014/main" id="{79694025-F43A-966E-0A4B-42D15E535079}"/>
                </a:ext>
              </a:extLst>
            </p:cNvPr>
            <p:cNvSpPr/>
            <p:nvPr/>
          </p:nvSpPr>
          <p:spPr>
            <a:xfrm>
              <a:off x="4261453" y="3297997"/>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2" name="Rectangle 21">
              <a:extLst>
                <a:ext uri="{FF2B5EF4-FFF2-40B4-BE49-F238E27FC236}">
                  <a16:creationId xmlns:a16="http://schemas.microsoft.com/office/drawing/2014/main" id="{AEF5B917-5060-3B83-1A98-09F18D73C8E1}"/>
                </a:ext>
              </a:extLst>
            </p:cNvPr>
            <p:cNvSpPr/>
            <p:nvPr/>
          </p:nvSpPr>
          <p:spPr>
            <a:xfrm>
              <a:off x="6201679" y="3302610"/>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3" name="Pentagon 82">
              <a:extLst>
                <a:ext uri="{FF2B5EF4-FFF2-40B4-BE49-F238E27FC236}">
                  <a16:creationId xmlns:a16="http://schemas.microsoft.com/office/drawing/2014/main" id="{4A23EE1F-4607-DF60-993A-7F8DD308DCB2}"/>
                </a:ext>
              </a:extLst>
            </p:cNvPr>
            <p:cNvSpPr/>
            <p:nvPr/>
          </p:nvSpPr>
          <p:spPr>
            <a:xfrm>
              <a:off x="10082134" y="3303124"/>
              <a:ext cx="1836598" cy="391367"/>
            </a:xfrm>
            <a:prstGeom prst="homePlate">
              <a:avLst>
                <a:gd name="adj" fmla="val 24040"/>
              </a:avLst>
            </a:prstGeom>
            <a:grpFill/>
            <a:ln w="31750" cap="flat">
              <a:noFill/>
              <a:prstDash val="solid"/>
              <a:miter/>
            </a:ln>
            <a:effectLst/>
          </p:spPr>
          <p:txBody>
            <a:bodyPr rtlCol="0" anchor="ctr"/>
            <a:lstStyle/>
            <a:p>
              <a:pPr algn="l"/>
              <a:endParaRPr lang="en-US" b="0" i="0">
                <a:latin typeface="Barlow Light" pitchFamily="2" charset="77"/>
              </a:endParaRPr>
            </a:p>
          </p:txBody>
        </p:sp>
        <p:sp>
          <p:nvSpPr>
            <p:cNvPr id="24" name="Rectangle 23">
              <a:extLst>
                <a:ext uri="{FF2B5EF4-FFF2-40B4-BE49-F238E27FC236}">
                  <a16:creationId xmlns:a16="http://schemas.microsoft.com/office/drawing/2014/main" id="{2CB4F35B-0F57-B5CA-3D32-E45D3A581472}"/>
                </a:ext>
              </a:extLst>
            </p:cNvPr>
            <p:cNvSpPr/>
            <p:nvPr/>
          </p:nvSpPr>
          <p:spPr>
            <a:xfrm>
              <a:off x="381001" y="3288391"/>
              <a:ext cx="1874519" cy="391367"/>
            </a:xfrm>
            <a:prstGeom prst="rect">
              <a:avLst/>
            </a:prstGeom>
            <a:grpFill/>
            <a:ln w="31750" cap="flat">
              <a:noFill/>
              <a:prstDash val="solid"/>
              <a:miter/>
            </a:ln>
            <a:effectLst/>
          </p:spPr>
          <p:txBody>
            <a:bodyPr rtlCol="0" anchor="ctr"/>
            <a:lstStyle/>
            <a:p>
              <a:pPr algn="l"/>
              <a:endParaRPr lang="en-US" b="0" i="0">
                <a:latin typeface="Barlow Light" pitchFamily="2" charset="77"/>
              </a:endParaRPr>
            </a:p>
          </p:txBody>
        </p:sp>
      </p:grpSp>
      <p:sp>
        <p:nvSpPr>
          <p:cNvPr id="31" name="Text Placeholder 2">
            <a:extLst>
              <a:ext uri="{FF2B5EF4-FFF2-40B4-BE49-F238E27FC236}">
                <a16:creationId xmlns:a16="http://schemas.microsoft.com/office/drawing/2014/main" id="{6BA8FE2D-CB44-D851-DB1F-75A89CCF27A4}"/>
              </a:ext>
            </a:extLst>
          </p:cNvPr>
          <p:cNvSpPr>
            <a:spLocks noGrp="1"/>
          </p:cNvSpPr>
          <p:nvPr userDrawn="1">
            <p:ph type="body" sz="quarter" idx="16"/>
          </p:nvPr>
        </p:nvSpPr>
        <p:spPr>
          <a:xfrm>
            <a:off x="3810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3" name="Text Placeholder 2">
            <a:extLst>
              <a:ext uri="{FF2B5EF4-FFF2-40B4-BE49-F238E27FC236}">
                <a16:creationId xmlns:a16="http://schemas.microsoft.com/office/drawing/2014/main" id="{F45854E0-8956-EDF0-8EC0-28096089BB7E}"/>
              </a:ext>
            </a:extLst>
          </p:cNvPr>
          <p:cNvSpPr>
            <a:spLocks noGrp="1"/>
          </p:cNvSpPr>
          <p:nvPr>
            <p:ph type="body" sz="quarter" idx="17"/>
          </p:nvPr>
        </p:nvSpPr>
        <p:spPr>
          <a:xfrm>
            <a:off x="2298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4" name="Text Placeholder 2">
            <a:extLst>
              <a:ext uri="{FF2B5EF4-FFF2-40B4-BE49-F238E27FC236}">
                <a16:creationId xmlns:a16="http://schemas.microsoft.com/office/drawing/2014/main" id="{7112BA69-5DE5-7194-D6D9-2782FD30EC93}"/>
              </a:ext>
            </a:extLst>
          </p:cNvPr>
          <p:cNvSpPr>
            <a:spLocks noGrp="1"/>
          </p:cNvSpPr>
          <p:nvPr>
            <p:ph type="body" sz="quarter" idx="18"/>
          </p:nvPr>
        </p:nvSpPr>
        <p:spPr>
          <a:xfrm>
            <a:off x="42545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5" name="Text Placeholder 2">
            <a:extLst>
              <a:ext uri="{FF2B5EF4-FFF2-40B4-BE49-F238E27FC236}">
                <a16:creationId xmlns:a16="http://schemas.microsoft.com/office/drawing/2014/main" id="{EB0439F4-8B6D-BA47-B92B-7C79A7052A92}"/>
              </a:ext>
            </a:extLst>
          </p:cNvPr>
          <p:cNvSpPr>
            <a:spLocks noGrp="1"/>
          </p:cNvSpPr>
          <p:nvPr>
            <p:ph type="body" sz="quarter" idx="19"/>
          </p:nvPr>
        </p:nvSpPr>
        <p:spPr>
          <a:xfrm>
            <a:off x="61722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6" name="Text Placeholder 2">
            <a:extLst>
              <a:ext uri="{FF2B5EF4-FFF2-40B4-BE49-F238E27FC236}">
                <a16:creationId xmlns:a16="http://schemas.microsoft.com/office/drawing/2014/main" id="{EB18B75A-EF1C-CE63-F22A-F33ECBF879DF}"/>
              </a:ext>
            </a:extLst>
          </p:cNvPr>
          <p:cNvSpPr>
            <a:spLocks noGrp="1"/>
          </p:cNvSpPr>
          <p:nvPr>
            <p:ph type="body" sz="quarter" idx="20"/>
          </p:nvPr>
        </p:nvSpPr>
        <p:spPr>
          <a:xfrm>
            <a:off x="8140700" y="3816364"/>
            <a:ext cx="1874518"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Text Placeholder 2">
            <a:extLst>
              <a:ext uri="{FF2B5EF4-FFF2-40B4-BE49-F238E27FC236}">
                <a16:creationId xmlns:a16="http://schemas.microsoft.com/office/drawing/2014/main" id="{D8650141-3368-21F5-948C-740A8EBA5CEB}"/>
              </a:ext>
            </a:extLst>
          </p:cNvPr>
          <p:cNvSpPr>
            <a:spLocks noGrp="1"/>
          </p:cNvSpPr>
          <p:nvPr>
            <p:ph type="body" sz="quarter" idx="21"/>
          </p:nvPr>
        </p:nvSpPr>
        <p:spPr>
          <a:xfrm>
            <a:off x="10058399" y="3816364"/>
            <a:ext cx="1874513" cy="1210588"/>
          </a:xfrm>
          <a:prstGeom prst="rect">
            <a:avLst/>
          </a:prstGeom>
        </p:spPr>
        <p:txBody>
          <a:bodyPr wrap="square" anchor="t">
            <a:spAutoFit/>
          </a:bodyPr>
          <a:lstStyle>
            <a:lvl1pPr marL="114300" indent="-114300">
              <a:spcAft>
                <a:spcPts val="600"/>
              </a:spcAft>
              <a:buClr>
                <a:schemeClr val="bg2"/>
              </a:buClr>
              <a:buFont typeface="Arial" panose="020B0604020202020204" pitchFamily="34" charset="0"/>
              <a:buChar char="•"/>
              <a:tabLst/>
              <a:defRPr sz="11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0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9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80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80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8" name="Text Placeholder 2">
            <a:extLst>
              <a:ext uri="{FF2B5EF4-FFF2-40B4-BE49-F238E27FC236}">
                <a16:creationId xmlns:a16="http://schemas.microsoft.com/office/drawing/2014/main" id="{3A3DBE61-DADA-DA1D-6AEC-DDDEFDDA1809}"/>
              </a:ext>
            </a:extLst>
          </p:cNvPr>
          <p:cNvSpPr>
            <a:spLocks noGrp="1"/>
          </p:cNvSpPr>
          <p:nvPr>
            <p:ph type="body" sz="quarter" idx="22"/>
          </p:nvPr>
        </p:nvSpPr>
        <p:spPr>
          <a:xfrm>
            <a:off x="3810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39" name="Text Placeholder 2">
            <a:extLst>
              <a:ext uri="{FF2B5EF4-FFF2-40B4-BE49-F238E27FC236}">
                <a16:creationId xmlns:a16="http://schemas.microsoft.com/office/drawing/2014/main" id="{159FBF93-B58E-D7DA-3FC1-6C00F6B0480A}"/>
              </a:ext>
            </a:extLst>
          </p:cNvPr>
          <p:cNvSpPr>
            <a:spLocks noGrp="1"/>
          </p:cNvSpPr>
          <p:nvPr>
            <p:ph type="body" sz="quarter" idx="23"/>
          </p:nvPr>
        </p:nvSpPr>
        <p:spPr>
          <a:xfrm>
            <a:off x="2298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0" name="Text Placeholder 2">
            <a:extLst>
              <a:ext uri="{FF2B5EF4-FFF2-40B4-BE49-F238E27FC236}">
                <a16:creationId xmlns:a16="http://schemas.microsoft.com/office/drawing/2014/main" id="{3E6345B2-E1F7-665E-C2F6-D4A85F620180}"/>
              </a:ext>
            </a:extLst>
          </p:cNvPr>
          <p:cNvSpPr>
            <a:spLocks noGrp="1"/>
          </p:cNvSpPr>
          <p:nvPr>
            <p:ph type="body" sz="quarter" idx="24"/>
          </p:nvPr>
        </p:nvSpPr>
        <p:spPr>
          <a:xfrm>
            <a:off x="42545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1" name="Text Placeholder 2">
            <a:extLst>
              <a:ext uri="{FF2B5EF4-FFF2-40B4-BE49-F238E27FC236}">
                <a16:creationId xmlns:a16="http://schemas.microsoft.com/office/drawing/2014/main" id="{794C47A9-2E32-BC8D-879F-FDF0E4033E6A}"/>
              </a:ext>
            </a:extLst>
          </p:cNvPr>
          <p:cNvSpPr>
            <a:spLocks noGrp="1"/>
          </p:cNvSpPr>
          <p:nvPr>
            <p:ph type="body" sz="quarter" idx="25"/>
          </p:nvPr>
        </p:nvSpPr>
        <p:spPr>
          <a:xfrm>
            <a:off x="61722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2" name="Text Placeholder 2">
            <a:extLst>
              <a:ext uri="{FF2B5EF4-FFF2-40B4-BE49-F238E27FC236}">
                <a16:creationId xmlns:a16="http://schemas.microsoft.com/office/drawing/2014/main" id="{F27D3ECB-0145-26E2-AB74-A4D8B0FB5955}"/>
              </a:ext>
            </a:extLst>
          </p:cNvPr>
          <p:cNvSpPr>
            <a:spLocks noGrp="1"/>
          </p:cNvSpPr>
          <p:nvPr>
            <p:ph type="body" sz="quarter" idx="26"/>
          </p:nvPr>
        </p:nvSpPr>
        <p:spPr>
          <a:xfrm>
            <a:off x="8140700" y="3357562"/>
            <a:ext cx="1874518"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sp>
        <p:nvSpPr>
          <p:cNvPr id="43" name="Text Placeholder 2">
            <a:extLst>
              <a:ext uri="{FF2B5EF4-FFF2-40B4-BE49-F238E27FC236}">
                <a16:creationId xmlns:a16="http://schemas.microsoft.com/office/drawing/2014/main" id="{D1BA998C-E394-F33F-7C90-C309EDEC65E2}"/>
              </a:ext>
            </a:extLst>
          </p:cNvPr>
          <p:cNvSpPr>
            <a:spLocks noGrp="1"/>
          </p:cNvSpPr>
          <p:nvPr>
            <p:ph type="body" sz="quarter" idx="27"/>
          </p:nvPr>
        </p:nvSpPr>
        <p:spPr>
          <a:xfrm>
            <a:off x="10058400" y="3357562"/>
            <a:ext cx="1752600" cy="276999"/>
          </a:xfrm>
          <a:prstGeom prst="rect">
            <a:avLst/>
          </a:prstGeom>
        </p:spPr>
        <p:txBody>
          <a:bodyPr wrap="square" anchor="t">
            <a:spAutoFit/>
          </a:bodyPr>
          <a:lstStyle>
            <a:lvl1pPr marL="0" indent="0">
              <a:spcAft>
                <a:spcPts val="600"/>
              </a:spcAft>
              <a:buClr>
                <a:schemeClr val="bg2"/>
              </a:buClr>
              <a:buFont typeface="Arial" panose="020B0604020202020204" pitchFamily="34" charset="0"/>
              <a:buNone/>
              <a:tabLst/>
              <a:defRPr sz="1200" b="0" i="0">
                <a:solidFill>
                  <a:schemeClr val="bg1"/>
                </a:solidFill>
                <a:latin typeface="Barlow Light" pitchFamily="2" charset="77"/>
              </a:defRPr>
            </a:lvl1pPr>
            <a:lvl2pPr marL="174625" indent="0">
              <a:buClr>
                <a:schemeClr val="bg2"/>
              </a:buClr>
              <a:buSzPct val="100000"/>
              <a:buFont typeface="Arial" panose="020B0604020202020204" pitchFamily="34" charset="0"/>
              <a:buNone/>
              <a:tabLst/>
              <a:defRPr sz="1000" b="1">
                <a:solidFill>
                  <a:schemeClr val="bg1"/>
                </a:solidFill>
                <a:latin typeface="+mn-lt"/>
              </a:defRPr>
            </a:lvl2pPr>
            <a:lvl3pPr marL="342900" indent="0">
              <a:buClr>
                <a:schemeClr val="bg2"/>
              </a:buClr>
              <a:buSzPct val="100000"/>
              <a:buFont typeface="Arial" panose="020B0604020202020204" pitchFamily="34" charset="0"/>
              <a:buNone/>
              <a:tabLst/>
              <a:defRPr sz="900" b="1">
                <a:solidFill>
                  <a:schemeClr val="bg1"/>
                </a:solidFill>
                <a:latin typeface="+mn-lt"/>
              </a:defRPr>
            </a:lvl3pPr>
            <a:lvl4pPr marL="460375" indent="0">
              <a:buClr>
                <a:schemeClr val="bg2"/>
              </a:buClr>
              <a:buFont typeface="Arial" panose="020B0604020202020204" pitchFamily="34" charset="0"/>
              <a:buNone/>
              <a:tabLst/>
              <a:defRPr sz="800" b="1">
                <a:solidFill>
                  <a:schemeClr val="bg1"/>
                </a:solidFill>
                <a:latin typeface="+mn-lt"/>
              </a:defRPr>
            </a:lvl4pPr>
            <a:lvl5pPr marL="576263" indent="0">
              <a:buClr>
                <a:schemeClr val="bg2"/>
              </a:buClr>
              <a:buFont typeface="Arial" panose="020B0604020202020204" pitchFamily="34" charset="0"/>
              <a:buNone/>
              <a:tabLst/>
              <a:defRPr sz="800" b="1">
                <a:solidFill>
                  <a:schemeClr val="bg1"/>
                </a:solidFill>
                <a:latin typeface="+mn-lt"/>
              </a:defRPr>
            </a:lvl5pPr>
          </a:lstStyle>
          <a:p>
            <a:pPr lvl="0"/>
            <a:r>
              <a:rPr lang="en-US"/>
              <a:t>Click to edit</a:t>
            </a:r>
          </a:p>
        </p:txBody>
      </p:sp>
      <p:cxnSp>
        <p:nvCxnSpPr>
          <p:cNvPr id="44" name="Straight Connector 43">
            <a:extLst>
              <a:ext uri="{FF2B5EF4-FFF2-40B4-BE49-F238E27FC236}">
                <a16:creationId xmlns:a16="http://schemas.microsoft.com/office/drawing/2014/main" id="{2374E4D9-FC69-1293-1173-3E4C4BDF9700}"/>
              </a:ext>
            </a:extLst>
          </p:cNvPr>
          <p:cNvCxnSpPr/>
          <p:nvPr userDrawn="1"/>
        </p:nvCxnSpPr>
        <p:spPr bwMode="auto">
          <a:xfrm>
            <a:off x="381000" y="6375400"/>
            <a:ext cx="11408190" cy="0"/>
          </a:xfrm>
          <a:prstGeom prst="line">
            <a:avLst/>
          </a:prstGeom>
          <a:noFill/>
          <a:ln w="19050" cap="flat" cmpd="sng" algn="ctr">
            <a:gradFill>
              <a:gsLst>
                <a:gs pos="99000">
                  <a:schemeClr val="accent2"/>
                </a:gs>
                <a:gs pos="28000">
                  <a:schemeClr val="accent4"/>
                </a:gs>
              </a:gsLst>
              <a:lin ang="0" scaled="0"/>
            </a:gradFill>
            <a:prstDash val="solid"/>
            <a:round/>
            <a:headEnd type="none" w="med" len="med"/>
            <a:tailEnd type="none" w="med" len="med"/>
          </a:ln>
          <a:effectLst/>
        </p:spPr>
      </p:cxnSp>
      <p:sp>
        <p:nvSpPr>
          <p:cNvPr id="47" name="Content Placeholder 46">
            <a:extLst>
              <a:ext uri="{FF2B5EF4-FFF2-40B4-BE49-F238E27FC236}">
                <a16:creationId xmlns:a16="http://schemas.microsoft.com/office/drawing/2014/main" id="{AF499CD4-7EBE-D286-8FEE-B05793D7CA31}"/>
              </a:ext>
            </a:extLst>
          </p:cNvPr>
          <p:cNvSpPr>
            <a:spLocks noGrp="1"/>
          </p:cNvSpPr>
          <p:nvPr>
            <p:ph sz="quarter" idx="28"/>
          </p:nvPr>
        </p:nvSpPr>
        <p:spPr>
          <a:xfrm>
            <a:off x="381000" y="1371600"/>
            <a:ext cx="11430000" cy="1816100"/>
          </a:xfrm>
          <a:prstGeom prst="rect">
            <a:avLst/>
          </a:prstGeom>
        </p:spPr>
        <p:txBody>
          <a:bodyPr/>
          <a:lstStyle>
            <a:lvl1pPr marL="165100" indent="-165100">
              <a:lnSpc>
                <a:spcPct val="90000"/>
              </a:lnSpc>
              <a:spcAft>
                <a:spcPts val="600"/>
              </a:spcAft>
              <a:buClr>
                <a:schemeClr val="bg2"/>
              </a:buClr>
              <a:buFont typeface="Arial" panose="020B0604020202020204" pitchFamily="34" charset="0"/>
              <a:buChar char="•"/>
              <a:tabLst/>
              <a:defRPr b="0" i="0">
                <a:latin typeface="Barlow Light" pitchFamily="2" charset="77"/>
              </a:defRPr>
            </a:lvl1pPr>
            <a:lvl2pPr marL="768178" indent="0">
              <a:buClr>
                <a:schemeClr val="bg2"/>
              </a:buClr>
              <a:buFont typeface="Arial" panose="020B0604020202020204" pitchFamily="34" charset="0"/>
              <a:buNone/>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p:txBody>
      </p:sp>
      <p:sp>
        <p:nvSpPr>
          <p:cNvPr id="2" name="Title 1">
            <a:extLst>
              <a:ext uri="{FF2B5EF4-FFF2-40B4-BE49-F238E27FC236}">
                <a16:creationId xmlns:a16="http://schemas.microsoft.com/office/drawing/2014/main" id="{51FEA270-5E00-904C-4B7E-0ED4FA55375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A097F63D-B45C-4F2A-F3B0-187451ECF3EA}"/>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5" name="Picture 4" descr="A blue and grey text on a black background&#10;&#10;AI-generated content may be incorrect.">
            <a:extLst>
              <a:ext uri="{FF2B5EF4-FFF2-40B4-BE49-F238E27FC236}">
                <a16:creationId xmlns:a16="http://schemas.microsoft.com/office/drawing/2014/main" id="{AF4C876F-9156-35AC-6791-15EB43519499}"/>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267709581"/>
      </p:ext>
    </p:extLst>
  </p:cSld>
  <p:clrMapOvr>
    <a:masterClrMapping/>
  </p:clrMapOvr>
  <p:transition spd="med"/>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White framed background with rows along bottom">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a:off x="186985" y="1141263"/>
            <a:ext cx="11818030" cy="5155460"/>
          </a:xfrm>
          <a:prstGeom prst="round2SameRect">
            <a:avLst>
              <a:gd name="adj1" fmla="val 2625"/>
              <a:gd name="adj2" fmla="val 0"/>
            </a:avLst>
          </a:prstGeom>
          <a:solidFill>
            <a:srgbClr val="FFFFFF"/>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3" name="Rectangle 2">
            <a:extLst>
              <a:ext uri="{FF2B5EF4-FFF2-40B4-BE49-F238E27FC236}">
                <a16:creationId xmlns:a16="http://schemas.microsoft.com/office/drawing/2014/main" id="{7D5E99DE-6DC3-7D1A-1E9B-EDDF11B49FC2}"/>
              </a:ext>
            </a:extLst>
          </p:cNvPr>
          <p:cNvSpPr/>
          <p:nvPr userDrawn="1"/>
        </p:nvSpPr>
        <p:spPr bwMode="auto">
          <a:xfrm>
            <a:off x="593502" y="54940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6" name="Rectangle 5">
            <a:extLst>
              <a:ext uri="{FF2B5EF4-FFF2-40B4-BE49-F238E27FC236}">
                <a16:creationId xmlns:a16="http://schemas.microsoft.com/office/drawing/2014/main" id="{47F55429-26F0-9DBD-ACC1-552053A878E7}"/>
              </a:ext>
            </a:extLst>
          </p:cNvPr>
          <p:cNvSpPr/>
          <p:nvPr userDrawn="1"/>
        </p:nvSpPr>
        <p:spPr bwMode="auto">
          <a:xfrm>
            <a:off x="593502" y="4763761"/>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7" name="Rectangle 6">
            <a:extLst>
              <a:ext uri="{FF2B5EF4-FFF2-40B4-BE49-F238E27FC236}">
                <a16:creationId xmlns:a16="http://schemas.microsoft.com/office/drawing/2014/main" id="{4DE6C70E-169B-7ED7-A7BB-FD2908A2038D}"/>
              </a:ext>
            </a:extLst>
          </p:cNvPr>
          <p:cNvSpPr/>
          <p:nvPr userDrawn="1"/>
        </p:nvSpPr>
        <p:spPr bwMode="auto">
          <a:xfrm>
            <a:off x="593502" y="4024779"/>
            <a:ext cx="11322770" cy="687372"/>
          </a:xfrm>
          <a:prstGeom prst="rect">
            <a:avLst/>
          </a:prstGeom>
          <a:solidFill>
            <a:schemeClr val="bg1">
              <a:lumMod val="85000"/>
              <a:alpha val="46590"/>
            </a:schemeClr>
          </a:solidFill>
          <a:ln>
            <a:headEnd/>
            <a:tailEnd/>
          </a:ln>
          <a:effectLst/>
          <a:scene3d>
            <a:camera prst="orthographicFront"/>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wrap="none" rtlCol="0" anchor="ctr">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z="2400" b="0" i="0" kern="1200">
              <a:solidFill>
                <a:schemeClr val="tx1"/>
              </a:solidFill>
              <a:latin typeface="Barlow Light" pitchFamily="2" charset="77"/>
              <a:ea typeface="+mn-ea"/>
              <a:cs typeface="+mn-cs"/>
            </a:endParaRPr>
          </a:p>
        </p:txBody>
      </p:sp>
      <p:sp>
        <p:nvSpPr>
          <p:cNvPr id="10" name="Rounded Rectangle 51">
            <a:extLst>
              <a:ext uri="{FF2B5EF4-FFF2-40B4-BE49-F238E27FC236}">
                <a16:creationId xmlns:a16="http://schemas.microsoft.com/office/drawing/2014/main" id="{ED80B507-7B08-FA7F-3754-ADBC00D05C79}"/>
              </a:ext>
            </a:extLst>
          </p:cNvPr>
          <p:cNvSpPr/>
          <p:nvPr userDrawn="1"/>
        </p:nvSpPr>
        <p:spPr>
          <a:xfrm>
            <a:off x="593502" y="3653129"/>
            <a:ext cx="11322770" cy="328722"/>
          </a:xfrm>
          <a:prstGeom prst="roundRect">
            <a:avLst>
              <a:gd name="adj" fmla="val 50000"/>
            </a:avLst>
          </a:prstGeom>
          <a:gradFill flip="none" rotWithShape="1">
            <a:gsLst>
              <a:gs pos="14000">
                <a:schemeClr val="accent4"/>
              </a:gs>
              <a:gs pos="84000">
                <a:schemeClr val="accent2"/>
              </a:gs>
            </a:gsLst>
            <a:lin ang="0" scaled="0"/>
            <a:tileRect/>
          </a:gradFill>
          <a:ln w="190500" cap="flat">
            <a:noFill/>
            <a:prstDash val="solid"/>
            <a:miter/>
          </a:ln>
          <a:effectLst/>
        </p:spPr>
        <p:txBody>
          <a:bodyPr rtlCol="0" anchor="ctr"/>
          <a:lstStyle/>
          <a:p>
            <a:pPr marL="0" marR="0" lvl="0" indent="0" algn="l" defTabSz="609494" rtl="0" eaLnBrk="1" fontAlgn="auto" latinLnBrk="0" hangingPunct="1">
              <a:lnSpc>
                <a:spcPts val="1080"/>
              </a:lnSpc>
              <a:spcBef>
                <a:spcPts val="0"/>
              </a:spcBef>
              <a:spcAft>
                <a:spcPts val="0"/>
              </a:spcAft>
              <a:buClrTx/>
              <a:buSzTx/>
              <a:buFontTx/>
              <a:buNone/>
              <a:tabLst/>
              <a:defRPr/>
            </a:pPr>
            <a:endParaRPr kumimoji="0" lang="en-US" sz="1000" b="0" i="0" u="none" strike="noStrike" kern="1200" cap="none" spc="110" normalizeH="0" baseline="0" noProof="0">
              <a:ln>
                <a:noFill/>
              </a:ln>
              <a:solidFill>
                <a:srgbClr val="000000"/>
              </a:solidFill>
              <a:effectLst/>
              <a:uLnTx/>
              <a:uFillTx/>
              <a:latin typeface="Barlow Light" pitchFamily="2" charset="77"/>
              <a:ea typeface="+mn-ea"/>
              <a:cs typeface="+mn-cs"/>
            </a:endParaRPr>
          </a:p>
        </p:txBody>
      </p:sp>
      <p:cxnSp>
        <p:nvCxnSpPr>
          <p:cNvPr id="12" name="Straight Connector 11">
            <a:extLst>
              <a:ext uri="{FF2B5EF4-FFF2-40B4-BE49-F238E27FC236}">
                <a16:creationId xmlns:a16="http://schemas.microsoft.com/office/drawing/2014/main" id="{428EB054-7169-A595-D6DC-B317080C33B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D6D90A49-EDA2-F348-F35A-F398D6282013}"/>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8C0E3E20-7E91-A129-DB31-649CA1533001}"/>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9" name="Picture 8" descr="A blue and grey text on a black background&#10;&#10;AI-generated content may be incorrect.">
            <a:extLst>
              <a:ext uri="{FF2B5EF4-FFF2-40B4-BE49-F238E27FC236}">
                <a16:creationId xmlns:a16="http://schemas.microsoft.com/office/drawing/2014/main" id="{0998FC2C-DBFA-5CE3-6F44-6D8FDD4F2398}"/>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4104227745"/>
      </p:ext>
    </p:extLst>
  </p:cSld>
  <p:clrMapOvr>
    <a:masterClrMapping/>
  </p:clrMapOvr>
  <p:transition spd="med"/>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3689873"/>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044408"/>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044408"/>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044408"/>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044408"/>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627377714"/>
              </p:ext>
            </p:extLst>
          </p:nvPr>
        </p:nvGraphicFramePr>
        <p:xfrm>
          <a:off x="408791" y="3794274"/>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3593054"/>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3593054"/>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3593054"/>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3593054"/>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4506913"/>
            <a:ext cx="1782183" cy="1603375"/>
          </a:xfrm>
          <a:prstGeom prst="rect">
            <a:avLst/>
          </a:prstGeom>
        </p:spPr>
        <p:txBody>
          <a:bodyPr/>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1342016"/>
            <a:ext cx="1787562" cy="1603375"/>
          </a:xfrm>
          <a:prstGeom prst="rect">
            <a:avLst/>
          </a:prstGeom>
        </p:spPr>
        <p:txBody>
          <a:bodyPr anchor="b"/>
          <a:lstStyle>
            <a:lvl1pPr marL="0" indent="0">
              <a:buNone/>
              <a:defRPr sz="16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0336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0336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0336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033657"/>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100457"/>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100457"/>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100457"/>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100457"/>
            <a:ext cx="0" cy="462579"/>
          </a:xfrm>
          <a:prstGeom prst="straightConnector1">
            <a:avLst/>
          </a:prstGeom>
          <a:noFill/>
          <a:ln w="25400" cap="flat" cmpd="sng" algn="ctr">
            <a:solidFill>
              <a:schemeClr val="accent4"/>
            </a:solidFill>
            <a:prstDash val="solid"/>
            <a:round/>
            <a:headEnd type="none" w="med" len="med"/>
            <a:tailEnd type="triangle"/>
          </a:ln>
          <a:effectLst/>
        </p:spPr>
      </p:cxnSp>
      <p:pic>
        <p:nvPicPr>
          <p:cNvPr id="7" name="Picture 6" descr="A blue and grey text on a black background&#10;&#10;AI-generated content may be incorrect.">
            <a:extLst>
              <a:ext uri="{FF2B5EF4-FFF2-40B4-BE49-F238E27FC236}">
                <a16:creationId xmlns:a16="http://schemas.microsoft.com/office/drawing/2014/main" id="{49312401-7D7E-1502-7E8F-FBF4C97029B3}"/>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031802723"/>
      </p:ext>
    </p:extLst>
  </p:cSld>
  <p:clrMapOvr>
    <a:masterClrMapping/>
  </p:clrMapOvr>
  <p:transition spd="med"/>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imeline with Setup Text abov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5C4DF49-B1C4-2A40-9E69-F4F5FE0EC81B}"/>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3761"/>
            <a:ext cx="0" cy="372586"/>
          </a:xfrm>
          <a:prstGeom prst="line">
            <a:avLst/>
          </a:prstGeom>
          <a:noFill/>
          <a:ln w="15875" cap="flat" cmpd="sng" algn="ctr">
            <a:solidFill>
              <a:schemeClr val="tx1"/>
            </a:solidFill>
            <a:prstDash val="solid"/>
            <a:round/>
            <a:headEnd type="none" w="med" len="med"/>
            <a:tailEnd type="none" w="med" len="med"/>
          </a:ln>
          <a:effectLst/>
        </p:spPr>
      </p:cxnSp>
      <p:cxnSp>
        <p:nvCxnSpPr>
          <p:cNvPr id="2" name="Straight Connector 1">
            <a:extLst>
              <a:ext uri="{FF2B5EF4-FFF2-40B4-BE49-F238E27FC236}">
                <a16:creationId xmlns:a16="http://schemas.microsoft.com/office/drawing/2014/main" id="{5A42A3AB-DE9A-2A15-70E0-7B11BF266D0C}"/>
              </a:ext>
            </a:extLst>
          </p:cNvPr>
          <p:cNvCxnSpPr/>
          <p:nvPr userDrawn="1"/>
        </p:nvCxnSpPr>
        <p:spPr bwMode="auto">
          <a:xfrm>
            <a:off x="0" y="4475182"/>
            <a:ext cx="12192000" cy="0"/>
          </a:xfrm>
          <a:prstGeom prst="line">
            <a:avLst/>
          </a:prstGeom>
          <a:noFill/>
          <a:ln w="25400" cap="flat" cmpd="sng" algn="ctr">
            <a:solidFill>
              <a:schemeClr val="tx2"/>
            </a:solidFill>
            <a:prstDash val="solid"/>
            <a:round/>
            <a:headEnd type="none" w="med" len="med"/>
            <a:tailEnd type="none" w="med" len="med"/>
          </a:ln>
          <a:effectLst/>
        </p:spPr>
      </p:cxnSp>
      <p:sp>
        <p:nvSpPr>
          <p:cNvPr id="3" name="TextBox 2">
            <a:extLst>
              <a:ext uri="{FF2B5EF4-FFF2-40B4-BE49-F238E27FC236}">
                <a16:creationId xmlns:a16="http://schemas.microsoft.com/office/drawing/2014/main" id="{094B9661-BBF0-F4B9-ACE1-EC96C0D65724}"/>
              </a:ext>
            </a:extLst>
          </p:cNvPr>
          <p:cNvSpPr txBox="1"/>
          <p:nvPr userDrawn="1"/>
        </p:nvSpPr>
        <p:spPr>
          <a:xfrm>
            <a:off x="1301676" y="3829717"/>
            <a:ext cx="1059906" cy="1200329"/>
          </a:xfrm>
          <a:prstGeom prst="rect">
            <a:avLst/>
          </a:prstGeom>
        </p:spPr>
        <p:txBody>
          <a:bodyPr wrap="none" rtlCol="0" anchor="t">
            <a:spAutoFit/>
          </a:bodyPr>
          <a:lstStyle/>
          <a:p>
            <a:pPr algn="l" defTabSz="914400">
              <a:buClr>
                <a:schemeClr val="bg2"/>
              </a:buClr>
              <a:tabLst/>
            </a:pPr>
            <a:r>
              <a:rPr lang="en-US" sz="7200" b="1" kern="0">
                <a:solidFill>
                  <a:schemeClr val="accent1">
                    <a:alpha val="9720"/>
                  </a:schemeClr>
                </a:solidFill>
                <a:latin typeface="+mj-lt"/>
              </a:rPr>
              <a:t>Q1</a:t>
            </a:r>
          </a:p>
        </p:txBody>
      </p:sp>
      <p:sp>
        <p:nvSpPr>
          <p:cNvPr id="4" name="TextBox 3">
            <a:extLst>
              <a:ext uri="{FF2B5EF4-FFF2-40B4-BE49-F238E27FC236}">
                <a16:creationId xmlns:a16="http://schemas.microsoft.com/office/drawing/2014/main" id="{2495172C-9345-CC52-2D7C-D8C1653DABC3}"/>
              </a:ext>
            </a:extLst>
          </p:cNvPr>
          <p:cNvSpPr txBox="1"/>
          <p:nvPr userDrawn="1"/>
        </p:nvSpPr>
        <p:spPr>
          <a:xfrm>
            <a:off x="4214308" y="3829717"/>
            <a:ext cx="1250663" cy="1200329"/>
          </a:xfrm>
          <a:prstGeom prst="rect">
            <a:avLst/>
          </a:prstGeom>
        </p:spPr>
        <p:txBody>
          <a:bodyPr wrap="none" rtlCol="0" anchor="t">
            <a:spAutoFit/>
          </a:bodyPr>
          <a:lstStyle/>
          <a:p>
            <a:pPr algn="l" defTabSz="914400">
              <a:buClr>
                <a:schemeClr val="bg2"/>
              </a:buClr>
              <a:tabLst/>
            </a:pPr>
            <a:r>
              <a:rPr lang="en-US" sz="7200" b="1" kern="0">
                <a:solidFill>
                  <a:schemeClr val="accent3">
                    <a:alpha val="9720"/>
                  </a:schemeClr>
                </a:solidFill>
                <a:latin typeface="+mj-lt"/>
              </a:rPr>
              <a:t>Q2</a:t>
            </a:r>
          </a:p>
        </p:txBody>
      </p:sp>
      <p:sp>
        <p:nvSpPr>
          <p:cNvPr id="5" name="TextBox 4">
            <a:extLst>
              <a:ext uri="{FF2B5EF4-FFF2-40B4-BE49-F238E27FC236}">
                <a16:creationId xmlns:a16="http://schemas.microsoft.com/office/drawing/2014/main" id="{10371B8B-1274-5636-C8B2-7AAE0FF8E9A1}"/>
              </a:ext>
            </a:extLst>
          </p:cNvPr>
          <p:cNvSpPr txBox="1"/>
          <p:nvPr userDrawn="1"/>
        </p:nvSpPr>
        <p:spPr>
          <a:xfrm>
            <a:off x="7076738" y="3829717"/>
            <a:ext cx="1231427" cy="1200329"/>
          </a:xfrm>
          <a:prstGeom prst="rect">
            <a:avLst/>
          </a:prstGeom>
        </p:spPr>
        <p:txBody>
          <a:bodyPr wrap="none" rtlCol="0" anchor="t">
            <a:spAutoFit/>
          </a:bodyPr>
          <a:lstStyle/>
          <a:p>
            <a:pPr algn="l" defTabSz="914400">
              <a:buClr>
                <a:schemeClr val="bg2"/>
              </a:buClr>
              <a:tabLst/>
            </a:pPr>
            <a:r>
              <a:rPr lang="en-US" sz="7200" b="1" kern="0">
                <a:solidFill>
                  <a:schemeClr val="accent2">
                    <a:alpha val="9720"/>
                  </a:schemeClr>
                </a:solidFill>
                <a:latin typeface="+mj-lt"/>
              </a:rPr>
              <a:t>Q3</a:t>
            </a:r>
          </a:p>
        </p:txBody>
      </p:sp>
      <p:sp>
        <p:nvSpPr>
          <p:cNvPr id="6" name="TextBox 5">
            <a:extLst>
              <a:ext uri="{FF2B5EF4-FFF2-40B4-BE49-F238E27FC236}">
                <a16:creationId xmlns:a16="http://schemas.microsoft.com/office/drawing/2014/main" id="{8FAB8A73-8F1B-59C6-B39E-DE8E23BBEC97}"/>
              </a:ext>
            </a:extLst>
          </p:cNvPr>
          <p:cNvSpPr txBox="1"/>
          <p:nvPr userDrawn="1"/>
        </p:nvSpPr>
        <p:spPr>
          <a:xfrm>
            <a:off x="9949927" y="3829717"/>
            <a:ext cx="1290738" cy="1200329"/>
          </a:xfrm>
          <a:prstGeom prst="rect">
            <a:avLst/>
          </a:prstGeom>
        </p:spPr>
        <p:txBody>
          <a:bodyPr wrap="none" rtlCol="0" anchor="t">
            <a:spAutoFit/>
          </a:bodyPr>
          <a:lstStyle/>
          <a:p>
            <a:pPr algn="l" defTabSz="914400">
              <a:buClr>
                <a:schemeClr val="bg2"/>
              </a:buClr>
              <a:tabLst/>
            </a:pPr>
            <a:r>
              <a:rPr lang="en-US" sz="7200" b="1" kern="0">
                <a:solidFill>
                  <a:schemeClr val="accent4">
                    <a:alpha val="9720"/>
                  </a:schemeClr>
                </a:solidFill>
                <a:latin typeface="+mj-lt"/>
              </a:rPr>
              <a:t>Q4</a:t>
            </a:r>
          </a:p>
        </p:txBody>
      </p:sp>
      <p:graphicFrame>
        <p:nvGraphicFramePr>
          <p:cNvPr id="11" name="Table 10">
            <a:extLst>
              <a:ext uri="{FF2B5EF4-FFF2-40B4-BE49-F238E27FC236}">
                <a16:creationId xmlns:a16="http://schemas.microsoft.com/office/drawing/2014/main" id="{64D19D10-CDBA-46DB-2FFE-0977840ADE64}"/>
              </a:ext>
            </a:extLst>
          </p:cNvPr>
          <p:cNvGraphicFramePr>
            <a:graphicFrameLocks noGrp="1"/>
          </p:cNvGraphicFramePr>
          <p:nvPr userDrawn="1">
            <p:extLst>
              <p:ext uri="{D42A27DB-BD31-4B8C-83A1-F6EECF244321}">
                <p14:modId xmlns:p14="http://schemas.microsoft.com/office/powerpoint/2010/main" val="2679630351"/>
              </p:ext>
            </p:extLst>
          </p:nvPr>
        </p:nvGraphicFramePr>
        <p:xfrm>
          <a:off x="408791" y="4579583"/>
          <a:ext cx="11564472" cy="304800"/>
        </p:xfrm>
        <a:graphic>
          <a:graphicData uri="http://schemas.openxmlformats.org/drawingml/2006/table">
            <a:tbl>
              <a:tblPr firstRow="1" bandRow="1">
                <a:tableStyleId>{5C22544A-7EE6-4342-B048-85BDC9FD1C3A}</a:tableStyleId>
              </a:tblPr>
              <a:tblGrid>
                <a:gridCol w="963706">
                  <a:extLst>
                    <a:ext uri="{9D8B030D-6E8A-4147-A177-3AD203B41FA5}">
                      <a16:colId xmlns:a16="http://schemas.microsoft.com/office/drawing/2014/main" val="4109886988"/>
                    </a:ext>
                  </a:extLst>
                </a:gridCol>
                <a:gridCol w="963706">
                  <a:extLst>
                    <a:ext uri="{9D8B030D-6E8A-4147-A177-3AD203B41FA5}">
                      <a16:colId xmlns:a16="http://schemas.microsoft.com/office/drawing/2014/main" val="2719135552"/>
                    </a:ext>
                  </a:extLst>
                </a:gridCol>
                <a:gridCol w="963706">
                  <a:extLst>
                    <a:ext uri="{9D8B030D-6E8A-4147-A177-3AD203B41FA5}">
                      <a16:colId xmlns:a16="http://schemas.microsoft.com/office/drawing/2014/main" val="1942664055"/>
                    </a:ext>
                  </a:extLst>
                </a:gridCol>
                <a:gridCol w="963706">
                  <a:extLst>
                    <a:ext uri="{9D8B030D-6E8A-4147-A177-3AD203B41FA5}">
                      <a16:colId xmlns:a16="http://schemas.microsoft.com/office/drawing/2014/main" val="440279873"/>
                    </a:ext>
                  </a:extLst>
                </a:gridCol>
                <a:gridCol w="963706">
                  <a:extLst>
                    <a:ext uri="{9D8B030D-6E8A-4147-A177-3AD203B41FA5}">
                      <a16:colId xmlns:a16="http://schemas.microsoft.com/office/drawing/2014/main" val="11894438"/>
                    </a:ext>
                  </a:extLst>
                </a:gridCol>
                <a:gridCol w="963706">
                  <a:extLst>
                    <a:ext uri="{9D8B030D-6E8A-4147-A177-3AD203B41FA5}">
                      <a16:colId xmlns:a16="http://schemas.microsoft.com/office/drawing/2014/main" val="4189786897"/>
                    </a:ext>
                  </a:extLst>
                </a:gridCol>
                <a:gridCol w="963706">
                  <a:extLst>
                    <a:ext uri="{9D8B030D-6E8A-4147-A177-3AD203B41FA5}">
                      <a16:colId xmlns:a16="http://schemas.microsoft.com/office/drawing/2014/main" val="1211118396"/>
                    </a:ext>
                  </a:extLst>
                </a:gridCol>
                <a:gridCol w="963706">
                  <a:extLst>
                    <a:ext uri="{9D8B030D-6E8A-4147-A177-3AD203B41FA5}">
                      <a16:colId xmlns:a16="http://schemas.microsoft.com/office/drawing/2014/main" val="2986738721"/>
                    </a:ext>
                  </a:extLst>
                </a:gridCol>
                <a:gridCol w="963706">
                  <a:extLst>
                    <a:ext uri="{9D8B030D-6E8A-4147-A177-3AD203B41FA5}">
                      <a16:colId xmlns:a16="http://schemas.microsoft.com/office/drawing/2014/main" val="3798952867"/>
                    </a:ext>
                  </a:extLst>
                </a:gridCol>
                <a:gridCol w="963706">
                  <a:extLst>
                    <a:ext uri="{9D8B030D-6E8A-4147-A177-3AD203B41FA5}">
                      <a16:colId xmlns:a16="http://schemas.microsoft.com/office/drawing/2014/main" val="1519701535"/>
                    </a:ext>
                  </a:extLst>
                </a:gridCol>
                <a:gridCol w="963706">
                  <a:extLst>
                    <a:ext uri="{9D8B030D-6E8A-4147-A177-3AD203B41FA5}">
                      <a16:colId xmlns:a16="http://schemas.microsoft.com/office/drawing/2014/main" val="3065869045"/>
                    </a:ext>
                  </a:extLst>
                </a:gridCol>
                <a:gridCol w="963706">
                  <a:extLst>
                    <a:ext uri="{9D8B030D-6E8A-4147-A177-3AD203B41FA5}">
                      <a16:colId xmlns:a16="http://schemas.microsoft.com/office/drawing/2014/main" val="1933257235"/>
                    </a:ext>
                  </a:extLst>
                </a:gridCol>
              </a:tblGrid>
              <a:tr h="278519">
                <a:tc>
                  <a:txBody>
                    <a:bodyPr/>
                    <a:lstStyle/>
                    <a:p>
                      <a:pPr marL="0" indent="0" algn="ctr">
                        <a:buFont typeface="Arial" panose="020B0604020202020204" pitchFamily="34" charset="0"/>
                        <a:buNone/>
                      </a:pPr>
                      <a:r>
                        <a:rPr lang="en-US" sz="1400" b="1" i="0" spc="0">
                          <a:solidFill>
                            <a:schemeClr val="bg2"/>
                          </a:solidFill>
                          <a:latin typeface="Barlow Light" pitchFamily="2" charset="77"/>
                        </a:rPr>
                        <a:t>OCT</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NOV</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DEC</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JAN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FEB</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APR</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MAY</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JUN</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JUL</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AUG</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400" b="1" i="0" spc="0">
                          <a:solidFill>
                            <a:schemeClr val="bg2"/>
                          </a:solidFill>
                          <a:latin typeface="Barlow Light" pitchFamily="2" charset="77"/>
                        </a:rPr>
                        <a:t>SEPT</a:t>
                      </a:r>
                    </a:p>
                  </a:txBody>
                  <a:tcPr marL="22860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450937"/>
                  </a:ext>
                </a:extLst>
              </a:tr>
            </a:tbl>
          </a:graphicData>
        </a:graphic>
      </p:graphicFrame>
      <p:sp>
        <p:nvSpPr>
          <p:cNvPr id="12" name="Oval 11">
            <a:extLst>
              <a:ext uri="{FF2B5EF4-FFF2-40B4-BE49-F238E27FC236}">
                <a16:creationId xmlns:a16="http://schemas.microsoft.com/office/drawing/2014/main" id="{16B5EB3D-86B3-31AB-BB4A-9A8147B2426E}"/>
              </a:ext>
            </a:extLst>
          </p:cNvPr>
          <p:cNvSpPr/>
          <p:nvPr userDrawn="1"/>
        </p:nvSpPr>
        <p:spPr>
          <a:xfrm>
            <a:off x="828338"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3" name="Oval 12">
            <a:extLst>
              <a:ext uri="{FF2B5EF4-FFF2-40B4-BE49-F238E27FC236}">
                <a16:creationId xmlns:a16="http://schemas.microsoft.com/office/drawing/2014/main" id="{DEB65796-05F9-5A07-389A-E2E1D24EF18C}"/>
              </a:ext>
            </a:extLst>
          </p:cNvPr>
          <p:cNvSpPr/>
          <p:nvPr userDrawn="1"/>
        </p:nvSpPr>
        <p:spPr>
          <a:xfrm>
            <a:off x="1793022"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4" name="Oval 13">
            <a:extLst>
              <a:ext uri="{FF2B5EF4-FFF2-40B4-BE49-F238E27FC236}">
                <a16:creationId xmlns:a16="http://schemas.microsoft.com/office/drawing/2014/main" id="{C498A5E5-CD1F-EE9A-B7A8-176E358CF5F1}"/>
              </a:ext>
            </a:extLst>
          </p:cNvPr>
          <p:cNvSpPr/>
          <p:nvPr userDrawn="1"/>
        </p:nvSpPr>
        <p:spPr>
          <a:xfrm>
            <a:off x="2757706" y="4378363"/>
            <a:ext cx="204395" cy="204395"/>
          </a:xfrm>
          <a:prstGeom prst="ellipse">
            <a:avLst/>
          </a:prstGeom>
          <a:solidFill>
            <a:schemeClr val="accent1"/>
          </a:solidFill>
          <a:ln w="19050" cap="flat">
            <a:noFill/>
            <a:prstDash val="solid"/>
            <a:miter/>
          </a:ln>
          <a:effectLst/>
        </p:spPr>
        <p:txBody>
          <a:bodyPr rtlCol="0" anchor="ctr"/>
          <a:lstStyle/>
          <a:p>
            <a:pPr algn="l"/>
            <a:endParaRPr lang="en-US"/>
          </a:p>
        </p:txBody>
      </p:sp>
      <p:sp>
        <p:nvSpPr>
          <p:cNvPr id="15" name="Oval 14">
            <a:extLst>
              <a:ext uri="{FF2B5EF4-FFF2-40B4-BE49-F238E27FC236}">
                <a16:creationId xmlns:a16="http://schemas.microsoft.com/office/drawing/2014/main" id="{390FC2D3-12F4-FAFA-EE27-F56E35F882CF}"/>
              </a:ext>
            </a:extLst>
          </p:cNvPr>
          <p:cNvSpPr/>
          <p:nvPr userDrawn="1"/>
        </p:nvSpPr>
        <p:spPr>
          <a:xfrm>
            <a:off x="3722390"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6" name="Oval 15">
            <a:extLst>
              <a:ext uri="{FF2B5EF4-FFF2-40B4-BE49-F238E27FC236}">
                <a16:creationId xmlns:a16="http://schemas.microsoft.com/office/drawing/2014/main" id="{3172CA6D-B7E3-C87B-481C-07B6C8CA91B2}"/>
              </a:ext>
            </a:extLst>
          </p:cNvPr>
          <p:cNvSpPr/>
          <p:nvPr userDrawn="1"/>
        </p:nvSpPr>
        <p:spPr>
          <a:xfrm>
            <a:off x="4687074"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7" name="Oval 16">
            <a:extLst>
              <a:ext uri="{FF2B5EF4-FFF2-40B4-BE49-F238E27FC236}">
                <a16:creationId xmlns:a16="http://schemas.microsoft.com/office/drawing/2014/main" id="{7B794D82-8A58-9373-A0BD-0DC708EF27E8}"/>
              </a:ext>
            </a:extLst>
          </p:cNvPr>
          <p:cNvSpPr/>
          <p:nvPr userDrawn="1"/>
        </p:nvSpPr>
        <p:spPr>
          <a:xfrm>
            <a:off x="5651758" y="4378363"/>
            <a:ext cx="204395" cy="204395"/>
          </a:xfrm>
          <a:prstGeom prst="ellipse">
            <a:avLst/>
          </a:prstGeom>
          <a:solidFill>
            <a:schemeClr val="accent3"/>
          </a:solidFill>
          <a:ln w="19050" cap="flat">
            <a:noFill/>
            <a:prstDash val="solid"/>
            <a:miter/>
          </a:ln>
          <a:effectLst/>
        </p:spPr>
        <p:txBody>
          <a:bodyPr rtlCol="0" anchor="ctr"/>
          <a:lstStyle/>
          <a:p>
            <a:pPr algn="l"/>
            <a:endParaRPr lang="en-US"/>
          </a:p>
        </p:txBody>
      </p:sp>
      <p:sp>
        <p:nvSpPr>
          <p:cNvPr id="18" name="Oval 17">
            <a:extLst>
              <a:ext uri="{FF2B5EF4-FFF2-40B4-BE49-F238E27FC236}">
                <a16:creationId xmlns:a16="http://schemas.microsoft.com/office/drawing/2014/main" id="{132A8EA9-7FD7-3A8D-E984-CF141DD7EACB}"/>
              </a:ext>
            </a:extLst>
          </p:cNvPr>
          <p:cNvSpPr/>
          <p:nvPr userDrawn="1"/>
        </p:nvSpPr>
        <p:spPr>
          <a:xfrm>
            <a:off x="6616442"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19" name="Oval 18">
            <a:extLst>
              <a:ext uri="{FF2B5EF4-FFF2-40B4-BE49-F238E27FC236}">
                <a16:creationId xmlns:a16="http://schemas.microsoft.com/office/drawing/2014/main" id="{792FB41F-CD05-4325-0CE5-05285E6C1E88}"/>
              </a:ext>
            </a:extLst>
          </p:cNvPr>
          <p:cNvSpPr/>
          <p:nvPr userDrawn="1"/>
        </p:nvSpPr>
        <p:spPr>
          <a:xfrm>
            <a:off x="7581126"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0" name="Oval 19">
            <a:extLst>
              <a:ext uri="{FF2B5EF4-FFF2-40B4-BE49-F238E27FC236}">
                <a16:creationId xmlns:a16="http://schemas.microsoft.com/office/drawing/2014/main" id="{38891410-078B-A39A-6C6B-5E62098D5CC7}"/>
              </a:ext>
            </a:extLst>
          </p:cNvPr>
          <p:cNvSpPr/>
          <p:nvPr userDrawn="1"/>
        </p:nvSpPr>
        <p:spPr>
          <a:xfrm>
            <a:off x="8545810" y="4378363"/>
            <a:ext cx="204395" cy="204395"/>
          </a:xfrm>
          <a:prstGeom prst="ellipse">
            <a:avLst/>
          </a:prstGeom>
          <a:solidFill>
            <a:schemeClr val="accent2"/>
          </a:solidFill>
          <a:ln w="19050" cap="flat">
            <a:noFill/>
            <a:prstDash val="solid"/>
            <a:miter/>
          </a:ln>
          <a:effectLst/>
        </p:spPr>
        <p:txBody>
          <a:bodyPr rtlCol="0" anchor="ctr"/>
          <a:lstStyle/>
          <a:p>
            <a:pPr algn="l"/>
            <a:endParaRPr lang="en-US"/>
          </a:p>
        </p:txBody>
      </p:sp>
      <p:sp>
        <p:nvSpPr>
          <p:cNvPr id="21" name="Oval 20">
            <a:extLst>
              <a:ext uri="{FF2B5EF4-FFF2-40B4-BE49-F238E27FC236}">
                <a16:creationId xmlns:a16="http://schemas.microsoft.com/office/drawing/2014/main" id="{4BFA13BF-EFA2-FE77-3A89-2D8039DF656E}"/>
              </a:ext>
            </a:extLst>
          </p:cNvPr>
          <p:cNvSpPr/>
          <p:nvPr userDrawn="1"/>
        </p:nvSpPr>
        <p:spPr>
          <a:xfrm>
            <a:off x="9510494"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2" name="Oval 21">
            <a:extLst>
              <a:ext uri="{FF2B5EF4-FFF2-40B4-BE49-F238E27FC236}">
                <a16:creationId xmlns:a16="http://schemas.microsoft.com/office/drawing/2014/main" id="{30456B98-67E9-B374-73C4-7805F6972790}"/>
              </a:ext>
            </a:extLst>
          </p:cNvPr>
          <p:cNvSpPr/>
          <p:nvPr userDrawn="1"/>
        </p:nvSpPr>
        <p:spPr>
          <a:xfrm>
            <a:off x="10475178"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3" name="Oval 22">
            <a:extLst>
              <a:ext uri="{FF2B5EF4-FFF2-40B4-BE49-F238E27FC236}">
                <a16:creationId xmlns:a16="http://schemas.microsoft.com/office/drawing/2014/main" id="{3954B6C7-D216-7C9A-9FFC-D2C621EF2CB8}"/>
              </a:ext>
            </a:extLst>
          </p:cNvPr>
          <p:cNvSpPr/>
          <p:nvPr userDrawn="1"/>
        </p:nvSpPr>
        <p:spPr>
          <a:xfrm>
            <a:off x="11439862" y="4378363"/>
            <a:ext cx="204395" cy="204395"/>
          </a:xfrm>
          <a:prstGeom prst="ellipse">
            <a:avLst/>
          </a:prstGeom>
          <a:solidFill>
            <a:schemeClr val="accent4"/>
          </a:solidFill>
          <a:ln w="19050" cap="flat">
            <a:noFill/>
            <a:prstDash val="solid"/>
            <a:miter/>
          </a:ln>
          <a:effectLst/>
        </p:spPr>
        <p:txBody>
          <a:bodyPr rtlCol="0" anchor="ctr"/>
          <a:lstStyle/>
          <a:p>
            <a:pPr algn="l"/>
            <a:endParaRPr lang="en-US"/>
          </a:p>
        </p:txBody>
      </p:sp>
      <p:sp>
        <p:nvSpPr>
          <p:cNvPr id="25" name="Text Placeholder 24">
            <a:extLst>
              <a:ext uri="{FF2B5EF4-FFF2-40B4-BE49-F238E27FC236}">
                <a16:creationId xmlns:a16="http://schemas.microsoft.com/office/drawing/2014/main" id="{D89A97EE-AE3A-C95C-F307-9B0E567CF3DB}"/>
              </a:ext>
            </a:extLst>
          </p:cNvPr>
          <p:cNvSpPr>
            <a:spLocks noGrp="1"/>
          </p:cNvSpPr>
          <p:nvPr>
            <p:ph type="body" sz="quarter" idx="11"/>
          </p:nvPr>
        </p:nvSpPr>
        <p:spPr>
          <a:xfrm>
            <a:off x="107577"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7" name="Text Placeholder 24">
            <a:extLst>
              <a:ext uri="{FF2B5EF4-FFF2-40B4-BE49-F238E27FC236}">
                <a16:creationId xmlns:a16="http://schemas.microsoft.com/office/drawing/2014/main" id="{90877CE7-C1DF-79C0-A348-8EF5A86C0CA4}"/>
              </a:ext>
            </a:extLst>
          </p:cNvPr>
          <p:cNvSpPr>
            <a:spLocks noGrp="1"/>
          </p:cNvSpPr>
          <p:nvPr>
            <p:ph type="body" sz="quarter" idx="12"/>
          </p:nvPr>
        </p:nvSpPr>
        <p:spPr>
          <a:xfrm>
            <a:off x="6884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8" name="Text Placeholder 24">
            <a:extLst>
              <a:ext uri="{FF2B5EF4-FFF2-40B4-BE49-F238E27FC236}">
                <a16:creationId xmlns:a16="http://schemas.microsoft.com/office/drawing/2014/main" id="{3830A04F-CBCF-3AE0-9BA8-1679E2E263E4}"/>
              </a:ext>
            </a:extLst>
          </p:cNvPr>
          <p:cNvSpPr>
            <a:spLocks noGrp="1"/>
          </p:cNvSpPr>
          <p:nvPr>
            <p:ph type="body" sz="quarter" idx="13"/>
          </p:nvPr>
        </p:nvSpPr>
        <p:spPr>
          <a:xfrm>
            <a:off x="2192768"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9" name="Text Placeholder 24">
            <a:extLst>
              <a:ext uri="{FF2B5EF4-FFF2-40B4-BE49-F238E27FC236}">
                <a16:creationId xmlns:a16="http://schemas.microsoft.com/office/drawing/2014/main" id="{E3012ED2-67E9-EBDD-98D5-3756AF45E238}"/>
              </a:ext>
            </a:extLst>
          </p:cNvPr>
          <p:cNvSpPr>
            <a:spLocks noGrp="1"/>
          </p:cNvSpPr>
          <p:nvPr>
            <p:ph type="body" sz="quarter" idx="14"/>
          </p:nvPr>
        </p:nvSpPr>
        <p:spPr>
          <a:xfrm>
            <a:off x="258003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0" name="Text Placeholder 24">
            <a:extLst>
              <a:ext uri="{FF2B5EF4-FFF2-40B4-BE49-F238E27FC236}">
                <a16:creationId xmlns:a16="http://schemas.microsoft.com/office/drawing/2014/main" id="{8AC20938-5995-8ECE-8B22-1187D8CDB9F1}"/>
              </a:ext>
            </a:extLst>
          </p:cNvPr>
          <p:cNvSpPr>
            <a:spLocks noGrp="1"/>
          </p:cNvSpPr>
          <p:nvPr>
            <p:ph type="body" sz="quarter" idx="15"/>
          </p:nvPr>
        </p:nvSpPr>
        <p:spPr>
          <a:xfrm>
            <a:off x="413183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1" name="Text Placeholder 24">
            <a:extLst>
              <a:ext uri="{FF2B5EF4-FFF2-40B4-BE49-F238E27FC236}">
                <a16:creationId xmlns:a16="http://schemas.microsoft.com/office/drawing/2014/main" id="{ECE422E7-997C-0915-9FED-608BD72614C4}"/>
              </a:ext>
            </a:extLst>
          </p:cNvPr>
          <p:cNvSpPr>
            <a:spLocks noGrp="1"/>
          </p:cNvSpPr>
          <p:nvPr>
            <p:ph type="body" sz="quarter" idx="16"/>
          </p:nvPr>
        </p:nvSpPr>
        <p:spPr>
          <a:xfrm>
            <a:off x="4497587"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2" name="Text Placeholder 24">
            <a:extLst>
              <a:ext uri="{FF2B5EF4-FFF2-40B4-BE49-F238E27FC236}">
                <a16:creationId xmlns:a16="http://schemas.microsoft.com/office/drawing/2014/main" id="{53565C3D-C224-3B9F-52CD-A2AE55C6F5AF}"/>
              </a:ext>
            </a:extLst>
          </p:cNvPr>
          <p:cNvSpPr>
            <a:spLocks noGrp="1"/>
          </p:cNvSpPr>
          <p:nvPr>
            <p:ph type="body" sz="quarter" idx="17"/>
          </p:nvPr>
        </p:nvSpPr>
        <p:spPr>
          <a:xfrm>
            <a:off x="6017112"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3" name="Text Placeholder 24">
            <a:extLst>
              <a:ext uri="{FF2B5EF4-FFF2-40B4-BE49-F238E27FC236}">
                <a16:creationId xmlns:a16="http://schemas.microsoft.com/office/drawing/2014/main" id="{2F522E69-B964-22CD-3088-1A5059A21B68}"/>
              </a:ext>
            </a:extLst>
          </p:cNvPr>
          <p:cNvSpPr>
            <a:spLocks noGrp="1"/>
          </p:cNvSpPr>
          <p:nvPr>
            <p:ph type="body" sz="quarter" idx="18"/>
          </p:nvPr>
        </p:nvSpPr>
        <p:spPr>
          <a:xfrm>
            <a:off x="6425895"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4" name="Text Placeholder 24">
            <a:extLst>
              <a:ext uri="{FF2B5EF4-FFF2-40B4-BE49-F238E27FC236}">
                <a16:creationId xmlns:a16="http://schemas.microsoft.com/office/drawing/2014/main" id="{3E3D4E01-5B14-AFE4-8114-33E9B631200E}"/>
              </a:ext>
            </a:extLst>
          </p:cNvPr>
          <p:cNvSpPr>
            <a:spLocks noGrp="1"/>
          </p:cNvSpPr>
          <p:nvPr>
            <p:ph type="body" sz="quarter" idx="19"/>
          </p:nvPr>
        </p:nvSpPr>
        <p:spPr>
          <a:xfrm>
            <a:off x="7997415"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5" name="Text Placeholder 24">
            <a:extLst>
              <a:ext uri="{FF2B5EF4-FFF2-40B4-BE49-F238E27FC236}">
                <a16:creationId xmlns:a16="http://schemas.microsoft.com/office/drawing/2014/main" id="{53240834-2338-690C-F9CD-EBD406BB169C}"/>
              </a:ext>
            </a:extLst>
          </p:cNvPr>
          <p:cNvSpPr>
            <a:spLocks noGrp="1"/>
          </p:cNvSpPr>
          <p:nvPr>
            <p:ph type="body" sz="quarter" idx="20"/>
          </p:nvPr>
        </p:nvSpPr>
        <p:spPr>
          <a:xfrm>
            <a:off x="8352406"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6" name="Text Placeholder 24">
            <a:extLst>
              <a:ext uri="{FF2B5EF4-FFF2-40B4-BE49-F238E27FC236}">
                <a16:creationId xmlns:a16="http://schemas.microsoft.com/office/drawing/2014/main" id="{53CDCAE9-5BE2-F890-476C-31F0ED9582CC}"/>
              </a:ext>
            </a:extLst>
          </p:cNvPr>
          <p:cNvSpPr>
            <a:spLocks noGrp="1"/>
          </p:cNvSpPr>
          <p:nvPr>
            <p:ph type="body" sz="quarter" idx="21"/>
          </p:nvPr>
        </p:nvSpPr>
        <p:spPr>
          <a:xfrm>
            <a:off x="9925723" y="5133547"/>
            <a:ext cx="1782183" cy="1202652"/>
          </a:xfrm>
          <a:prstGeom prst="rect">
            <a:avLst/>
          </a:prstGeom>
        </p:spPr>
        <p:txBody>
          <a:bodyPr/>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7" name="Text Placeholder 24">
            <a:extLst>
              <a:ext uri="{FF2B5EF4-FFF2-40B4-BE49-F238E27FC236}">
                <a16:creationId xmlns:a16="http://schemas.microsoft.com/office/drawing/2014/main" id="{544AE7E4-963F-E999-0C67-057DBA88621A}"/>
              </a:ext>
            </a:extLst>
          </p:cNvPr>
          <p:cNvSpPr>
            <a:spLocks noGrp="1"/>
          </p:cNvSpPr>
          <p:nvPr>
            <p:ph type="body" sz="quarter" idx="22"/>
          </p:nvPr>
        </p:nvSpPr>
        <p:spPr>
          <a:xfrm>
            <a:off x="10291468" y="2818506"/>
            <a:ext cx="1787562" cy="1202652"/>
          </a:xfrm>
          <a:prstGeom prst="rect">
            <a:avLst/>
          </a:prstGeom>
        </p:spPr>
        <p:txBody>
          <a:bodyPr anchor="b"/>
          <a:lstStyle>
            <a:lvl1pPr marL="0" indent="0">
              <a:buNone/>
              <a:defRPr sz="12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grpSp>
        <p:nvGrpSpPr>
          <p:cNvPr id="51" name="Group 50">
            <a:extLst>
              <a:ext uri="{FF2B5EF4-FFF2-40B4-BE49-F238E27FC236}">
                <a16:creationId xmlns:a16="http://schemas.microsoft.com/office/drawing/2014/main" id="{09910CBE-5C43-5978-3267-ACA716911407}"/>
              </a:ext>
            </a:extLst>
          </p:cNvPr>
          <p:cNvGrpSpPr/>
          <p:nvPr userDrawn="1"/>
        </p:nvGrpSpPr>
        <p:grpSpPr>
          <a:xfrm>
            <a:off x="1893346" y="4066392"/>
            <a:ext cx="9655886" cy="202601"/>
            <a:chOff x="1893346" y="3506994"/>
            <a:chExt cx="9655886" cy="462579"/>
          </a:xfrm>
        </p:grpSpPr>
        <p:cxnSp>
          <p:nvCxnSpPr>
            <p:cNvPr id="39" name="Straight Arrow Connector 38">
              <a:extLst>
                <a:ext uri="{FF2B5EF4-FFF2-40B4-BE49-F238E27FC236}">
                  <a16:creationId xmlns:a16="http://schemas.microsoft.com/office/drawing/2014/main" id="{98207040-5CB2-69CB-7797-7204A0A53E3A}"/>
                </a:ext>
              </a:extLst>
            </p:cNvPr>
            <p:cNvCxnSpPr/>
            <p:nvPr userDrawn="1"/>
          </p:nvCxnSpPr>
          <p:spPr bwMode="auto">
            <a:xfrm>
              <a:off x="1893346" y="35069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0" name="Straight Arrow Connector 39">
              <a:extLst>
                <a:ext uri="{FF2B5EF4-FFF2-40B4-BE49-F238E27FC236}">
                  <a16:creationId xmlns:a16="http://schemas.microsoft.com/office/drawing/2014/main" id="{524BCC28-A1FA-E762-5B19-028411BACDE7}"/>
                </a:ext>
              </a:extLst>
            </p:cNvPr>
            <p:cNvCxnSpPr/>
            <p:nvPr userDrawn="1"/>
          </p:nvCxnSpPr>
          <p:spPr bwMode="auto">
            <a:xfrm>
              <a:off x="3831516"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C9F68A62-C55E-5CAE-AD4A-1CB6864A6A22}"/>
                </a:ext>
              </a:extLst>
            </p:cNvPr>
            <p:cNvCxnSpPr/>
            <p:nvPr userDrawn="1"/>
          </p:nvCxnSpPr>
          <p:spPr bwMode="auto">
            <a:xfrm>
              <a:off x="5748168" y="35069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06B5F9AA-9D82-DF0C-F9BF-37B08E7E3786}"/>
                </a:ext>
              </a:extLst>
            </p:cNvPr>
            <p:cNvCxnSpPr/>
            <p:nvPr userDrawn="1"/>
          </p:nvCxnSpPr>
          <p:spPr bwMode="auto">
            <a:xfrm>
              <a:off x="7686338" y="35069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3" name="Straight Arrow Connector 42">
              <a:extLst>
                <a:ext uri="{FF2B5EF4-FFF2-40B4-BE49-F238E27FC236}">
                  <a16:creationId xmlns:a16="http://schemas.microsoft.com/office/drawing/2014/main" id="{A9AD43CB-2272-D341-B2E9-335F60DE3A70}"/>
                </a:ext>
              </a:extLst>
            </p:cNvPr>
            <p:cNvCxnSpPr/>
            <p:nvPr userDrawn="1"/>
          </p:nvCxnSpPr>
          <p:spPr bwMode="auto">
            <a:xfrm>
              <a:off x="9601200" y="3506994"/>
              <a:ext cx="0" cy="462579"/>
            </a:xfrm>
            <a:prstGeom prst="straightConnector1">
              <a:avLst/>
            </a:prstGeom>
            <a:noFill/>
            <a:ln w="25400" cap="flat" cmpd="sng" algn="ctr">
              <a:solidFill>
                <a:schemeClr val="accent4"/>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60A2C6AA-B98C-8F89-6C07-33E23F5A7220}"/>
                </a:ext>
              </a:extLst>
            </p:cNvPr>
            <p:cNvCxnSpPr/>
            <p:nvPr userDrawn="1"/>
          </p:nvCxnSpPr>
          <p:spPr bwMode="auto">
            <a:xfrm>
              <a:off x="11549232" y="3506994"/>
              <a:ext cx="0" cy="462579"/>
            </a:xfrm>
            <a:prstGeom prst="straightConnector1">
              <a:avLst/>
            </a:prstGeom>
            <a:noFill/>
            <a:ln w="25400" cap="flat" cmpd="sng" algn="ctr">
              <a:solidFill>
                <a:schemeClr val="accent4"/>
              </a:solidFill>
              <a:prstDash val="solid"/>
              <a:round/>
              <a:headEnd type="none" w="med" len="med"/>
              <a:tailEnd type="triangle"/>
            </a:ln>
            <a:effectLst/>
          </p:spPr>
        </p:cxnSp>
      </p:grpSp>
      <p:grpSp>
        <p:nvGrpSpPr>
          <p:cNvPr id="52" name="Group 51">
            <a:extLst>
              <a:ext uri="{FF2B5EF4-FFF2-40B4-BE49-F238E27FC236}">
                <a16:creationId xmlns:a16="http://schemas.microsoft.com/office/drawing/2014/main" id="{97106B2D-F7AC-6DAD-7593-917A8417F093}"/>
              </a:ext>
            </a:extLst>
          </p:cNvPr>
          <p:cNvGrpSpPr/>
          <p:nvPr userDrawn="1"/>
        </p:nvGrpSpPr>
        <p:grpSpPr>
          <a:xfrm>
            <a:off x="916193" y="4885766"/>
            <a:ext cx="9655886" cy="202601"/>
            <a:chOff x="916193" y="4573794"/>
            <a:chExt cx="9655886" cy="462579"/>
          </a:xfrm>
        </p:grpSpPr>
        <p:cxnSp>
          <p:nvCxnSpPr>
            <p:cNvPr id="45" name="Straight Arrow Connector 44">
              <a:extLst>
                <a:ext uri="{FF2B5EF4-FFF2-40B4-BE49-F238E27FC236}">
                  <a16:creationId xmlns:a16="http://schemas.microsoft.com/office/drawing/2014/main" id="{AC1A3E16-FDFE-067A-4D54-767DFAC5DC15}"/>
                </a:ext>
              </a:extLst>
            </p:cNvPr>
            <p:cNvCxnSpPr/>
            <p:nvPr userDrawn="1"/>
          </p:nvCxnSpPr>
          <p:spPr bwMode="auto">
            <a:xfrm flipV="1">
              <a:off x="91619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6" name="Straight Arrow Connector 45">
              <a:extLst>
                <a:ext uri="{FF2B5EF4-FFF2-40B4-BE49-F238E27FC236}">
                  <a16:creationId xmlns:a16="http://schemas.microsoft.com/office/drawing/2014/main" id="{32CE03EF-9262-F0E2-94A6-1E55C538F379}"/>
                </a:ext>
              </a:extLst>
            </p:cNvPr>
            <p:cNvCxnSpPr/>
            <p:nvPr userDrawn="1"/>
          </p:nvCxnSpPr>
          <p:spPr bwMode="auto">
            <a:xfrm flipV="1">
              <a:off x="2854363" y="4573794"/>
              <a:ext cx="0" cy="462579"/>
            </a:xfrm>
            <a:prstGeom prst="straightConnector1">
              <a:avLst/>
            </a:prstGeom>
            <a:noFill/>
            <a:ln w="25400" cap="flat" cmpd="sng" algn="ctr">
              <a:solidFill>
                <a:schemeClr val="accent1"/>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7102FE42-EF4B-B644-6990-8F26C87021D9}"/>
                </a:ext>
              </a:extLst>
            </p:cNvPr>
            <p:cNvCxnSpPr/>
            <p:nvPr userDrawn="1"/>
          </p:nvCxnSpPr>
          <p:spPr bwMode="auto">
            <a:xfrm flipV="1">
              <a:off x="4803289" y="4573794"/>
              <a:ext cx="0" cy="462579"/>
            </a:xfrm>
            <a:prstGeom prst="straightConnector1">
              <a:avLst/>
            </a:prstGeom>
            <a:noFill/>
            <a:ln w="25400" cap="flat" cmpd="sng" algn="ctr">
              <a:solidFill>
                <a:schemeClr val="accent3"/>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849ADA9B-693B-C7D0-F854-746AEB1B65E1}"/>
                </a:ext>
              </a:extLst>
            </p:cNvPr>
            <p:cNvCxnSpPr/>
            <p:nvPr userDrawn="1"/>
          </p:nvCxnSpPr>
          <p:spPr bwMode="auto">
            <a:xfrm flipV="1">
              <a:off x="6709185"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B2727555-80D7-9CCD-1F8B-3BD4B51D5D61}"/>
                </a:ext>
              </a:extLst>
            </p:cNvPr>
            <p:cNvCxnSpPr/>
            <p:nvPr userDrawn="1"/>
          </p:nvCxnSpPr>
          <p:spPr bwMode="auto">
            <a:xfrm flipV="1">
              <a:off x="8656321" y="4573794"/>
              <a:ext cx="0" cy="462579"/>
            </a:xfrm>
            <a:prstGeom prst="straightConnector1">
              <a:avLst/>
            </a:prstGeom>
            <a:noFill/>
            <a:ln w="25400" cap="flat" cmpd="sng" algn="ctr">
              <a:solidFill>
                <a:schemeClr val="accent2"/>
              </a:solidFill>
              <a:prstDash val="solid"/>
              <a:round/>
              <a:headEnd type="none" w="med" len="med"/>
              <a:tailEnd type="triangle"/>
            </a:ln>
            <a:effectLst/>
          </p:spPr>
        </p:cxnSp>
        <p:cxnSp>
          <p:nvCxnSpPr>
            <p:cNvPr id="50" name="Straight Arrow Connector 49">
              <a:extLst>
                <a:ext uri="{FF2B5EF4-FFF2-40B4-BE49-F238E27FC236}">
                  <a16:creationId xmlns:a16="http://schemas.microsoft.com/office/drawing/2014/main" id="{F1E891A0-661A-EADB-1EEC-7BD195C7EDB1}"/>
                </a:ext>
              </a:extLst>
            </p:cNvPr>
            <p:cNvCxnSpPr/>
            <p:nvPr userDrawn="1"/>
          </p:nvCxnSpPr>
          <p:spPr bwMode="auto">
            <a:xfrm flipV="1">
              <a:off x="10572079" y="4573794"/>
              <a:ext cx="0" cy="462579"/>
            </a:xfrm>
            <a:prstGeom prst="straightConnector1">
              <a:avLst/>
            </a:prstGeom>
            <a:noFill/>
            <a:ln w="25400" cap="flat" cmpd="sng" algn="ctr">
              <a:solidFill>
                <a:schemeClr val="accent4"/>
              </a:solidFill>
              <a:prstDash val="solid"/>
              <a:round/>
              <a:headEnd type="none" w="med" len="med"/>
              <a:tailEnd type="triangle"/>
            </a:ln>
            <a:effectLst/>
          </p:spPr>
        </p:cxnSp>
      </p:grpSp>
      <p:sp>
        <p:nvSpPr>
          <p:cNvPr id="24" name="Text Placeholder 24">
            <a:extLst>
              <a:ext uri="{FF2B5EF4-FFF2-40B4-BE49-F238E27FC236}">
                <a16:creationId xmlns:a16="http://schemas.microsoft.com/office/drawing/2014/main" id="{90DBDADF-D595-5A73-C39E-C259903BC8DC}"/>
              </a:ext>
            </a:extLst>
          </p:cNvPr>
          <p:cNvSpPr>
            <a:spLocks noGrp="1"/>
          </p:cNvSpPr>
          <p:nvPr>
            <p:ph type="body" sz="quarter" idx="23"/>
          </p:nvPr>
        </p:nvSpPr>
        <p:spPr>
          <a:xfrm>
            <a:off x="688486" y="1459454"/>
            <a:ext cx="3259570"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26" name="Text Placeholder 24">
            <a:extLst>
              <a:ext uri="{FF2B5EF4-FFF2-40B4-BE49-F238E27FC236}">
                <a16:creationId xmlns:a16="http://schemas.microsoft.com/office/drawing/2014/main" id="{D7B52FD8-17ED-3369-4A39-D211A29C8598}"/>
              </a:ext>
            </a:extLst>
          </p:cNvPr>
          <p:cNvSpPr>
            <a:spLocks noGrp="1"/>
          </p:cNvSpPr>
          <p:nvPr>
            <p:ph type="body" sz="quarter" idx="24"/>
          </p:nvPr>
        </p:nvSpPr>
        <p:spPr>
          <a:xfrm>
            <a:off x="4238514" y="1459454"/>
            <a:ext cx="3550022"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sp>
        <p:nvSpPr>
          <p:cNvPr id="38" name="Text Placeholder 24">
            <a:extLst>
              <a:ext uri="{FF2B5EF4-FFF2-40B4-BE49-F238E27FC236}">
                <a16:creationId xmlns:a16="http://schemas.microsoft.com/office/drawing/2014/main" id="{BEA9AB67-DC81-7DC0-0294-CC632D70C68F}"/>
              </a:ext>
            </a:extLst>
          </p:cNvPr>
          <p:cNvSpPr>
            <a:spLocks noGrp="1"/>
          </p:cNvSpPr>
          <p:nvPr>
            <p:ph type="body" sz="quarter" idx="25"/>
          </p:nvPr>
        </p:nvSpPr>
        <p:spPr>
          <a:xfrm>
            <a:off x="8068235" y="1459454"/>
            <a:ext cx="3722147" cy="756622"/>
          </a:xfrm>
          <a:prstGeom prst="rect">
            <a:avLst/>
          </a:prstGeom>
        </p:spPr>
        <p:txBody>
          <a:bodyPr anchor="t"/>
          <a:lstStyle>
            <a:lvl1pPr marL="0" indent="0">
              <a:buNone/>
              <a:defRPr sz="2000"/>
            </a:lvl1pPr>
            <a:lvl2pPr marL="460375" indent="0">
              <a:buNone/>
              <a:defRPr sz="1200"/>
            </a:lvl2pPr>
            <a:lvl3pPr marL="865187" indent="0">
              <a:buNone/>
              <a:defRPr sz="1100"/>
            </a:lvl3pPr>
            <a:lvl4pPr marL="1828389" indent="0">
              <a:buNone/>
              <a:defRPr sz="1050"/>
            </a:lvl4pPr>
            <a:lvl5pPr marL="2437851" indent="0">
              <a:buNone/>
              <a:defRPr sz="1050"/>
            </a:lvl5pPr>
          </a:lstStyle>
          <a:p>
            <a:pPr lvl="0"/>
            <a:r>
              <a:rPr lang="en-US"/>
              <a:t>Click to edit Master text styles</a:t>
            </a:r>
          </a:p>
        </p:txBody>
      </p:sp>
      <p:cxnSp>
        <p:nvCxnSpPr>
          <p:cNvPr id="54" name="Straight Connector 53">
            <a:extLst>
              <a:ext uri="{FF2B5EF4-FFF2-40B4-BE49-F238E27FC236}">
                <a16:creationId xmlns:a16="http://schemas.microsoft.com/office/drawing/2014/main" id="{1C44C6EC-54BD-43E3-1006-B8DCA6DAA571}"/>
              </a:ext>
            </a:extLst>
          </p:cNvPr>
          <p:cNvCxnSpPr/>
          <p:nvPr userDrawn="1"/>
        </p:nvCxnSpPr>
        <p:spPr bwMode="auto">
          <a:xfrm>
            <a:off x="4087906" y="1484554"/>
            <a:ext cx="0" cy="957431"/>
          </a:xfrm>
          <a:prstGeom prst="line">
            <a:avLst/>
          </a:prstGeom>
          <a:noFill/>
          <a:ln w="15875" cap="flat" cmpd="sng" algn="ctr">
            <a:solidFill>
              <a:schemeClr val="bg2"/>
            </a:solidFill>
            <a:prstDash val="sysDot"/>
            <a:round/>
            <a:headEnd type="none" w="med" len="med"/>
            <a:tailEnd type="none" w="med" len="med"/>
          </a:ln>
          <a:effectLst/>
        </p:spPr>
      </p:cxnSp>
      <p:cxnSp>
        <p:nvCxnSpPr>
          <p:cNvPr id="55" name="Straight Connector 54">
            <a:extLst>
              <a:ext uri="{FF2B5EF4-FFF2-40B4-BE49-F238E27FC236}">
                <a16:creationId xmlns:a16="http://schemas.microsoft.com/office/drawing/2014/main" id="{D9B47D26-C473-C935-80C4-7EB2A88E269D}"/>
              </a:ext>
            </a:extLst>
          </p:cNvPr>
          <p:cNvCxnSpPr/>
          <p:nvPr userDrawn="1"/>
        </p:nvCxnSpPr>
        <p:spPr bwMode="auto">
          <a:xfrm>
            <a:off x="7924800" y="1484554"/>
            <a:ext cx="0" cy="957431"/>
          </a:xfrm>
          <a:prstGeom prst="line">
            <a:avLst/>
          </a:prstGeom>
          <a:noFill/>
          <a:ln w="15875" cap="flat" cmpd="sng" algn="ctr">
            <a:solidFill>
              <a:schemeClr val="bg2"/>
            </a:solidFill>
            <a:prstDash val="sysDot"/>
            <a:round/>
            <a:headEnd type="none" w="med" len="med"/>
            <a:tailEnd type="none" w="med" len="med"/>
          </a:ln>
          <a:effectLst/>
        </p:spPr>
      </p:cxnSp>
      <p:pic>
        <p:nvPicPr>
          <p:cNvPr id="7" name="Picture 6" descr="A blue and grey text on a black background&#10;&#10;AI-generated content may be incorrect.">
            <a:extLst>
              <a:ext uri="{FF2B5EF4-FFF2-40B4-BE49-F238E27FC236}">
                <a16:creationId xmlns:a16="http://schemas.microsoft.com/office/drawing/2014/main" id="{AD1A9176-297E-B066-0C0D-695BEB72569A}"/>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518843865"/>
      </p:ext>
    </p:extLst>
  </p:cSld>
  <p:clrMapOvr>
    <a:masterClrMapping/>
  </p:clrMapOvr>
  <p:transition spd="med"/>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Infographic 4 items">
    <p:spTree>
      <p:nvGrpSpPr>
        <p:cNvPr id="1" name=""/>
        <p:cNvGrpSpPr/>
        <p:nvPr/>
      </p:nvGrpSpPr>
      <p:grpSpPr>
        <a:xfrm>
          <a:off x="0" y="0"/>
          <a:ext cx="0" cy="0"/>
          <a:chOff x="0" y="0"/>
          <a:chExt cx="0" cy="0"/>
        </a:xfrm>
      </p:grpSpPr>
      <p:sp>
        <p:nvSpPr>
          <p:cNvPr id="3" name="Freeform 5">
            <a:extLst>
              <a:ext uri="{FF2B5EF4-FFF2-40B4-BE49-F238E27FC236}">
                <a16:creationId xmlns:a16="http://schemas.microsoft.com/office/drawing/2014/main" id="{91EF007A-D149-789F-9D78-C745A68DF558}"/>
              </a:ext>
            </a:extLst>
          </p:cNvPr>
          <p:cNvSpPr>
            <a:spLocks/>
          </p:cNvSpPr>
          <p:nvPr userDrawn="1"/>
        </p:nvSpPr>
        <p:spPr bwMode="auto">
          <a:xfrm>
            <a:off x="3327798" y="2706675"/>
            <a:ext cx="1498033" cy="693201"/>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8" name="Freeform 6">
            <a:extLst>
              <a:ext uri="{FF2B5EF4-FFF2-40B4-BE49-F238E27FC236}">
                <a16:creationId xmlns:a16="http://schemas.microsoft.com/office/drawing/2014/main" id="{50A312F1-92D8-BFF6-4E87-73A8F36CEE33}"/>
              </a:ext>
            </a:extLst>
          </p:cNvPr>
          <p:cNvSpPr>
            <a:spLocks/>
          </p:cNvSpPr>
          <p:nvPr userDrawn="1"/>
        </p:nvSpPr>
        <p:spPr bwMode="auto">
          <a:xfrm>
            <a:off x="3220796" y="3697349"/>
            <a:ext cx="1984142" cy="1438501"/>
          </a:xfrm>
          <a:custGeom>
            <a:avLst/>
            <a:gdLst>
              <a:gd name="T0" fmla="*/ 1653 w 1653"/>
              <a:gd name="T1" fmla="*/ 0 h 798"/>
              <a:gd name="T2" fmla="*/ 1135 w 1653"/>
              <a:gd name="T3" fmla="*/ 0 h 798"/>
              <a:gd name="T4" fmla="*/ 935 w 1653"/>
              <a:gd name="T5" fmla="*/ 200 h 798"/>
              <a:gd name="T6" fmla="*/ 935 w 1653"/>
              <a:gd name="T7" fmla="*/ 598 h 798"/>
              <a:gd name="T8" fmla="*/ 735 w 1653"/>
              <a:gd name="T9" fmla="*/ 798 h 798"/>
              <a:gd name="T10" fmla="*/ 0 w 1653"/>
              <a:gd name="T11" fmla="*/ 798 h 798"/>
              <a:gd name="connsiteX0" fmla="*/ 15394 w 15394"/>
              <a:gd name="connsiteY0" fmla="*/ 0 h 10000"/>
              <a:gd name="connsiteX1" fmla="*/ 12260 w 15394"/>
              <a:gd name="connsiteY1" fmla="*/ 0 h 10000"/>
              <a:gd name="connsiteX2" fmla="*/ 11050 w 15394"/>
              <a:gd name="connsiteY2" fmla="*/ 2506 h 10000"/>
              <a:gd name="connsiteX3" fmla="*/ 11050 w 15394"/>
              <a:gd name="connsiteY3" fmla="*/ 7494 h 10000"/>
              <a:gd name="connsiteX4" fmla="*/ 9840 w 15394"/>
              <a:gd name="connsiteY4" fmla="*/ 10000 h 10000"/>
              <a:gd name="connsiteX5" fmla="*/ 0 w 15394"/>
              <a:gd name="connsiteY5" fmla="*/ 9959 h 10000"/>
              <a:gd name="connsiteX0" fmla="*/ 6977 w 6977"/>
              <a:gd name="connsiteY0" fmla="*/ 0 h 10041"/>
              <a:gd name="connsiteX1" fmla="*/ 3843 w 6977"/>
              <a:gd name="connsiteY1" fmla="*/ 0 h 10041"/>
              <a:gd name="connsiteX2" fmla="*/ 2633 w 6977"/>
              <a:gd name="connsiteY2" fmla="*/ 2506 h 10041"/>
              <a:gd name="connsiteX3" fmla="*/ 2633 w 6977"/>
              <a:gd name="connsiteY3" fmla="*/ 7494 h 10041"/>
              <a:gd name="connsiteX4" fmla="*/ 1423 w 6977"/>
              <a:gd name="connsiteY4" fmla="*/ 10000 h 10041"/>
              <a:gd name="connsiteX5" fmla="*/ 0 w 6977"/>
              <a:gd name="connsiteY5" fmla="*/ 10041 h 1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7" h="10041">
                <a:moveTo>
                  <a:pt x="6977" y="0"/>
                </a:moveTo>
                <a:lnTo>
                  <a:pt x="3843" y="0"/>
                </a:lnTo>
                <a:cubicBezTo>
                  <a:pt x="3172" y="0"/>
                  <a:pt x="2633" y="1128"/>
                  <a:pt x="2633" y="2506"/>
                </a:cubicBezTo>
                <a:lnTo>
                  <a:pt x="2633" y="7494"/>
                </a:lnTo>
                <a:cubicBezTo>
                  <a:pt x="2633" y="8872"/>
                  <a:pt x="2089" y="10000"/>
                  <a:pt x="1423" y="10000"/>
                </a:cubicBezTo>
                <a:lnTo>
                  <a:pt x="0" y="10041"/>
                </a:lnTo>
              </a:path>
            </a:pathLst>
          </a:custGeom>
          <a:noFill/>
          <a:ln w="38100" cap="rnd">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9" name="Freeform 5">
            <a:extLst>
              <a:ext uri="{FF2B5EF4-FFF2-40B4-BE49-F238E27FC236}">
                <a16:creationId xmlns:a16="http://schemas.microsoft.com/office/drawing/2014/main" id="{4F0B9143-B279-7279-0FC4-5C81A4DE6232}"/>
              </a:ext>
            </a:extLst>
          </p:cNvPr>
          <p:cNvSpPr>
            <a:spLocks/>
          </p:cNvSpPr>
          <p:nvPr userDrawn="1"/>
        </p:nvSpPr>
        <p:spPr bwMode="auto">
          <a:xfrm flipH="1" flipV="1">
            <a:off x="6615223" y="3599311"/>
            <a:ext cx="2274229" cy="1127787"/>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 name="connsiteX0" fmla="*/ 0 w 10000"/>
              <a:gd name="connsiteY0" fmla="*/ 30 h 10030"/>
              <a:gd name="connsiteX1" fmla="*/ 2246 w 10000"/>
              <a:gd name="connsiteY1" fmla="*/ 0 h 10030"/>
              <a:gd name="connsiteX2" fmla="*/ 4446 w 10000"/>
              <a:gd name="connsiteY2" fmla="*/ 30 h 10030"/>
              <a:gd name="connsiteX3" fmla="*/ 5656 w 10000"/>
              <a:gd name="connsiteY3" fmla="*/ 2539 h 10030"/>
              <a:gd name="connsiteX4" fmla="*/ 5656 w 10000"/>
              <a:gd name="connsiteY4" fmla="*/ 7521 h 10030"/>
              <a:gd name="connsiteX5" fmla="*/ 6866 w 10000"/>
              <a:gd name="connsiteY5" fmla="*/ 10030 h 10030"/>
              <a:gd name="connsiteX6" fmla="*/ 10000 w 10000"/>
              <a:gd name="connsiteY6" fmla="*/ 10030 h 10030"/>
              <a:gd name="connsiteX0" fmla="*/ 0 w 7754"/>
              <a:gd name="connsiteY0" fmla="*/ 0 h 10030"/>
              <a:gd name="connsiteX1" fmla="*/ 2200 w 7754"/>
              <a:gd name="connsiteY1" fmla="*/ 30 h 10030"/>
              <a:gd name="connsiteX2" fmla="*/ 3410 w 7754"/>
              <a:gd name="connsiteY2" fmla="*/ 2539 h 10030"/>
              <a:gd name="connsiteX3" fmla="*/ 3410 w 7754"/>
              <a:gd name="connsiteY3" fmla="*/ 7521 h 10030"/>
              <a:gd name="connsiteX4" fmla="*/ 4620 w 7754"/>
              <a:gd name="connsiteY4" fmla="*/ 10030 h 10030"/>
              <a:gd name="connsiteX5" fmla="*/ 7754 w 7754"/>
              <a:gd name="connsiteY5" fmla="*/ 10030 h 1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4" h="10030">
                <a:moveTo>
                  <a:pt x="0" y="0"/>
                </a:moveTo>
                <a:lnTo>
                  <a:pt x="2200" y="30"/>
                </a:lnTo>
                <a:cubicBezTo>
                  <a:pt x="2866" y="30"/>
                  <a:pt x="3410" y="1147"/>
                  <a:pt x="3410" y="2539"/>
                </a:cubicBezTo>
                <a:lnTo>
                  <a:pt x="3410" y="7521"/>
                </a:lnTo>
                <a:cubicBezTo>
                  <a:pt x="3410" y="8901"/>
                  <a:pt x="3949" y="10030"/>
                  <a:pt x="4620" y="10030"/>
                </a:cubicBezTo>
                <a:lnTo>
                  <a:pt x="7754" y="10030"/>
                </a:lnTo>
              </a:path>
            </a:pathLst>
          </a:custGeom>
          <a:noFill/>
          <a:ln w="38100" cap="rnd">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0" name="Freeform 5">
            <a:extLst>
              <a:ext uri="{FF2B5EF4-FFF2-40B4-BE49-F238E27FC236}">
                <a16:creationId xmlns:a16="http://schemas.microsoft.com/office/drawing/2014/main" id="{F4E01309-A805-6233-263C-0AA887785298}"/>
              </a:ext>
            </a:extLst>
          </p:cNvPr>
          <p:cNvSpPr>
            <a:spLocks/>
          </p:cNvSpPr>
          <p:nvPr userDrawn="1"/>
        </p:nvSpPr>
        <p:spPr bwMode="auto">
          <a:xfrm flipH="1">
            <a:off x="6866287" y="2242736"/>
            <a:ext cx="2217717" cy="1133989"/>
          </a:xfrm>
          <a:custGeom>
            <a:avLst/>
            <a:gdLst>
              <a:gd name="T0" fmla="*/ 0 w 1653"/>
              <a:gd name="T1" fmla="*/ 0 h 797"/>
              <a:gd name="T2" fmla="*/ 735 w 1653"/>
              <a:gd name="T3" fmla="*/ 0 h 797"/>
              <a:gd name="T4" fmla="*/ 935 w 1653"/>
              <a:gd name="T5" fmla="*/ 200 h 797"/>
              <a:gd name="T6" fmla="*/ 935 w 1653"/>
              <a:gd name="T7" fmla="*/ 597 h 797"/>
              <a:gd name="T8" fmla="*/ 1135 w 1653"/>
              <a:gd name="T9" fmla="*/ 797 h 797"/>
              <a:gd name="T10" fmla="*/ 1653 w 1653"/>
              <a:gd name="T11" fmla="*/ 797 h 797"/>
            </a:gdLst>
            <a:ahLst/>
            <a:cxnLst>
              <a:cxn ang="0">
                <a:pos x="T0" y="T1"/>
              </a:cxn>
              <a:cxn ang="0">
                <a:pos x="T2" y="T3"/>
              </a:cxn>
              <a:cxn ang="0">
                <a:pos x="T4" y="T5"/>
              </a:cxn>
              <a:cxn ang="0">
                <a:pos x="T6" y="T7"/>
              </a:cxn>
              <a:cxn ang="0">
                <a:pos x="T8" y="T9"/>
              </a:cxn>
              <a:cxn ang="0">
                <a:pos x="T10" y="T11"/>
              </a:cxn>
            </a:cxnLst>
            <a:rect l="0" t="0" r="r" b="b"/>
            <a:pathLst>
              <a:path w="1653" h="797">
                <a:moveTo>
                  <a:pt x="0" y="0"/>
                </a:moveTo>
                <a:cubicBezTo>
                  <a:pt x="735" y="0"/>
                  <a:pt x="735" y="0"/>
                  <a:pt x="735" y="0"/>
                </a:cubicBezTo>
                <a:cubicBezTo>
                  <a:pt x="845" y="0"/>
                  <a:pt x="935" y="89"/>
                  <a:pt x="935" y="200"/>
                </a:cubicBezTo>
                <a:cubicBezTo>
                  <a:pt x="935" y="597"/>
                  <a:pt x="935" y="597"/>
                  <a:pt x="935" y="597"/>
                </a:cubicBezTo>
                <a:cubicBezTo>
                  <a:pt x="935" y="707"/>
                  <a:pt x="1024" y="797"/>
                  <a:pt x="1135" y="797"/>
                </a:cubicBezTo>
                <a:cubicBezTo>
                  <a:pt x="1653" y="797"/>
                  <a:pt x="1653" y="797"/>
                  <a:pt x="1653" y="797"/>
                </a:cubicBezTo>
              </a:path>
            </a:pathLst>
          </a:custGeom>
          <a:noFill/>
          <a:ln w="38100" cap="rnd">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srgbClr val="000000"/>
              </a:solidFill>
              <a:effectLst/>
              <a:uLnTx/>
              <a:uFillTx/>
              <a:latin typeface="Barlow Light" pitchFamily="2" charset="77"/>
            </a:endParaRPr>
          </a:p>
        </p:txBody>
      </p:sp>
      <p:sp>
        <p:nvSpPr>
          <p:cNvPr id="12" name="Oval 11">
            <a:extLst>
              <a:ext uri="{FF2B5EF4-FFF2-40B4-BE49-F238E27FC236}">
                <a16:creationId xmlns:a16="http://schemas.microsoft.com/office/drawing/2014/main" id="{72CDF8FB-ECE5-650A-94CD-418F7CC11D1B}"/>
              </a:ext>
            </a:extLst>
          </p:cNvPr>
          <p:cNvSpPr/>
          <p:nvPr userDrawn="1"/>
        </p:nvSpPr>
        <p:spPr>
          <a:xfrm>
            <a:off x="8429723" y="4305992"/>
            <a:ext cx="771096" cy="771096"/>
          </a:xfrm>
          <a:prstGeom prst="ellipse">
            <a:avLst/>
          </a:prstGeom>
          <a:gradFill>
            <a:gsLst>
              <a:gs pos="2000">
                <a:schemeClr val="accent4"/>
              </a:gs>
              <a:gs pos="98000">
                <a:schemeClr val="accent4">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04</a:t>
            </a:r>
          </a:p>
        </p:txBody>
      </p:sp>
      <p:sp>
        <p:nvSpPr>
          <p:cNvPr id="26" name="Oval 30">
            <a:extLst>
              <a:ext uri="{FF2B5EF4-FFF2-40B4-BE49-F238E27FC236}">
                <a16:creationId xmlns:a16="http://schemas.microsoft.com/office/drawing/2014/main" id="{66FDCFFA-B5FF-01D3-F15E-64AC04E1DB6C}"/>
              </a:ext>
            </a:extLst>
          </p:cNvPr>
          <p:cNvSpPr/>
          <p:nvPr userDrawn="1"/>
        </p:nvSpPr>
        <p:spPr>
          <a:xfrm>
            <a:off x="4611424" y="2075367"/>
            <a:ext cx="2695975" cy="2688846"/>
          </a:xfrm>
          <a:prstGeom prst="ellipse">
            <a:avLst/>
          </a:prstGeom>
          <a:gradFill flip="none" rotWithShape="1">
            <a:gsLst>
              <a:gs pos="84000">
                <a:schemeClr val="accent2"/>
              </a:gs>
              <a:gs pos="14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endParaRPr>
          </a:p>
        </p:txBody>
      </p:sp>
      <p:sp>
        <p:nvSpPr>
          <p:cNvPr id="32" name="Oval 30">
            <a:extLst>
              <a:ext uri="{FF2B5EF4-FFF2-40B4-BE49-F238E27FC236}">
                <a16:creationId xmlns:a16="http://schemas.microsoft.com/office/drawing/2014/main" id="{3386D4E4-C1B1-7014-D753-5F3A575CA590}"/>
              </a:ext>
            </a:extLst>
          </p:cNvPr>
          <p:cNvSpPr/>
          <p:nvPr userDrawn="1"/>
        </p:nvSpPr>
        <p:spPr>
          <a:xfrm>
            <a:off x="8429723" y="1923764"/>
            <a:ext cx="771096" cy="771096"/>
          </a:xfrm>
          <a:prstGeom prst="ellipse">
            <a:avLst/>
          </a:prstGeom>
          <a:gradFill>
            <a:gsLst>
              <a:gs pos="1000">
                <a:schemeClr val="accent2"/>
              </a:gs>
              <a:gs pos="99000">
                <a:schemeClr val="accent2">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prstClr val="white"/>
                </a:solidFill>
                <a:effectLst/>
                <a:uLnTx/>
                <a:uFillTx/>
                <a:latin typeface="Barlow Light" pitchFamily="2" charset="77"/>
                <a:cs typeface="Segoe UI Light" panose="020B0502040204020203" pitchFamily="34" charset="0"/>
              </a:rPr>
              <a:t>02</a:t>
            </a:r>
          </a:p>
        </p:txBody>
      </p:sp>
      <p:sp>
        <p:nvSpPr>
          <p:cNvPr id="34" name="Oval 33">
            <a:extLst>
              <a:ext uri="{FF2B5EF4-FFF2-40B4-BE49-F238E27FC236}">
                <a16:creationId xmlns:a16="http://schemas.microsoft.com/office/drawing/2014/main" id="{7DEC9DE4-68DC-C928-4F64-5988FEE5CC88}"/>
              </a:ext>
            </a:extLst>
          </p:cNvPr>
          <p:cNvSpPr/>
          <p:nvPr userDrawn="1"/>
        </p:nvSpPr>
        <p:spPr>
          <a:xfrm>
            <a:off x="2865626" y="4645989"/>
            <a:ext cx="771096" cy="771096"/>
          </a:xfrm>
          <a:prstGeom prst="ellipse">
            <a:avLst/>
          </a:prstGeom>
          <a:gradFill>
            <a:gsLst>
              <a:gs pos="44000">
                <a:schemeClr val="accent1">
                  <a:lumMod val="75000"/>
                </a:schemeClr>
              </a:gs>
              <a:gs pos="8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03</a:t>
            </a:r>
          </a:p>
        </p:txBody>
      </p:sp>
      <p:sp>
        <p:nvSpPr>
          <p:cNvPr id="35" name="Oval 30">
            <a:extLst>
              <a:ext uri="{FF2B5EF4-FFF2-40B4-BE49-F238E27FC236}">
                <a16:creationId xmlns:a16="http://schemas.microsoft.com/office/drawing/2014/main" id="{903D7D4E-52E2-89FD-137B-371FB6488B79}"/>
              </a:ext>
            </a:extLst>
          </p:cNvPr>
          <p:cNvSpPr/>
          <p:nvPr userDrawn="1"/>
        </p:nvSpPr>
        <p:spPr>
          <a:xfrm>
            <a:off x="3101832" y="2310794"/>
            <a:ext cx="771096" cy="771096"/>
          </a:xfrm>
          <a:prstGeom prst="ellipse">
            <a:avLst/>
          </a:prstGeom>
          <a:gradFill flip="none" rotWithShape="1">
            <a:gsLst>
              <a:gs pos="74000">
                <a:schemeClr val="accent3"/>
              </a:gs>
              <a:gs pos="12000">
                <a:schemeClr val="accent5"/>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8987"/>
            <a:r>
              <a:rPr lang="en-IN" sz="2000" b="0" i="0">
                <a:solidFill>
                  <a:prstClr val="white"/>
                </a:solidFill>
                <a:latin typeface="Barlow Light" pitchFamily="2" charset="77"/>
                <a:cs typeface="Segoe UI Light" panose="020B0502040204020203" pitchFamily="34" charset="0"/>
              </a:rPr>
              <a:t>01</a:t>
            </a:r>
          </a:p>
        </p:txBody>
      </p:sp>
      <p:sp>
        <p:nvSpPr>
          <p:cNvPr id="37" name="Text Placeholder 3">
            <a:extLst>
              <a:ext uri="{FF2B5EF4-FFF2-40B4-BE49-F238E27FC236}">
                <a16:creationId xmlns:a16="http://schemas.microsoft.com/office/drawing/2014/main" id="{7361C870-E8E8-5906-ECFC-47DE1DAF8DA3}"/>
              </a:ext>
            </a:extLst>
          </p:cNvPr>
          <p:cNvSpPr>
            <a:spLocks noGrp="1"/>
          </p:cNvSpPr>
          <p:nvPr>
            <p:ph type="body" sz="quarter" idx="18"/>
          </p:nvPr>
        </p:nvSpPr>
        <p:spPr>
          <a:xfrm>
            <a:off x="689955"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8" name="Text Placeholder 3">
            <a:extLst>
              <a:ext uri="{FF2B5EF4-FFF2-40B4-BE49-F238E27FC236}">
                <a16:creationId xmlns:a16="http://schemas.microsoft.com/office/drawing/2014/main" id="{5F1307D3-08A5-17D7-2909-34965108405F}"/>
              </a:ext>
            </a:extLst>
          </p:cNvPr>
          <p:cNvSpPr>
            <a:spLocks noGrp="1"/>
          </p:cNvSpPr>
          <p:nvPr>
            <p:ph type="body" sz="quarter" idx="19"/>
          </p:nvPr>
        </p:nvSpPr>
        <p:spPr>
          <a:xfrm>
            <a:off x="4630820" y="2936665"/>
            <a:ext cx="2676579" cy="1155700"/>
          </a:xfrm>
          <a:prstGeom prst="rect">
            <a:avLst/>
          </a:prstGeom>
        </p:spPr>
        <p:txBody>
          <a:bodyPr/>
          <a:lstStyle>
            <a:lvl1pPr marL="0" indent="0" algn="ctr">
              <a:buNone/>
              <a:defRPr sz="2400" b="0" i="0">
                <a:solidFill>
                  <a:schemeClr val="bg1"/>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39" name="Text Placeholder 3">
            <a:extLst>
              <a:ext uri="{FF2B5EF4-FFF2-40B4-BE49-F238E27FC236}">
                <a16:creationId xmlns:a16="http://schemas.microsoft.com/office/drawing/2014/main" id="{912AD695-5AC1-3B91-AFFC-158E5D2C091C}"/>
              </a:ext>
            </a:extLst>
          </p:cNvPr>
          <p:cNvSpPr>
            <a:spLocks noGrp="1"/>
          </p:cNvSpPr>
          <p:nvPr>
            <p:ph type="body" sz="quarter" idx="20"/>
          </p:nvPr>
        </p:nvSpPr>
        <p:spPr>
          <a:xfrm>
            <a:off x="689956"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1" name="Text Placeholder 3">
            <a:extLst>
              <a:ext uri="{FF2B5EF4-FFF2-40B4-BE49-F238E27FC236}">
                <a16:creationId xmlns:a16="http://schemas.microsoft.com/office/drawing/2014/main" id="{75FA4AA7-AF59-41E0-28FD-6B2BE1B7834A}"/>
              </a:ext>
            </a:extLst>
          </p:cNvPr>
          <p:cNvSpPr>
            <a:spLocks noGrp="1"/>
          </p:cNvSpPr>
          <p:nvPr>
            <p:ph type="body" sz="quarter" idx="22"/>
          </p:nvPr>
        </p:nvSpPr>
        <p:spPr>
          <a:xfrm>
            <a:off x="689955"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2" name="Text Placeholder 3">
            <a:extLst>
              <a:ext uri="{FF2B5EF4-FFF2-40B4-BE49-F238E27FC236}">
                <a16:creationId xmlns:a16="http://schemas.microsoft.com/office/drawing/2014/main" id="{76BAAA0D-0035-2ECD-7C78-3DEDF4C3D67E}"/>
              </a:ext>
            </a:extLst>
          </p:cNvPr>
          <p:cNvSpPr>
            <a:spLocks noGrp="1"/>
          </p:cNvSpPr>
          <p:nvPr>
            <p:ph type="body" sz="quarter" idx="23"/>
          </p:nvPr>
        </p:nvSpPr>
        <p:spPr>
          <a:xfrm>
            <a:off x="689956"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3" name="Text Placeholder 3">
            <a:extLst>
              <a:ext uri="{FF2B5EF4-FFF2-40B4-BE49-F238E27FC236}">
                <a16:creationId xmlns:a16="http://schemas.microsoft.com/office/drawing/2014/main" id="{771E4611-158F-F7E5-B5F1-2C1A47830472}"/>
              </a:ext>
            </a:extLst>
          </p:cNvPr>
          <p:cNvSpPr>
            <a:spLocks noGrp="1"/>
          </p:cNvSpPr>
          <p:nvPr>
            <p:ph type="body" sz="quarter" idx="24"/>
          </p:nvPr>
        </p:nvSpPr>
        <p:spPr>
          <a:xfrm>
            <a:off x="9301940" y="1776778"/>
            <a:ext cx="2295057" cy="961499"/>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4" name="Text Placeholder 3">
            <a:extLst>
              <a:ext uri="{FF2B5EF4-FFF2-40B4-BE49-F238E27FC236}">
                <a16:creationId xmlns:a16="http://schemas.microsoft.com/office/drawing/2014/main" id="{6B297F86-1975-A06A-5930-82C44B0DFA11}"/>
              </a:ext>
            </a:extLst>
          </p:cNvPr>
          <p:cNvSpPr>
            <a:spLocks noGrp="1"/>
          </p:cNvSpPr>
          <p:nvPr>
            <p:ph type="body" sz="quarter" idx="25"/>
          </p:nvPr>
        </p:nvSpPr>
        <p:spPr>
          <a:xfrm>
            <a:off x="9301941" y="3947369"/>
            <a:ext cx="2295056" cy="1155700"/>
          </a:xfrm>
          <a:prstGeom prst="rect">
            <a:avLst/>
          </a:prstGeom>
        </p:spPr>
        <p:txBody>
          <a:bodyPr anchor="b"/>
          <a:lstStyle>
            <a:lvl1pPr marL="0" indent="0">
              <a:buNone/>
              <a:defRPr b="1" i="0">
                <a:solidFill>
                  <a:schemeClr val="bg2"/>
                </a:solidFill>
                <a:latin typeface="+mj-lt"/>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5" name="Text Placeholder 3">
            <a:extLst>
              <a:ext uri="{FF2B5EF4-FFF2-40B4-BE49-F238E27FC236}">
                <a16:creationId xmlns:a16="http://schemas.microsoft.com/office/drawing/2014/main" id="{99C5E33C-AA54-FE4F-6596-178E95DF594B}"/>
              </a:ext>
            </a:extLst>
          </p:cNvPr>
          <p:cNvSpPr>
            <a:spLocks noGrp="1"/>
          </p:cNvSpPr>
          <p:nvPr>
            <p:ph type="body" sz="quarter" idx="26"/>
          </p:nvPr>
        </p:nvSpPr>
        <p:spPr>
          <a:xfrm>
            <a:off x="9301940" y="2694860"/>
            <a:ext cx="2295057"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sp>
        <p:nvSpPr>
          <p:cNvPr id="46" name="Text Placeholder 3">
            <a:extLst>
              <a:ext uri="{FF2B5EF4-FFF2-40B4-BE49-F238E27FC236}">
                <a16:creationId xmlns:a16="http://schemas.microsoft.com/office/drawing/2014/main" id="{C607AA6C-23FD-FA19-9965-1D7464FDD78A}"/>
              </a:ext>
            </a:extLst>
          </p:cNvPr>
          <p:cNvSpPr>
            <a:spLocks noGrp="1"/>
          </p:cNvSpPr>
          <p:nvPr>
            <p:ph type="body" sz="quarter" idx="27"/>
          </p:nvPr>
        </p:nvSpPr>
        <p:spPr>
          <a:xfrm>
            <a:off x="9301941" y="5041005"/>
            <a:ext cx="2295056" cy="1155700"/>
          </a:xfrm>
          <a:prstGeom prst="rect">
            <a:avLst/>
          </a:prstGeom>
        </p:spPr>
        <p:txBody>
          <a:bodyPr/>
          <a:lstStyle>
            <a:lvl1pPr marL="0" indent="0">
              <a:buNone/>
              <a:defRPr sz="1600" b="0" i="0">
                <a:solidFill>
                  <a:schemeClr val="bg2"/>
                </a:solidFill>
                <a:latin typeface="Barlow Light" pitchFamily="2" charset="77"/>
              </a:defRPr>
            </a:lvl1pPr>
            <a:lvl2pPr marL="768178" indent="0">
              <a:buNone/>
              <a:defRPr>
                <a:solidFill>
                  <a:schemeClr val="bg1"/>
                </a:solidFill>
              </a:defRPr>
            </a:lvl2pPr>
            <a:lvl3pPr marL="1377641" indent="0">
              <a:buNone/>
              <a:defRPr>
                <a:solidFill>
                  <a:schemeClr val="bg1"/>
                </a:solidFill>
              </a:defRPr>
            </a:lvl3pPr>
            <a:lvl4pPr marL="1828389" indent="0">
              <a:buNone/>
              <a:defRPr>
                <a:solidFill>
                  <a:schemeClr val="bg1"/>
                </a:solidFill>
              </a:defRPr>
            </a:lvl4pPr>
            <a:lvl5pPr marL="2437851" indent="0">
              <a:buNone/>
              <a:defRPr>
                <a:solidFill>
                  <a:schemeClr val="bg1"/>
                </a:solidFill>
              </a:defRPr>
            </a:lvl5pPr>
          </a:lstStyle>
          <a:p>
            <a:pPr lvl="0"/>
            <a:r>
              <a:rPr lang="en-US"/>
              <a:t>Click to edit Master text styles</a:t>
            </a:r>
          </a:p>
        </p:txBody>
      </p:sp>
      <p:cxnSp>
        <p:nvCxnSpPr>
          <p:cNvPr id="48" name="Straight Connector 47">
            <a:extLst>
              <a:ext uri="{FF2B5EF4-FFF2-40B4-BE49-F238E27FC236}">
                <a16:creationId xmlns:a16="http://schemas.microsoft.com/office/drawing/2014/main" id="{7D760BCF-A643-B08E-3CD4-C1013B7A14BE}"/>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83CA863C-B99E-592B-E7CC-8672960DD646}"/>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4" name="Text Placeholder 6">
            <a:extLst>
              <a:ext uri="{FF2B5EF4-FFF2-40B4-BE49-F238E27FC236}">
                <a16:creationId xmlns:a16="http://schemas.microsoft.com/office/drawing/2014/main" id="{A5379C83-3234-73A8-FAB2-DCB58FB951F0}"/>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6" name="Picture 5" descr="A blue and grey text on a black background&#10;&#10;AI-generated content may be incorrect.">
            <a:extLst>
              <a:ext uri="{FF2B5EF4-FFF2-40B4-BE49-F238E27FC236}">
                <a16:creationId xmlns:a16="http://schemas.microsoft.com/office/drawing/2014/main" id="{9B93CA91-270D-D0D4-F5F2-37DBBD5F3EF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816448706"/>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456">
          <p15:clr>
            <a:srgbClr val="FBAE40"/>
          </p15:clr>
        </p15:guide>
        <p15:guide id="3" pos="720">
          <p15:clr>
            <a:srgbClr val="FBAE40"/>
          </p15:clr>
        </p15:guide>
        <p15:guide id="4" pos="576">
          <p15:clr>
            <a:srgbClr val="FBAE40"/>
          </p15:clr>
        </p15:guide>
        <p15:guide id="5" pos="3840">
          <p15:clr>
            <a:srgbClr val="FBAE40"/>
          </p15:clr>
        </p15:guide>
        <p15:guide id="6" pos="360">
          <p15:clr>
            <a:srgbClr val="FBAE40"/>
          </p15:clr>
        </p15:guide>
        <p15:guide id="7" pos="312">
          <p15:clr>
            <a:srgbClr val="FBAE40"/>
          </p15:clr>
        </p15:guide>
        <p15:guide id="8" pos="408">
          <p15:clr>
            <a:srgbClr val="FBAE40"/>
          </p15:clr>
        </p15:guide>
        <p15:guide id="9" orient="horz" pos="2160">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AE4935A-0AC1-2CF8-EB06-5D7D1645946A}"/>
              </a:ext>
            </a:extLst>
          </p:cNvPr>
          <p:cNvCxnSpPr>
            <a:cxnSpLocks/>
          </p:cNvCxnSpPr>
          <p:nvPr/>
        </p:nvCxnSpPr>
        <p:spPr bwMode="auto">
          <a:xfrm flipV="1">
            <a:off x="6025185" y="1156030"/>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7" name="Straight Connector 6">
            <a:extLst>
              <a:ext uri="{FF2B5EF4-FFF2-40B4-BE49-F238E27FC236}">
                <a16:creationId xmlns:a16="http://schemas.microsoft.com/office/drawing/2014/main" id="{28C77441-8DB5-5FBA-282A-B65028DC75B2}"/>
              </a:ext>
            </a:extLst>
          </p:cNvPr>
          <p:cNvCxnSpPr>
            <a:cxnSpLocks/>
          </p:cNvCxnSpPr>
          <p:nvPr/>
        </p:nvCxnSpPr>
        <p:spPr bwMode="auto">
          <a:xfrm>
            <a:off x="1044205"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cxnSp>
        <p:nvCxnSpPr>
          <p:cNvPr id="10" name="Straight Connector 9">
            <a:extLst>
              <a:ext uri="{FF2B5EF4-FFF2-40B4-BE49-F238E27FC236}">
                <a16:creationId xmlns:a16="http://schemas.microsoft.com/office/drawing/2014/main" id="{7E815F61-530B-822D-43E4-11FAC52612E7}"/>
              </a:ext>
            </a:extLst>
          </p:cNvPr>
          <p:cNvCxnSpPr>
            <a:cxnSpLocks/>
          </p:cNvCxnSpPr>
          <p:nvPr/>
        </p:nvCxnSpPr>
        <p:spPr bwMode="auto">
          <a:xfrm flipV="1">
            <a:off x="6025185" y="4007294"/>
            <a:ext cx="0" cy="2160189"/>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14" name="Content Placeholder 15">
            <a:extLst>
              <a:ext uri="{FF2B5EF4-FFF2-40B4-BE49-F238E27FC236}">
                <a16:creationId xmlns:a16="http://schemas.microsoft.com/office/drawing/2014/main" id="{4CB479F3-AE2F-4CC5-D287-9EB885620DFF}"/>
              </a:ext>
            </a:extLst>
          </p:cNvPr>
          <p:cNvSpPr>
            <a:spLocks noGrp="1"/>
          </p:cNvSpPr>
          <p:nvPr userDrawn="1">
            <p:ph sz="quarter" idx="20"/>
          </p:nvPr>
        </p:nvSpPr>
        <p:spPr>
          <a:xfrm>
            <a:off x="1044205"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15">
            <a:extLst>
              <a:ext uri="{FF2B5EF4-FFF2-40B4-BE49-F238E27FC236}">
                <a16:creationId xmlns:a16="http://schemas.microsoft.com/office/drawing/2014/main" id="{464CAAD2-654B-6DCA-2543-EAB76BE9DD8D}"/>
              </a:ext>
            </a:extLst>
          </p:cNvPr>
          <p:cNvSpPr>
            <a:spLocks noGrp="1"/>
          </p:cNvSpPr>
          <p:nvPr userDrawn="1">
            <p:ph sz="quarter" idx="21"/>
          </p:nvPr>
        </p:nvSpPr>
        <p:spPr>
          <a:xfrm>
            <a:off x="1044205"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C1704C04-9CB2-B0BF-1810-583C049D4A90}"/>
              </a:ext>
            </a:extLst>
          </p:cNvPr>
          <p:cNvSpPr>
            <a:spLocks noGrp="1"/>
          </p:cNvSpPr>
          <p:nvPr userDrawn="1">
            <p:ph sz="quarter" idx="22"/>
          </p:nvPr>
        </p:nvSpPr>
        <p:spPr>
          <a:xfrm>
            <a:off x="6093232" y="1182932"/>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AE3AA688-094A-F84B-FF21-472B882DAB02}"/>
              </a:ext>
            </a:extLst>
          </p:cNvPr>
          <p:cNvSpPr>
            <a:spLocks noGrp="1"/>
          </p:cNvSpPr>
          <p:nvPr userDrawn="1">
            <p:ph sz="quarter" idx="23"/>
          </p:nvPr>
        </p:nvSpPr>
        <p:spPr>
          <a:xfrm>
            <a:off x="6093232" y="3734939"/>
            <a:ext cx="4911277" cy="2391540"/>
          </a:xfrm>
          <a:prstGeom prst="roundRect">
            <a:avLst>
              <a:gd name="adj" fmla="val 3402"/>
            </a:avLst>
          </a:prstGeom>
        </p:spPr>
        <p:txBody>
          <a:bodyPr/>
          <a:lstStyle>
            <a:lvl1pPr marL="230188" indent="-230188">
              <a:buClr>
                <a:schemeClr val="tx1"/>
              </a:buClr>
              <a:buSzPct val="100000"/>
              <a:buFont typeface="Arial" panose="020B0604020202020204" pitchFamily="34" charset="0"/>
              <a:buChar char="•"/>
              <a:tabLst/>
              <a:defRPr b="0" i="0">
                <a:latin typeface="Barlow Light" pitchFamily="2" charset="77"/>
              </a:defRPr>
            </a:lvl1pPr>
            <a:lvl2pPr marL="914400" indent="-230188">
              <a:buClr>
                <a:schemeClr val="tx1"/>
              </a:buClr>
              <a:buSzPct val="100000"/>
              <a:buFont typeface="Arial" panose="020B0604020202020204" pitchFamily="34" charset="0"/>
              <a:buChar char="•"/>
              <a:tabLst/>
              <a:defRPr b="0" i="0">
                <a:latin typeface="Barlow Light" pitchFamily="2" charset="77"/>
              </a:defRPr>
            </a:lvl2pPr>
            <a:lvl3pPr marL="1549400" indent="-173038">
              <a:buClr>
                <a:schemeClr val="tx1"/>
              </a:buClr>
              <a:buSzPct val="100000"/>
              <a:buFont typeface="Arial" panose="020B0604020202020204" pitchFamily="34" charset="0"/>
              <a:buChar char="•"/>
              <a:tabLst/>
              <a:defRPr b="0" i="0">
                <a:latin typeface="Barlow Light" pitchFamily="2" charset="77"/>
              </a:defRPr>
            </a:lvl3pPr>
            <a:lvl4pPr marL="1999839" indent="-171450">
              <a:buClr>
                <a:schemeClr val="tx1"/>
              </a:buClr>
              <a:buSzPct val="100000"/>
              <a:buFont typeface="Arial" panose="020B0604020202020204" pitchFamily="34" charset="0"/>
              <a:buChar char="•"/>
              <a:defRPr b="0" i="0">
                <a:latin typeface="Barlow Light" pitchFamily="2" charset="77"/>
              </a:defRPr>
            </a:lvl4pPr>
            <a:lvl5pPr marL="2609301" indent="-171450">
              <a:buClr>
                <a:schemeClr val="tx1"/>
              </a:buClr>
              <a:buSzPct val="100000"/>
              <a:buFont typeface="Arial" panose="020B0604020202020204" pitchFamily="34" charset="0"/>
              <a:buChar char="•"/>
              <a:defRPr b="0" i="0">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2" name="Straight Connector 21">
            <a:extLst>
              <a:ext uri="{FF2B5EF4-FFF2-40B4-BE49-F238E27FC236}">
                <a16:creationId xmlns:a16="http://schemas.microsoft.com/office/drawing/2014/main" id="{BC28513F-A5A1-9131-B9A0-01AD39AE7A15}"/>
              </a:ext>
            </a:extLst>
          </p:cNvPr>
          <p:cNvCxnSpPr>
            <a:cxnSpLocks/>
          </p:cNvCxnSpPr>
          <p:nvPr userDrawn="1"/>
        </p:nvCxnSpPr>
        <p:spPr bwMode="auto">
          <a:xfrm>
            <a:off x="6414227" y="3641533"/>
            <a:ext cx="4600137" cy="0"/>
          </a:xfrm>
          <a:prstGeom prst="line">
            <a:avLst/>
          </a:prstGeom>
          <a:noFill/>
          <a:ln w="19050" cap="rnd" cmpd="sng" algn="ctr">
            <a:solidFill>
              <a:schemeClr val="bg1">
                <a:lumMod val="75000"/>
              </a:schemeClr>
            </a:solidFill>
            <a:prstDash val="sysDot"/>
            <a:round/>
            <a:headEnd type="none" w="med" len="med"/>
            <a:tailEnd type="none" w="med" len="med"/>
          </a:ln>
          <a:effectLst/>
        </p:spPr>
      </p:cxnSp>
      <p:sp>
        <p:nvSpPr>
          <p:cNvPr id="24" name="Octagon 23">
            <a:extLst>
              <a:ext uri="{FF2B5EF4-FFF2-40B4-BE49-F238E27FC236}">
                <a16:creationId xmlns:a16="http://schemas.microsoft.com/office/drawing/2014/main" id="{54D851A6-FA83-F073-96F1-A60C4526306B}"/>
              </a:ext>
            </a:extLst>
          </p:cNvPr>
          <p:cNvSpPr/>
          <p:nvPr userDrawn="1"/>
        </p:nvSpPr>
        <p:spPr>
          <a:xfrm>
            <a:off x="5817721" y="3434897"/>
            <a:ext cx="413272" cy="413272"/>
          </a:xfrm>
          <a:prstGeom prst="octagon">
            <a:avLst/>
          </a:prstGeom>
          <a:noFill/>
          <a:ln w="19050" cap="rnd">
            <a:solidFill>
              <a:schemeClr val="bg1">
                <a:lumMod val="75000"/>
              </a:schemeClr>
            </a:solidFill>
            <a:prstDash val="sysDot"/>
            <a:miter/>
          </a:ln>
          <a:effectLst/>
        </p:spPr>
        <p:txBody>
          <a:bodyPr rtlCol="0" anchor="ctr"/>
          <a:lstStyle/>
          <a:p>
            <a:pPr algn="l"/>
            <a:endParaRPr lang="en-US" b="0" i="0">
              <a:latin typeface="Barlow Light" pitchFamily="2" charset="77"/>
            </a:endParaRPr>
          </a:p>
        </p:txBody>
      </p:sp>
      <p:cxnSp>
        <p:nvCxnSpPr>
          <p:cNvPr id="26" name="Straight Connector 25">
            <a:extLst>
              <a:ext uri="{FF2B5EF4-FFF2-40B4-BE49-F238E27FC236}">
                <a16:creationId xmlns:a16="http://schemas.microsoft.com/office/drawing/2014/main" id="{A190F1A6-7BD3-1E26-69E9-BE485297F66D}"/>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 name="Title 1">
            <a:extLst>
              <a:ext uri="{FF2B5EF4-FFF2-40B4-BE49-F238E27FC236}">
                <a16:creationId xmlns:a16="http://schemas.microsoft.com/office/drawing/2014/main" id="{9E1BA952-2C68-9063-FA5A-0D0945C71175}"/>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4" name="Picture 3" descr="A blue and grey text on a black background&#10;&#10;AI-generated content may be incorrect.">
            <a:extLst>
              <a:ext uri="{FF2B5EF4-FFF2-40B4-BE49-F238E27FC236}">
                <a16:creationId xmlns:a16="http://schemas.microsoft.com/office/drawing/2014/main" id="{888B8A50-01DF-0A80-06F1-E44DF5423CD2}"/>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3687074048"/>
      </p:ext>
    </p:extLst>
  </p:cSld>
  <p:clrMapOvr>
    <a:masterClrMapping/>
  </p:clrMapOvr>
  <p:transition spd="med"/>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Dashboard-3boxes+Takeaway">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14000">
                <a:schemeClr val="accent4"/>
              </a:gs>
              <a:gs pos="84000">
                <a:schemeClr val="accent2"/>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4922"/>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7" name="Text Placeholder 6">
            <a:extLst>
              <a:ext uri="{FF2B5EF4-FFF2-40B4-BE49-F238E27FC236}">
                <a16:creationId xmlns:a16="http://schemas.microsoft.com/office/drawing/2014/main" id="{00B8E5DA-C61F-4682-81DC-8AEEDB256155}"/>
              </a:ext>
            </a:extLst>
          </p:cNvPr>
          <p:cNvSpPr>
            <a:spLocks noGrp="1"/>
          </p:cNvSpPr>
          <p:nvPr>
            <p:ph type="body" sz="quarter" idx="24"/>
          </p:nvPr>
        </p:nvSpPr>
        <p:spPr>
          <a:xfrm>
            <a:off x="4303713" y="5843588"/>
            <a:ext cx="7653337" cy="368300"/>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sp>
        <p:nvSpPr>
          <p:cNvPr id="2" name="Title 1">
            <a:extLst>
              <a:ext uri="{FF2B5EF4-FFF2-40B4-BE49-F238E27FC236}">
                <a16:creationId xmlns:a16="http://schemas.microsoft.com/office/drawing/2014/main" id="{BD81C799-FB79-F74C-F6C2-5C1E0B4D2ED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sp>
        <p:nvSpPr>
          <p:cNvPr id="3" name="Text Placeholder 6">
            <a:extLst>
              <a:ext uri="{FF2B5EF4-FFF2-40B4-BE49-F238E27FC236}">
                <a16:creationId xmlns:a16="http://schemas.microsoft.com/office/drawing/2014/main" id="{6CAE54AF-0164-4244-1607-5F54E0FF9A53}"/>
              </a:ext>
            </a:extLst>
          </p:cNvPr>
          <p:cNvSpPr>
            <a:spLocks noGrp="1"/>
          </p:cNvSpPr>
          <p:nvPr>
            <p:ph type="body" sz="quarter" idx="10" hasCustomPrompt="1"/>
          </p:nvPr>
        </p:nvSpPr>
        <p:spPr>
          <a:xfrm>
            <a:off x="1044205" y="805328"/>
            <a:ext cx="10744985" cy="348813"/>
          </a:xfrm>
          <a:prstGeom prst="rect">
            <a:avLst/>
          </a:prstGeom>
        </p:spPr>
        <p:txBody>
          <a:bodyPr wrap="square" anchor="t">
            <a:spAutoFit/>
          </a:bodyPr>
          <a:lstStyle>
            <a:lvl1pPr marL="0" indent="0">
              <a:lnSpc>
                <a:spcPts val="2000"/>
              </a:lnSpc>
              <a:buNone/>
              <a:defRPr sz="2000" b="0" i="0">
                <a:solidFill>
                  <a:schemeClr val="tx1">
                    <a:lumMod val="50000"/>
                    <a:lumOff val="50000"/>
                  </a:schemeClr>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Click to edit subhead content and make sure it is in sentence case or delete if not needed</a:t>
            </a:r>
          </a:p>
        </p:txBody>
      </p:sp>
      <p:pic>
        <p:nvPicPr>
          <p:cNvPr id="8" name="Picture 7" descr="A blue and grey text on a black background&#10;&#10;AI-generated content may be incorrect.">
            <a:extLst>
              <a:ext uri="{FF2B5EF4-FFF2-40B4-BE49-F238E27FC236}">
                <a16:creationId xmlns:a16="http://schemas.microsoft.com/office/drawing/2014/main" id="{920D111F-CB95-1B2A-3C34-D87A7726DFC4}"/>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372951165"/>
      </p:ext>
    </p:extLst>
  </p:cSld>
  <p:clrMapOvr>
    <a:masterClrMapping/>
  </p:clrMapOvr>
  <p:transition spd="med"/>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Highlights-5 boxes">
    <p:spTree>
      <p:nvGrpSpPr>
        <p:cNvPr id="1" name=""/>
        <p:cNvGrpSpPr/>
        <p:nvPr/>
      </p:nvGrpSpPr>
      <p:grpSpPr>
        <a:xfrm>
          <a:off x="0" y="0"/>
          <a:ext cx="0" cy="0"/>
          <a:chOff x="0" y="0"/>
          <a:chExt cx="0" cy="0"/>
        </a:xfrm>
      </p:grpSpPr>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8192195" y="144966"/>
            <a:ext cx="3886198" cy="6316099"/>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2" name="Round Same Side Corner Rectangle 1">
            <a:extLst>
              <a:ext uri="{FF2B5EF4-FFF2-40B4-BE49-F238E27FC236}">
                <a16:creationId xmlns:a16="http://schemas.microsoft.com/office/drawing/2014/main" id="{2CAB64C5-159F-2095-A1A9-78F4C574992B}"/>
              </a:ext>
            </a:extLst>
          </p:cNvPr>
          <p:cNvSpPr/>
          <p:nvPr userDrawn="1"/>
        </p:nvSpPr>
        <p:spPr>
          <a:xfrm flipH="1">
            <a:off x="4232960" y="890751"/>
            <a:ext cx="3886198" cy="5570313"/>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308400" y="925246"/>
            <a:ext cx="3731392"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08399" y="1359067"/>
            <a:ext cx="3731393" cy="5018085"/>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3405"/>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2559"/>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262971"/>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3958777"/>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696791"/>
            <a:ext cx="3786187" cy="2005413"/>
          </a:xfrm>
          <a:prstGeom prst="rect">
            <a:avLst/>
          </a:prstGeom>
        </p:spPr>
        <p:txBody>
          <a:bodyPr/>
          <a:lstStyle>
            <a:lvl1pPr marL="173038" indent="-173038">
              <a:buClr>
                <a:schemeClr val="bg2"/>
              </a:buClr>
              <a:buFont typeface="Arial" panose="020B0604020202020204" pitchFamily="34" charset="0"/>
              <a:buChar char="•"/>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396989"/>
            <a:ext cx="3786187" cy="1959205"/>
          </a:xfrm>
          <a:prstGeom prst="rect">
            <a:avLst/>
          </a:prstGeom>
        </p:spPr>
        <p:txBody>
          <a:bodyPr/>
          <a:lstStyle>
            <a:lvl1pPr marL="234950" indent="-234950">
              <a:buClr>
                <a:schemeClr val="bg2"/>
              </a:buClr>
              <a:buFont typeface="Arial" panose="020B0604020202020204" pitchFamily="34" charset="0"/>
              <a:buChar char="•"/>
              <a:tabLst>
                <a:tab pos="163513" algn="l"/>
              </a:tabLst>
              <a:defRPr sz="1800" b="0" i="0">
                <a:solidFill>
                  <a:schemeClr val="bg2"/>
                </a:solidFill>
                <a:latin typeface="Barlow Light" pitchFamily="2" charset="77"/>
              </a:defRPr>
            </a:lvl1pPr>
            <a:lvl2pPr marL="1053928" indent="-285750">
              <a:buClr>
                <a:schemeClr val="bg2"/>
              </a:buClr>
              <a:buFont typeface="Arial" panose="020B0604020202020204" pitchFamily="34" charset="0"/>
              <a:buChar char="•"/>
              <a:defRPr sz="1400" b="0" i="0">
                <a:solidFill>
                  <a:schemeClr val="bg2"/>
                </a:solidFill>
                <a:latin typeface="Barlow Light" pitchFamily="2" charset="77"/>
              </a:defRPr>
            </a:lvl2pPr>
            <a:lvl3pPr marL="1663391" indent="-285750">
              <a:buClr>
                <a:schemeClr val="bg2"/>
              </a:buClr>
              <a:buFont typeface="Arial" panose="020B0604020202020204" pitchFamily="34" charset="0"/>
              <a:buChar char="•"/>
              <a:defRPr sz="1200" b="0" i="0">
                <a:solidFill>
                  <a:schemeClr val="bg2"/>
                </a:solidFill>
                <a:latin typeface="Barlow Light" pitchFamily="2" charset="77"/>
              </a:defRPr>
            </a:lvl3pPr>
            <a:lvl4pPr marL="1999839" indent="-171450">
              <a:buClr>
                <a:schemeClr val="bg2"/>
              </a:buClr>
              <a:buFont typeface="Arial" panose="020B0604020202020204" pitchFamily="34" charset="0"/>
              <a:buChar char="•"/>
              <a:defRPr sz="1100" b="0" i="0">
                <a:solidFill>
                  <a:schemeClr val="bg2"/>
                </a:solidFill>
                <a:latin typeface="Barlow Light" pitchFamily="2" charset="77"/>
              </a:defRPr>
            </a:lvl4pPr>
            <a:lvl5pPr marL="2609301" indent="-171450">
              <a:buClr>
                <a:schemeClr val="bg2"/>
              </a:buClr>
              <a:buFont typeface="Arial" panose="020B0604020202020204" pitchFamily="34" charset="0"/>
              <a:buChar char="•"/>
              <a:defRPr sz="1100"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7AB28023-0006-17C2-B27B-FC1439268B9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6" name="Text Placeholder 2">
            <a:extLst>
              <a:ext uri="{FF2B5EF4-FFF2-40B4-BE49-F238E27FC236}">
                <a16:creationId xmlns:a16="http://schemas.microsoft.com/office/drawing/2014/main" id="{9880CD87-5D12-F85A-6FA0-C25A7876485C}"/>
              </a:ext>
            </a:extLst>
          </p:cNvPr>
          <p:cNvSpPr>
            <a:spLocks noGrp="1"/>
          </p:cNvSpPr>
          <p:nvPr>
            <p:ph type="body" sz="quarter" idx="27" hasCustomPrompt="1"/>
          </p:nvPr>
        </p:nvSpPr>
        <p:spPr>
          <a:xfrm>
            <a:off x="8242964" y="189689"/>
            <a:ext cx="374004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3" name="Title 1">
            <a:extLst>
              <a:ext uri="{FF2B5EF4-FFF2-40B4-BE49-F238E27FC236}">
                <a16:creationId xmlns:a16="http://schemas.microsoft.com/office/drawing/2014/main" id="{7F8D1696-9A2B-ACF1-0176-94271C1C6556}"/>
              </a:ext>
            </a:extLst>
          </p:cNvPr>
          <p:cNvSpPr>
            <a:spLocks noGrp="1"/>
          </p:cNvSpPr>
          <p:nvPr>
            <p:ph type="title" hasCustomPrompt="1"/>
          </p:nvPr>
        </p:nvSpPr>
        <p:spPr>
          <a:xfrm>
            <a:off x="1044205" y="351138"/>
            <a:ext cx="6995587"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6" name="Picture 5" descr="A blue and grey text on a black background&#10;&#10;AI-generated content may be incorrect.">
            <a:extLst>
              <a:ext uri="{FF2B5EF4-FFF2-40B4-BE49-F238E27FC236}">
                <a16:creationId xmlns:a16="http://schemas.microsoft.com/office/drawing/2014/main" id="{E135E731-2F39-DD98-B0C7-35B48C2DA125}"/>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183520508"/>
      </p:ext>
    </p:extLst>
  </p:cSld>
  <p:clrMapOvr>
    <a:masterClrMapping/>
  </p:clrMapOvr>
  <p:transition spd="med"/>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Dashboard 3 boxe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650F2426-66F8-976F-4B48-A49E8EFEF02A}"/>
              </a:ext>
            </a:extLst>
          </p:cNvPr>
          <p:cNvSpPr/>
          <p:nvPr userDrawn="1"/>
        </p:nvSpPr>
        <p:spPr>
          <a:xfrm flipV="1">
            <a:off x="186985" y="139700"/>
            <a:ext cx="11818030" cy="1001562"/>
          </a:xfrm>
          <a:prstGeom prst="round2SameRect">
            <a:avLst>
              <a:gd name="adj1" fmla="val 10978"/>
              <a:gd name="adj2" fmla="val 895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lvl="0"/>
            <a:endParaRPr lang="en-US" b="0" i="0">
              <a:latin typeface="Barlow Light" pitchFamily="2" charset="77"/>
            </a:endParaRPr>
          </a:p>
        </p:txBody>
      </p:sp>
      <p:sp>
        <p:nvSpPr>
          <p:cNvPr id="8" name="Freeform 7">
            <a:extLst>
              <a:ext uri="{FF2B5EF4-FFF2-40B4-BE49-F238E27FC236}">
                <a16:creationId xmlns:a16="http://schemas.microsoft.com/office/drawing/2014/main" id="{84714496-134E-7866-68E5-0C42014D990F}"/>
              </a:ext>
            </a:extLst>
          </p:cNvPr>
          <p:cNvSpPr/>
          <p:nvPr userDrawn="1"/>
        </p:nvSpPr>
        <p:spPr>
          <a:xfrm rot="5400000" flipH="1">
            <a:off x="801522" y="-263641"/>
            <a:ext cx="462551" cy="989833"/>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5" name="Round Same Side Corner Rectangle 4">
            <a:extLst>
              <a:ext uri="{FF2B5EF4-FFF2-40B4-BE49-F238E27FC236}">
                <a16:creationId xmlns:a16="http://schemas.microsoft.com/office/drawing/2014/main" id="{9C527151-6C2F-AA4F-FBEC-352302981355}"/>
              </a:ext>
            </a:extLst>
          </p:cNvPr>
          <p:cNvSpPr/>
          <p:nvPr userDrawn="1"/>
        </p:nvSpPr>
        <p:spPr>
          <a:xfrm flipH="1">
            <a:off x="4279899" y="1231617"/>
            <a:ext cx="7725115" cy="5229447"/>
          </a:xfrm>
          <a:prstGeom prst="round2SameRect">
            <a:avLst>
              <a:gd name="adj1" fmla="val 2777"/>
              <a:gd name="adj2" fmla="val 1343"/>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4" name="Text Placeholder 2">
            <a:extLst>
              <a:ext uri="{FF2B5EF4-FFF2-40B4-BE49-F238E27FC236}">
                <a16:creationId xmlns:a16="http://schemas.microsoft.com/office/drawing/2014/main" id="{D48A63FD-F58D-3236-84A4-DF2F8BA7A8E1}"/>
              </a:ext>
            </a:extLst>
          </p:cNvPr>
          <p:cNvSpPr>
            <a:spLocks noGrp="1"/>
          </p:cNvSpPr>
          <p:nvPr>
            <p:ph type="body" sz="quarter" idx="16"/>
          </p:nvPr>
        </p:nvSpPr>
        <p:spPr>
          <a:xfrm>
            <a:off x="3833894" y="426205"/>
            <a:ext cx="7913606" cy="400110"/>
          </a:xfrm>
          <a:prstGeom prst="rect">
            <a:avLst/>
          </a:prstGeom>
        </p:spPr>
        <p:txBody>
          <a:bodyPr wrap="square" anchor="ctr">
            <a:spAutoFit/>
          </a:bodyPr>
          <a:lstStyle>
            <a:lvl1pPr marL="0" indent="0">
              <a:buClr>
                <a:schemeClr val="bg2"/>
              </a:buClr>
              <a:buFont typeface="Arial" panose="020B0604020202020204" pitchFamily="34" charset="0"/>
              <a:buNone/>
              <a:tabLst/>
              <a:defRPr sz="2000" b="0" i="0">
                <a:solidFill>
                  <a:schemeClr val="bg2"/>
                </a:solidFill>
                <a:latin typeface="Barlow Light" pitchFamily="2" charset="77"/>
              </a:defRPr>
            </a:lvl1pPr>
            <a:lvl2pPr marL="174625" indent="0">
              <a:buClr>
                <a:schemeClr val="bg2"/>
              </a:buClr>
              <a:buSzPct val="100000"/>
              <a:buFont typeface="Arial" panose="020B0604020202020204" pitchFamily="34" charset="0"/>
              <a:buNone/>
              <a:tabLst/>
              <a:defRPr sz="1600">
                <a:solidFill>
                  <a:schemeClr val="bg1"/>
                </a:solidFill>
                <a:latin typeface="+mn-lt"/>
              </a:defRPr>
            </a:lvl2pPr>
            <a:lvl3pPr marL="342900" indent="0">
              <a:buClr>
                <a:schemeClr val="bg2"/>
              </a:buClr>
              <a:buSzPct val="100000"/>
              <a:buFont typeface="Arial" panose="020B0604020202020204" pitchFamily="34" charset="0"/>
              <a:buNone/>
              <a:tabLst/>
              <a:defRPr sz="1400">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6" name="Text Placeholder 2">
            <a:extLst>
              <a:ext uri="{FF2B5EF4-FFF2-40B4-BE49-F238E27FC236}">
                <a16:creationId xmlns:a16="http://schemas.microsoft.com/office/drawing/2014/main" id="{805DE77A-998E-A544-AC94-E4C3653BB907}"/>
              </a:ext>
            </a:extLst>
          </p:cNvPr>
          <p:cNvSpPr>
            <a:spLocks noGrp="1"/>
          </p:cNvSpPr>
          <p:nvPr>
            <p:ph type="body" sz="quarter" idx="17" hasCustomPrompt="1"/>
          </p:nvPr>
        </p:nvSpPr>
        <p:spPr>
          <a:xfrm>
            <a:off x="239794" y="456983"/>
            <a:ext cx="3492501"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9" name="Text Placeholder 2">
            <a:extLst>
              <a:ext uri="{FF2B5EF4-FFF2-40B4-BE49-F238E27FC236}">
                <a16:creationId xmlns:a16="http://schemas.microsoft.com/office/drawing/2014/main" id="{A19AB63E-A324-19D5-E31D-CCA2070834CD}"/>
              </a:ext>
            </a:extLst>
          </p:cNvPr>
          <p:cNvSpPr>
            <a:spLocks noGrp="1"/>
          </p:cNvSpPr>
          <p:nvPr>
            <p:ph type="body" sz="quarter" idx="20" hasCustomPrompt="1"/>
          </p:nvPr>
        </p:nvSpPr>
        <p:spPr>
          <a:xfrm>
            <a:off x="4418094" y="1396783"/>
            <a:ext cx="7431006"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4" name="Content Placeholder 21">
            <a:extLst>
              <a:ext uri="{FF2B5EF4-FFF2-40B4-BE49-F238E27FC236}">
                <a16:creationId xmlns:a16="http://schemas.microsoft.com/office/drawing/2014/main" id="{42B07D98-27BD-3CB5-7E42-EAD6B849BC0F}"/>
              </a:ext>
            </a:extLst>
          </p:cNvPr>
          <p:cNvSpPr>
            <a:spLocks noGrp="1"/>
          </p:cNvSpPr>
          <p:nvPr>
            <p:ph sz="quarter" idx="23"/>
          </p:nvPr>
        </p:nvSpPr>
        <p:spPr>
          <a:xfrm>
            <a:off x="4392612" y="1879600"/>
            <a:ext cx="7456488" cy="43688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entagon 3">
            <a:extLst>
              <a:ext uri="{FF2B5EF4-FFF2-40B4-BE49-F238E27FC236}">
                <a16:creationId xmlns:a16="http://schemas.microsoft.com/office/drawing/2014/main" id="{7345BE49-23BF-CF91-1533-27101AAF7CAD}"/>
              </a:ext>
            </a:extLst>
          </p:cNvPr>
          <p:cNvSpPr/>
          <p:nvPr/>
        </p:nvSpPr>
        <p:spPr>
          <a:xfrm>
            <a:off x="0" y="5753100"/>
            <a:ext cx="12192000" cy="597824"/>
          </a:xfrm>
          <a:prstGeom prst="homePlate">
            <a:avLst>
              <a:gd name="adj" fmla="val 0"/>
            </a:avLst>
          </a:prstGeom>
          <a:gradFill>
            <a:gsLst>
              <a:gs pos="0">
                <a:schemeClr val="accent4"/>
              </a:gs>
              <a:gs pos="100000">
                <a:schemeClr val="accent2"/>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11" name="Round Same Side Corner Rectangle 10">
            <a:extLst>
              <a:ext uri="{FF2B5EF4-FFF2-40B4-BE49-F238E27FC236}">
                <a16:creationId xmlns:a16="http://schemas.microsoft.com/office/drawing/2014/main" id="{1ACC803F-6DC9-AC18-C078-8A3913871366}"/>
              </a:ext>
            </a:extLst>
          </p:cNvPr>
          <p:cNvSpPr/>
          <p:nvPr userDrawn="1"/>
        </p:nvSpPr>
        <p:spPr>
          <a:xfrm flipH="1">
            <a:off x="186985" y="1231616"/>
            <a:ext cx="3991315" cy="2567090"/>
          </a:xfrm>
          <a:prstGeom prst="round2SameRect">
            <a:avLst>
              <a:gd name="adj1" fmla="val 4297"/>
              <a:gd name="adj2" fmla="val 2827"/>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2" name="Round Same Side Corner Rectangle 11">
            <a:extLst>
              <a:ext uri="{FF2B5EF4-FFF2-40B4-BE49-F238E27FC236}">
                <a16:creationId xmlns:a16="http://schemas.microsoft.com/office/drawing/2014/main" id="{819EF38A-FB22-61D4-8CBA-7C9F7136623B}"/>
              </a:ext>
            </a:extLst>
          </p:cNvPr>
          <p:cNvSpPr/>
          <p:nvPr userDrawn="1"/>
        </p:nvSpPr>
        <p:spPr>
          <a:xfrm flipH="1" flipV="1">
            <a:off x="186985" y="3893973"/>
            <a:ext cx="3991315" cy="2567090"/>
          </a:xfrm>
          <a:prstGeom prst="round2SameRect">
            <a:avLst>
              <a:gd name="adj1" fmla="val 4297"/>
              <a:gd name="adj2" fmla="val 4311"/>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algn="l"/>
            <a:endParaRPr lang="en-US" b="0" i="0">
              <a:latin typeface="Barlow Light" pitchFamily="2" charset="77"/>
            </a:endParaRPr>
          </a:p>
        </p:txBody>
      </p:sp>
      <p:sp>
        <p:nvSpPr>
          <p:cNvPr id="17" name="Text Placeholder 2">
            <a:extLst>
              <a:ext uri="{FF2B5EF4-FFF2-40B4-BE49-F238E27FC236}">
                <a16:creationId xmlns:a16="http://schemas.microsoft.com/office/drawing/2014/main" id="{7FF5FAD1-77EA-C3C7-32E6-F03BF4B36F1A}"/>
              </a:ext>
            </a:extLst>
          </p:cNvPr>
          <p:cNvSpPr>
            <a:spLocks noGrp="1"/>
          </p:cNvSpPr>
          <p:nvPr>
            <p:ph type="body" sz="quarter" idx="18" hasCustomPrompt="1"/>
          </p:nvPr>
        </p:nvSpPr>
        <p:spPr>
          <a:xfrm>
            <a:off x="239794" y="13967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18" name="Text Placeholder 2">
            <a:extLst>
              <a:ext uri="{FF2B5EF4-FFF2-40B4-BE49-F238E27FC236}">
                <a16:creationId xmlns:a16="http://schemas.microsoft.com/office/drawing/2014/main" id="{E434506E-A2B2-AD79-27B7-B04B9834F7EF}"/>
              </a:ext>
            </a:extLst>
          </p:cNvPr>
          <p:cNvSpPr>
            <a:spLocks noGrp="1"/>
          </p:cNvSpPr>
          <p:nvPr>
            <p:ph type="body" sz="quarter" idx="19" hasCustomPrompt="1"/>
          </p:nvPr>
        </p:nvSpPr>
        <p:spPr>
          <a:xfrm>
            <a:off x="239794" y="4025683"/>
            <a:ext cx="3786188" cy="338554"/>
          </a:xfrm>
          <a:prstGeom prst="rect">
            <a:avLst/>
          </a:prstGeom>
        </p:spPr>
        <p:txBody>
          <a:bodyPr wrap="square" anchor="ctr">
            <a:spAutoFit/>
          </a:bodyPr>
          <a:lstStyle>
            <a:lvl1pPr marL="0" indent="0">
              <a:buClr>
                <a:schemeClr val="bg2"/>
              </a:buClr>
              <a:buFont typeface="Arial" panose="020B0604020202020204" pitchFamily="34" charset="0"/>
              <a:buNone/>
              <a:tabLst/>
              <a:defRPr sz="1600" b="1" i="0">
                <a:gradFill>
                  <a:gsLst>
                    <a:gs pos="14000">
                      <a:schemeClr val="accent4"/>
                    </a:gs>
                    <a:gs pos="84000">
                      <a:schemeClr val="accent2"/>
                    </a:gs>
                  </a:gsLst>
                  <a:lin ang="2700000" scaled="0"/>
                </a:gradFill>
                <a:latin typeface="+mj-lt"/>
              </a:defRPr>
            </a:lvl1pPr>
            <a:lvl2pPr marL="174625" indent="0">
              <a:buClr>
                <a:schemeClr val="bg2"/>
              </a:buClr>
              <a:buSzPct val="100000"/>
              <a:buFont typeface="Arial" panose="020B0604020202020204" pitchFamily="34" charset="0"/>
              <a:buNone/>
              <a:tabLst/>
              <a:defRPr sz="1600" b="1">
                <a:solidFill>
                  <a:schemeClr val="bg1"/>
                </a:solidFill>
                <a:latin typeface="+mn-lt"/>
              </a:defRPr>
            </a:lvl2pPr>
            <a:lvl3pPr marL="342900" indent="0">
              <a:buClr>
                <a:schemeClr val="bg2"/>
              </a:buClr>
              <a:buSzPct val="100000"/>
              <a:buFont typeface="Arial" panose="020B0604020202020204" pitchFamily="34" charset="0"/>
              <a:buNone/>
              <a:tabLst/>
              <a:defRPr sz="1400" b="1">
                <a:solidFill>
                  <a:schemeClr val="bg1"/>
                </a:solidFill>
                <a:latin typeface="+mn-lt"/>
              </a:defRPr>
            </a:lvl3pPr>
            <a:lvl4pPr marL="576263" indent="-115888">
              <a:buClr>
                <a:schemeClr val="bg2"/>
              </a:buClr>
              <a:buFont typeface="Arial" panose="020B0604020202020204" pitchFamily="34" charset="0"/>
              <a:buChar char="•"/>
              <a:tabLst/>
              <a:defRPr sz="1200">
                <a:solidFill>
                  <a:schemeClr val="bg2"/>
                </a:solidFill>
                <a:latin typeface="+mn-lt"/>
              </a:defRPr>
            </a:lvl4pPr>
            <a:lvl5pPr marL="687388" indent="-111125">
              <a:buClr>
                <a:schemeClr val="bg2"/>
              </a:buClr>
              <a:buFont typeface="Arial" panose="020B0604020202020204" pitchFamily="34" charset="0"/>
              <a:buChar char="•"/>
              <a:tabLst/>
              <a:defRPr sz="1200">
                <a:solidFill>
                  <a:schemeClr val="bg2"/>
                </a:solidFill>
                <a:latin typeface="+mn-lt"/>
              </a:defRPr>
            </a:lvl5pPr>
          </a:lstStyle>
          <a:p>
            <a:pPr lvl="0"/>
            <a:r>
              <a:rPr lang="en-US"/>
              <a:t>CLICK TO EDIT</a:t>
            </a:r>
          </a:p>
        </p:txBody>
      </p:sp>
      <p:sp>
        <p:nvSpPr>
          <p:cNvPr id="22" name="Content Placeholder 21">
            <a:extLst>
              <a:ext uri="{FF2B5EF4-FFF2-40B4-BE49-F238E27FC236}">
                <a16:creationId xmlns:a16="http://schemas.microsoft.com/office/drawing/2014/main" id="{C97248E3-028B-A842-678A-6BC7E9F4E8CB}"/>
              </a:ext>
            </a:extLst>
          </p:cNvPr>
          <p:cNvSpPr>
            <a:spLocks noGrp="1"/>
          </p:cNvSpPr>
          <p:nvPr>
            <p:ph sz="quarter" idx="21"/>
          </p:nvPr>
        </p:nvSpPr>
        <p:spPr>
          <a:xfrm>
            <a:off x="239712" y="18796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1">
            <a:extLst>
              <a:ext uri="{FF2B5EF4-FFF2-40B4-BE49-F238E27FC236}">
                <a16:creationId xmlns:a16="http://schemas.microsoft.com/office/drawing/2014/main" id="{D5EBEB09-3337-0433-D4E3-64E652B1381A}"/>
              </a:ext>
            </a:extLst>
          </p:cNvPr>
          <p:cNvSpPr>
            <a:spLocks noGrp="1"/>
          </p:cNvSpPr>
          <p:nvPr>
            <p:ph sz="quarter" idx="22"/>
          </p:nvPr>
        </p:nvSpPr>
        <p:spPr>
          <a:xfrm>
            <a:off x="239712" y="4508500"/>
            <a:ext cx="3786187" cy="1739900"/>
          </a:xfrm>
          <a:prstGeom prst="rect">
            <a:avLst/>
          </a:prstGeom>
        </p:spPr>
        <p:txBody>
          <a:bodyPr/>
          <a:lstStyle>
            <a:lvl1pPr marL="0" indent="0">
              <a:buNone/>
              <a:defRPr b="0" i="0">
                <a:solidFill>
                  <a:schemeClr val="bg2"/>
                </a:solidFill>
                <a:latin typeface="Barlow Light" pitchFamily="2" charset="77"/>
              </a:defRPr>
            </a:lvl1pPr>
            <a:lvl2pPr marL="768178" indent="0">
              <a:buNone/>
              <a:defRPr b="0" i="0">
                <a:solidFill>
                  <a:schemeClr val="bg2"/>
                </a:solidFill>
                <a:latin typeface="Barlow Light" pitchFamily="2" charset="77"/>
              </a:defRPr>
            </a:lvl2pPr>
            <a:lvl3pPr marL="1377641" indent="0">
              <a:buNone/>
              <a:defRPr b="0" i="0">
                <a:solidFill>
                  <a:schemeClr val="bg2"/>
                </a:solidFill>
                <a:latin typeface="Barlow Light" pitchFamily="2" charset="77"/>
              </a:defRPr>
            </a:lvl3pPr>
            <a:lvl4pPr marL="1828389" indent="0">
              <a:buNone/>
              <a:defRPr b="0" i="0">
                <a:solidFill>
                  <a:schemeClr val="bg2"/>
                </a:solidFill>
                <a:latin typeface="Barlow Light" pitchFamily="2" charset="77"/>
              </a:defRPr>
            </a:lvl4pPr>
            <a:lvl5pPr marL="2437851" indent="0">
              <a:buNone/>
              <a:defRPr b="0" i="0">
                <a:solidFill>
                  <a:schemeClr val="bg2"/>
                </a:solidFill>
                <a:latin typeface="Barlow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8B18D126-5EE8-F59F-E83F-01EDD4F64267}"/>
              </a:ext>
            </a:extLst>
          </p:cNvPr>
          <p:cNvSpPr>
            <a:spLocks noGrp="1"/>
          </p:cNvSpPr>
          <p:nvPr>
            <p:ph type="body" sz="quarter" idx="24"/>
          </p:nvPr>
        </p:nvSpPr>
        <p:spPr>
          <a:xfrm>
            <a:off x="4343401" y="5843588"/>
            <a:ext cx="7513638" cy="407987"/>
          </a:xfrm>
          <a:prstGeom prst="rect">
            <a:avLst/>
          </a:prstGeom>
        </p:spPr>
        <p:txBody>
          <a:bodyPr/>
          <a:lstStyle>
            <a:lvl1pPr marL="0" indent="0" algn="r">
              <a:buNone/>
              <a:defRPr b="0" i="0">
                <a:solidFill>
                  <a:schemeClr val="bg1"/>
                </a:solidFill>
                <a:latin typeface="Barlow Light" pitchFamily="2" charset="77"/>
              </a:defRPr>
            </a:lvl1pPr>
            <a:lvl2pPr marL="768178" indent="0" algn="r">
              <a:buNone/>
              <a:defRPr>
                <a:solidFill>
                  <a:schemeClr val="bg1"/>
                </a:solidFill>
              </a:defRPr>
            </a:lvl2pPr>
            <a:lvl3pPr marL="1377641" indent="0" algn="r">
              <a:buNone/>
              <a:defRPr>
                <a:solidFill>
                  <a:schemeClr val="bg1"/>
                </a:solidFill>
              </a:defRPr>
            </a:lvl3pPr>
            <a:lvl4pPr marL="1828389" indent="0" algn="r">
              <a:buNone/>
              <a:defRPr>
                <a:solidFill>
                  <a:schemeClr val="bg1"/>
                </a:solidFill>
              </a:defRPr>
            </a:lvl4pPr>
            <a:lvl5pPr marL="2437851" indent="0" algn="r">
              <a:buNone/>
              <a:defRPr>
                <a:solidFill>
                  <a:schemeClr val="bg1"/>
                </a:solidFill>
              </a:defRPr>
            </a:lvl5pPr>
          </a:lstStyle>
          <a:p>
            <a:pPr lvl="0"/>
            <a:r>
              <a:rPr lang="en-US"/>
              <a:t>Click to edit Master text styles</a:t>
            </a:r>
          </a:p>
        </p:txBody>
      </p:sp>
      <p:pic>
        <p:nvPicPr>
          <p:cNvPr id="6" name="Picture 5" descr="A blue and grey text on a black background&#10;&#10;AI-generated content may be incorrect.">
            <a:extLst>
              <a:ext uri="{FF2B5EF4-FFF2-40B4-BE49-F238E27FC236}">
                <a16:creationId xmlns:a16="http://schemas.microsoft.com/office/drawing/2014/main" id="{125CAE4C-B02F-E37D-DB91-874B580D07DC}"/>
              </a:ext>
            </a:extLst>
          </p:cNvPr>
          <p:cNvPicPr>
            <a:picLocks noChangeAspect="1"/>
          </p:cNvPicPr>
          <p:nvPr userDrawn="1"/>
        </p:nvPicPr>
        <p:blipFill>
          <a:blip r:embed="rId2"/>
          <a:srcRect l="5454" t="16383" r="73842" b="32609"/>
          <a:stretch/>
        </p:blipFill>
        <p:spPr>
          <a:xfrm>
            <a:off x="876587" y="67340"/>
            <a:ext cx="282302" cy="265844"/>
          </a:xfrm>
          <a:prstGeom prst="rect">
            <a:avLst/>
          </a:prstGeom>
        </p:spPr>
      </p:pic>
    </p:spTree>
    <p:extLst>
      <p:ext uri="{BB962C8B-B14F-4D97-AF65-F5344CB8AC3E}">
        <p14:creationId xmlns:p14="http://schemas.microsoft.com/office/powerpoint/2010/main" val="3919981364"/>
      </p:ext>
    </p:extLst>
  </p:cSld>
  <p:clrMapOvr>
    <a:masterClrMapping/>
  </p:clrMapOvr>
  <p:transition spd="med"/>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Dashboard 5 boxes">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2CF3B352-BA50-0B57-9002-92315646989A}"/>
              </a:ext>
            </a:extLst>
          </p:cNvPr>
          <p:cNvSpPr/>
          <p:nvPr userDrawn="1"/>
        </p:nvSpPr>
        <p:spPr>
          <a:xfrm>
            <a:off x="7875038" y="1307167"/>
            <a:ext cx="3911285" cy="5112160"/>
          </a:xfrm>
          <a:prstGeom prst="roundRect">
            <a:avLst>
              <a:gd name="adj" fmla="val 1773"/>
            </a:avLst>
          </a:prstGeom>
          <a:gradFill>
            <a:gsLst>
              <a:gs pos="100000">
                <a:schemeClr val="bg1"/>
              </a:gs>
              <a:gs pos="0">
                <a:schemeClr val="bg1">
                  <a:lumMod val="85000"/>
                </a:schemeClr>
              </a:gs>
            </a:gsLst>
            <a:lin ang="2700000" scaled="1"/>
          </a:gradFill>
          <a:ln w="31750" cap="flat">
            <a:noFill/>
            <a:prstDash val="solid"/>
            <a:miter/>
          </a:ln>
          <a:effectLst>
            <a:outerShdw blurRad="177125" dist="38100" dir="2700000" algn="tl" rotWithShape="0">
              <a:prstClr val="black">
                <a:alpha val="23519"/>
              </a:prstClr>
            </a:outerShdw>
          </a:effectLst>
        </p:spPr>
        <p:txBody>
          <a:bodyPr rtlCol="0" anchor="ctr"/>
          <a:lstStyle/>
          <a:p>
            <a:pPr lvl="0"/>
            <a:endParaRPr lang="en-US" b="0" i="0">
              <a:latin typeface="Barlow Light" pitchFamily="2" charset="77"/>
            </a:endParaRPr>
          </a:p>
        </p:txBody>
      </p:sp>
      <p:cxnSp>
        <p:nvCxnSpPr>
          <p:cNvPr id="12" name="Straight Connector 11">
            <a:extLst>
              <a:ext uri="{FF2B5EF4-FFF2-40B4-BE49-F238E27FC236}">
                <a16:creationId xmlns:a16="http://schemas.microsoft.com/office/drawing/2014/main" id="{00D46176-7F36-3D55-54BC-BB7BDBF1B5EE}"/>
              </a:ext>
            </a:extLst>
          </p:cNvPr>
          <p:cNvCxnSpPr>
            <a:cxnSpLocks/>
          </p:cNvCxnSpPr>
          <p:nvPr userDrawn="1"/>
        </p:nvCxnSpPr>
        <p:spPr bwMode="auto">
          <a:xfrm>
            <a:off x="405677" y="6419334"/>
            <a:ext cx="7421331" cy="0"/>
          </a:xfrm>
          <a:prstGeom prst="line">
            <a:avLst/>
          </a:prstGeom>
          <a:noFill/>
          <a:ln w="19050" cap="flat" cmpd="sng" algn="ctr">
            <a:solidFill>
              <a:schemeClr val="bg1">
                <a:lumMod val="75000"/>
              </a:schemeClr>
            </a:solidFill>
            <a:prstDash val="sysDot"/>
            <a:round/>
            <a:headEnd type="none" w="med" len="med"/>
            <a:tailEnd type="none" w="med" len="med"/>
          </a:ln>
          <a:effectLst/>
        </p:spPr>
      </p:cxnSp>
      <p:sp>
        <p:nvSpPr>
          <p:cNvPr id="13" name="Rounded Rectangle 12">
            <a:extLst>
              <a:ext uri="{FF2B5EF4-FFF2-40B4-BE49-F238E27FC236}">
                <a16:creationId xmlns:a16="http://schemas.microsoft.com/office/drawing/2014/main" id="{6F8F1BCE-7115-8124-4FCC-4E6521E58943}"/>
              </a:ext>
            </a:extLst>
          </p:cNvPr>
          <p:cNvSpPr/>
          <p:nvPr userDrawn="1"/>
        </p:nvSpPr>
        <p:spPr>
          <a:xfrm>
            <a:off x="607378" y="1307167"/>
            <a:ext cx="3337560" cy="369332"/>
          </a:xfrm>
          <a:prstGeom prst="roundRect">
            <a:avLst>
              <a:gd name="adj" fmla="val 19095"/>
            </a:avLst>
          </a:prstGeom>
          <a:gradFill flip="none" rotWithShape="1">
            <a:gsLst>
              <a:gs pos="84000">
                <a:schemeClr val="accent2"/>
              </a:gs>
              <a:gs pos="14000">
                <a:schemeClr val="accent4"/>
              </a:gs>
            </a:gsLst>
            <a:lin ang="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6" name="Rounded Rectangle 15">
            <a:extLst>
              <a:ext uri="{FF2B5EF4-FFF2-40B4-BE49-F238E27FC236}">
                <a16:creationId xmlns:a16="http://schemas.microsoft.com/office/drawing/2014/main" id="{663D9B64-D99E-9265-AD58-F7C26251688F}"/>
              </a:ext>
            </a:extLst>
          </p:cNvPr>
          <p:cNvSpPr/>
          <p:nvPr userDrawn="1"/>
        </p:nvSpPr>
        <p:spPr>
          <a:xfrm>
            <a:off x="4264977" y="1307167"/>
            <a:ext cx="3337560" cy="369332"/>
          </a:xfrm>
          <a:prstGeom prst="roundRect">
            <a:avLst>
              <a:gd name="adj" fmla="val 19095"/>
            </a:avLst>
          </a:prstGeom>
          <a:gradFill flip="none" rotWithShape="1">
            <a:gsLst>
              <a:gs pos="84000">
                <a:schemeClr val="accent2"/>
              </a:gs>
              <a:gs pos="14000">
                <a:schemeClr val="accent4"/>
              </a:gs>
            </a:gsLst>
            <a:lin ang="0" scaled="1"/>
            <a:tileRect/>
          </a:gradFill>
          <a:ln w="31750" cap="flat">
            <a:noFill/>
            <a:prstDash val="solid"/>
            <a:miter/>
          </a:ln>
          <a:effectLst/>
        </p:spPr>
        <p:txBody>
          <a:bodyPr rtlCol="0" anchor="ctr"/>
          <a:lstStyle/>
          <a:p>
            <a:pPr algn="l"/>
            <a:endParaRPr lang="en-US" b="0" i="0">
              <a:latin typeface="Barlow Light" pitchFamily="2" charset="77"/>
            </a:endParaRPr>
          </a:p>
        </p:txBody>
      </p:sp>
      <p:sp>
        <p:nvSpPr>
          <p:cNvPr id="18" name="Rounded Rectangle 17">
            <a:extLst>
              <a:ext uri="{FF2B5EF4-FFF2-40B4-BE49-F238E27FC236}">
                <a16:creationId xmlns:a16="http://schemas.microsoft.com/office/drawing/2014/main" id="{102F8DAE-2AEC-4F5B-EED6-DFD88B37A677}"/>
              </a:ext>
            </a:extLst>
          </p:cNvPr>
          <p:cNvSpPr/>
          <p:nvPr userDrawn="1"/>
        </p:nvSpPr>
        <p:spPr>
          <a:xfrm flipH="1">
            <a:off x="435147"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19" name="Rounded Rectangle 18">
            <a:extLst>
              <a:ext uri="{FF2B5EF4-FFF2-40B4-BE49-F238E27FC236}">
                <a16:creationId xmlns:a16="http://schemas.microsoft.com/office/drawing/2014/main" id="{04231578-A33B-5227-CDB5-9B4F64CD3A3C}"/>
              </a:ext>
            </a:extLst>
          </p:cNvPr>
          <p:cNvSpPr/>
          <p:nvPr userDrawn="1"/>
        </p:nvSpPr>
        <p:spPr>
          <a:xfrm>
            <a:off x="4181416" y="1538881"/>
            <a:ext cx="3629777" cy="2213105"/>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1" name="Rounded Rectangle 20">
            <a:extLst>
              <a:ext uri="{FF2B5EF4-FFF2-40B4-BE49-F238E27FC236}">
                <a16:creationId xmlns:a16="http://schemas.microsoft.com/office/drawing/2014/main" id="{C701D814-2263-D781-37E3-58C17CC9920D}"/>
              </a:ext>
            </a:extLst>
          </p:cNvPr>
          <p:cNvSpPr/>
          <p:nvPr userDrawn="1"/>
        </p:nvSpPr>
        <p:spPr>
          <a:xfrm>
            <a:off x="436041" y="4169108"/>
            <a:ext cx="238553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22" name="Rounded Rectangle 21">
            <a:extLst>
              <a:ext uri="{FF2B5EF4-FFF2-40B4-BE49-F238E27FC236}">
                <a16:creationId xmlns:a16="http://schemas.microsoft.com/office/drawing/2014/main" id="{2A2F2EB1-39D3-E286-3FB6-BB416B06BB4E}"/>
              </a:ext>
            </a:extLst>
          </p:cNvPr>
          <p:cNvSpPr/>
          <p:nvPr userDrawn="1"/>
        </p:nvSpPr>
        <p:spPr>
          <a:xfrm>
            <a:off x="2928730" y="4169108"/>
            <a:ext cx="4882462" cy="2175676"/>
          </a:xfrm>
          <a:prstGeom prst="roundRect">
            <a:avLst>
              <a:gd name="adj" fmla="val 3328"/>
            </a:avLst>
          </a:prstGeom>
          <a:solidFill>
            <a:schemeClr val="bg1"/>
          </a:solidFill>
          <a:ln w="31750" cap="flat">
            <a:noFill/>
            <a:prstDash val="solid"/>
            <a:miter/>
          </a:ln>
          <a:effectLst>
            <a:outerShdw blurRad="177125" dist="38100" dir="2700000" algn="tl" rotWithShape="0">
              <a:prstClr val="black">
                <a:alpha val="23519"/>
              </a:prstClr>
            </a:outerShdw>
          </a:effectLst>
        </p:spPr>
        <p:txBody>
          <a:bodyPr rtlCol="0" anchor="ctr"/>
          <a:lstStyle/>
          <a:p>
            <a:pPr algn="l"/>
            <a:endParaRPr lang="en-US" b="0" i="0">
              <a:latin typeface="Barlow Light" pitchFamily="2" charset="77"/>
            </a:endParaRPr>
          </a:p>
        </p:txBody>
      </p:sp>
      <p:sp>
        <p:nvSpPr>
          <p:cNvPr id="3" name="Text Placeholder 2">
            <a:extLst>
              <a:ext uri="{FF2B5EF4-FFF2-40B4-BE49-F238E27FC236}">
                <a16:creationId xmlns:a16="http://schemas.microsoft.com/office/drawing/2014/main" id="{793F8A9B-CD25-A04B-9D54-41AE23CF3B32}"/>
              </a:ext>
            </a:extLst>
          </p:cNvPr>
          <p:cNvSpPr>
            <a:spLocks noGrp="1"/>
          </p:cNvSpPr>
          <p:nvPr>
            <p:ph type="body" sz="quarter" idx="16"/>
          </p:nvPr>
        </p:nvSpPr>
        <p:spPr>
          <a:xfrm>
            <a:off x="502276" y="4261588"/>
            <a:ext cx="2228046"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60BBC083-0EE3-51A8-EBB7-EE829EB9E9FA}"/>
              </a:ext>
            </a:extLst>
          </p:cNvPr>
          <p:cNvCxnSpPr>
            <a:cxnSpLocks/>
          </p:cNvCxnSpPr>
          <p:nvPr userDrawn="1"/>
        </p:nvCxnSpPr>
        <p:spPr bwMode="auto">
          <a:xfrm flipV="1">
            <a:off x="930361" y="396936"/>
            <a:ext cx="0" cy="372586"/>
          </a:xfrm>
          <a:prstGeom prst="line">
            <a:avLst/>
          </a:prstGeom>
          <a:noFill/>
          <a:ln w="15875" cap="flat" cmpd="sng" algn="ctr">
            <a:solidFill>
              <a:schemeClr val="tx1"/>
            </a:solidFill>
            <a:prstDash val="solid"/>
            <a:round/>
            <a:headEnd type="none" w="med" len="med"/>
            <a:tailEnd type="none" w="med" len="med"/>
          </a:ln>
          <a:effectLst/>
        </p:spPr>
      </p:cxnSp>
      <p:sp>
        <p:nvSpPr>
          <p:cNvPr id="27" name="Text Placeholder 2">
            <a:extLst>
              <a:ext uri="{FF2B5EF4-FFF2-40B4-BE49-F238E27FC236}">
                <a16:creationId xmlns:a16="http://schemas.microsoft.com/office/drawing/2014/main" id="{436F9891-38D9-64C2-79FD-33DC73468F4B}"/>
              </a:ext>
            </a:extLst>
          </p:cNvPr>
          <p:cNvSpPr>
            <a:spLocks noGrp="1"/>
          </p:cNvSpPr>
          <p:nvPr>
            <p:ph type="body" sz="quarter" idx="17" hasCustomPrompt="1"/>
          </p:nvPr>
        </p:nvSpPr>
        <p:spPr>
          <a:xfrm>
            <a:off x="47651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8" name="Text Placeholder 2">
            <a:extLst>
              <a:ext uri="{FF2B5EF4-FFF2-40B4-BE49-F238E27FC236}">
                <a16:creationId xmlns:a16="http://schemas.microsoft.com/office/drawing/2014/main" id="{36D932A8-E6C6-2BF2-5CC0-FDAF4ED53789}"/>
              </a:ext>
            </a:extLst>
          </p:cNvPr>
          <p:cNvSpPr>
            <a:spLocks noGrp="1"/>
          </p:cNvSpPr>
          <p:nvPr>
            <p:ph type="body" sz="quarter" idx="18" hasCustomPrompt="1"/>
          </p:nvPr>
        </p:nvSpPr>
        <p:spPr>
          <a:xfrm>
            <a:off x="4216758" y="1276781"/>
            <a:ext cx="3567449" cy="276999"/>
          </a:xfrm>
          <a:prstGeom prst="rect">
            <a:avLst/>
          </a:prstGeom>
        </p:spPr>
        <p:txBody>
          <a:bodyPr wrap="square">
            <a:spAutoFit/>
          </a:bodyPr>
          <a:lstStyle>
            <a:lvl1pPr marL="0" indent="0" algn="ctr">
              <a:buClr>
                <a:schemeClr val="bg2"/>
              </a:buClr>
              <a:buFont typeface="Arial" panose="020B0604020202020204" pitchFamily="34" charset="0"/>
              <a:buNone/>
              <a:tabLst/>
              <a:defRPr sz="1200" b="0" i="0">
                <a:solidFill>
                  <a:schemeClr val="bg1"/>
                </a:solidFill>
                <a:latin typeface="Barlow Light" pitchFamily="2" charset="77"/>
              </a:defRPr>
            </a:lvl1pPr>
            <a:lvl2pPr marL="342900" indent="-168275">
              <a:buClr>
                <a:schemeClr val="bg2"/>
              </a:buClr>
              <a:buSzPct val="100000"/>
              <a:buFont typeface="Arial" panose="020B0604020202020204" pitchFamily="34" charset="0"/>
              <a:buChar char="•"/>
              <a:tabLst/>
              <a:defRPr>
                <a:solidFill>
                  <a:schemeClr val="bg1"/>
                </a:solidFill>
                <a:latin typeface="+mn-lt"/>
              </a:defRPr>
            </a:lvl2pPr>
            <a:lvl3pPr marL="460375" indent="-117475">
              <a:buClr>
                <a:schemeClr val="bg2"/>
              </a:buClr>
              <a:buSzPct val="100000"/>
              <a:buFont typeface="Arial" panose="020B0604020202020204" pitchFamily="34" charset="0"/>
              <a:buChar char="•"/>
              <a:tabLst/>
              <a:defRPr>
                <a:solidFill>
                  <a:schemeClr val="bg1"/>
                </a:solidFill>
                <a:latin typeface="+mn-lt"/>
              </a:defRPr>
            </a:lvl3pPr>
            <a:lvl4pPr marL="576263" indent="-115888">
              <a:buClr>
                <a:schemeClr val="bg2"/>
              </a:buClr>
              <a:buFont typeface="Arial" panose="020B0604020202020204" pitchFamily="34" charset="0"/>
              <a:buChar char="•"/>
              <a:tabLst/>
              <a:defRPr>
                <a:solidFill>
                  <a:schemeClr val="bg1"/>
                </a:solidFill>
                <a:latin typeface="+mn-lt"/>
              </a:defRPr>
            </a:lvl4pPr>
            <a:lvl5pPr marL="687388" indent="-111125">
              <a:buClr>
                <a:schemeClr val="bg2"/>
              </a:buClr>
              <a:buFont typeface="Arial" panose="020B0604020202020204" pitchFamily="34" charset="0"/>
              <a:buChar char="•"/>
              <a:tabLst/>
              <a:defRPr>
                <a:solidFill>
                  <a:schemeClr val="bg1"/>
                </a:solidFill>
                <a:latin typeface="+mn-lt"/>
              </a:defRPr>
            </a:lvl5pPr>
          </a:lstStyle>
          <a:p>
            <a:pPr lvl="0"/>
            <a:r>
              <a:rPr lang="en-US"/>
              <a:t>Name of chart here</a:t>
            </a:r>
          </a:p>
        </p:txBody>
      </p:sp>
      <p:sp>
        <p:nvSpPr>
          <p:cNvPr id="29" name="Text Placeholder 2">
            <a:extLst>
              <a:ext uri="{FF2B5EF4-FFF2-40B4-BE49-F238E27FC236}">
                <a16:creationId xmlns:a16="http://schemas.microsoft.com/office/drawing/2014/main" id="{3DDC0CE8-7DCE-FDED-F796-5755D91E3D79}"/>
              </a:ext>
            </a:extLst>
          </p:cNvPr>
          <p:cNvSpPr>
            <a:spLocks noGrp="1"/>
          </p:cNvSpPr>
          <p:nvPr>
            <p:ph type="body" sz="quarter" idx="19" hasCustomPrompt="1"/>
          </p:nvPr>
        </p:nvSpPr>
        <p:spPr>
          <a:xfrm>
            <a:off x="541929" y="979868"/>
            <a:ext cx="7211154" cy="308020"/>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0" name="Text Placeholder 2">
            <a:extLst>
              <a:ext uri="{FF2B5EF4-FFF2-40B4-BE49-F238E27FC236}">
                <a16:creationId xmlns:a16="http://schemas.microsoft.com/office/drawing/2014/main" id="{FDA87CB4-D56E-601B-9EBD-D641CB21BD8D}"/>
              </a:ext>
            </a:extLst>
          </p:cNvPr>
          <p:cNvSpPr>
            <a:spLocks noGrp="1"/>
          </p:cNvSpPr>
          <p:nvPr>
            <p:ph type="body" sz="quarter" idx="20" hasCustomPrompt="1"/>
          </p:nvPr>
        </p:nvSpPr>
        <p:spPr>
          <a:xfrm>
            <a:off x="7920506" y="979868"/>
            <a:ext cx="3862647"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1" name="Text Placeholder 2">
            <a:extLst>
              <a:ext uri="{FF2B5EF4-FFF2-40B4-BE49-F238E27FC236}">
                <a16:creationId xmlns:a16="http://schemas.microsoft.com/office/drawing/2014/main" id="{3AD700A8-6822-1B55-18B8-D96051AA137A}"/>
              </a:ext>
            </a:extLst>
          </p:cNvPr>
          <p:cNvSpPr>
            <a:spLocks noGrp="1"/>
          </p:cNvSpPr>
          <p:nvPr>
            <p:ph type="body" sz="quarter" idx="21" hasCustomPrompt="1"/>
          </p:nvPr>
        </p:nvSpPr>
        <p:spPr>
          <a:xfrm>
            <a:off x="438897"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2" name="Text Placeholder 2">
            <a:extLst>
              <a:ext uri="{FF2B5EF4-FFF2-40B4-BE49-F238E27FC236}">
                <a16:creationId xmlns:a16="http://schemas.microsoft.com/office/drawing/2014/main" id="{8FD6CEF7-348F-E30B-D61F-97A9E893D08E}"/>
              </a:ext>
            </a:extLst>
          </p:cNvPr>
          <p:cNvSpPr>
            <a:spLocks noGrp="1"/>
          </p:cNvSpPr>
          <p:nvPr>
            <p:ph type="body" sz="quarter" idx="22" hasCustomPrompt="1"/>
          </p:nvPr>
        </p:nvSpPr>
        <p:spPr>
          <a:xfrm>
            <a:off x="2924520" y="3862551"/>
            <a:ext cx="2342940" cy="307777"/>
          </a:xfrm>
          <a:prstGeom prst="rect">
            <a:avLst/>
          </a:prstGeom>
        </p:spPr>
        <p:txBody>
          <a:bodyPr wrap="square">
            <a:spAutoFit/>
          </a:bodyPr>
          <a:lstStyle>
            <a:lvl1pPr marL="0" indent="0">
              <a:buClr>
                <a:schemeClr val="bg2"/>
              </a:buClr>
              <a:buFont typeface="Arial" panose="020B0604020202020204" pitchFamily="34" charset="0"/>
              <a:buNone/>
              <a:tabLst/>
              <a:defRPr sz="1400" b="1" i="0">
                <a:solidFill>
                  <a:schemeClr val="bg2"/>
                </a:solidFill>
                <a:latin typeface="+mj-lt"/>
              </a:defRPr>
            </a:lvl1pPr>
            <a:lvl2pPr marL="342900" indent="-168275">
              <a:buClr>
                <a:schemeClr val="bg2"/>
              </a:buClr>
              <a:buSzPct val="100000"/>
              <a:buFont typeface="Arial" panose="020B0604020202020204" pitchFamily="34" charset="0"/>
              <a:buChar char="•"/>
              <a:tabLst/>
              <a:defRPr sz="1400">
                <a:solidFill>
                  <a:schemeClr val="bg2"/>
                </a:solidFill>
                <a:latin typeface="+mn-lt"/>
              </a:defRPr>
            </a:lvl2pPr>
            <a:lvl3pPr marL="460375" indent="-117475">
              <a:buClr>
                <a:schemeClr val="bg2"/>
              </a:buClr>
              <a:buSzPct val="100000"/>
              <a:buFont typeface="Arial" panose="020B0604020202020204" pitchFamily="34" charset="0"/>
              <a:buChar char="•"/>
              <a:tabLst/>
              <a:defRPr sz="1400">
                <a:solidFill>
                  <a:schemeClr val="bg2"/>
                </a:solidFill>
                <a:latin typeface="+mn-lt"/>
              </a:defRPr>
            </a:lvl3pPr>
            <a:lvl4pPr marL="576263" indent="-115888">
              <a:buClr>
                <a:schemeClr val="bg2"/>
              </a:buClr>
              <a:buFont typeface="Arial" panose="020B0604020202020204" pitchFamily="34" charset="0"/>
              <a:buChar char="•"/>
              <a:tabLst/>
              <a:defRPr sz="1400">
                <a:solidFill>
                  <a:schemeClr val="bg2"/>
                </a:solidFill>
                <a:latin typeface="+mn-lt"/>
              </a:defRPr>
            </a:lvl4pPr>
            <a:lvl5pPr marL="687388" indent="-111125">
              <a:buClr>
                <a:schemeClr val="bg2"/>
              </a:buClr>
              <a:buFont typeface="Arial" panose="020B0604020202020204" pitchFamily="34" charset="0"/>
              <a:buChar char="•"/>
              <a:tabLst/>
              <a:defRPr sz="1400">
                <a:solidFill>
                  <a:schemeClr val="bg2"/>
                </a:solidFill>
                <a:latin typeface="+mn-lt"/>
              </a:defRPr>
            </a:lvl5pPr>
          </a:lstStyle>
          <a:p>
            <a:pPr lvl="0"/>
            <a:r>
              <a:rPr lang="en-US"/>
              <a:t>CLICK TO EDIT</a:t>
            </a:r>
          </a:p>
        </p:txBody>
      </p:sp>
      <p:sp>
        <p:nvSpPr>
          <p:cNvPr id="34" name="Text Placeholder 2">
            <a:extLst>
              <a:ext uri="{FF2B5EF4-FFF2-40B4-BE49-F238E27FC236}">
                <a16:creationId xmlns:a16="http://schemas.microsoft.com/office/drawing/2014/main" id="{11A35F09-3890-A9DB-557F-26386C78DF3E}"/>
              </a:ext>
            </a:extLst>
          </p:cNvPr>
          <p:cNvSpPr>
            <a:spLocks noGrp="1"/>
          </p:cNvSpPr>
          <p:nvPr>
            <p:ph type="body" sz="quarter" idx="24"/>
          </p:nvPr>
        </p:nvSpPr>
        <p:spPr>
          <a:xfrm>
            <a:off x="2970727" y="4261588"/>
            <a:ext cx="4707080" cy="1426031"/>
          </a:xfrm>
          <a:prstGeom prst="rect">
            <a:avLst/>
          </a:prstGeom>
        </p:spPr>
        <p:txBody>
          <a:bodyPr wrap="square">
            <a:spAutoFit/>
          </a:bodyPr>
          <a:lstStyle>
            <a:lvl1pPr marL="174625" indent="-174625">
              <a:buClr>
                <a:schemeClr val="bg2"/>
              </a:buClr>
              <a:buFont typeface="Arial" panose="020B0604020202020204" pitchFamily="34" charset="0"/>
              <a:buChar char="•"/>
              <a:tabLst/>
              <a:defRPr sz="1600" b="0" i="0">
                <a:solidFill>
                  <a:schemeClr val="bg2"/>
                </a:solidFill>
                <a:latin typeface="Barlow Light" pitchFamily="2" charset="77"/>
              </a:defRPr>
            </a:lvl1pPr>
            <a:lvl2pPr marL="342900" indent="-168275">
              <a:buClr>
                <a:schemeClr val="bg2"/>
              </a:buClr>
              <a:buSzPct val="100000"/>
              <a:buFont typeface="Arial" panose="020B0604020202020204" pitchFamily="34" charset="0"/>
              <a:buChar char="•"/>
              <a:tabLst/>
              <a:defRPr sz="1200" b="0" i="0">
                <a:solidFill>
                  <a:schemeClr val="bg2"/>
                </a:solidFill>
                <a:latin typeface="Barlow Light" pitchFamily="2" charset="77"/>
              </a:defRPr>
            </a:lvl2pPr>
            <a:lvl3pPr marL="460375" indent="-117475">
              <a:buClr>
                <a:schemeClr val="bg2"/>
              </a:buClr>
              <a:buSzPct val="100000"/>
              <a:buFont typeface="Arial" panose="020B0604020202020204" pitchFamily="34" charset="0"/>
              <a:buChar char="•"/>
              <a:tabLst/>
              <a:defRPr sz="1100" b="0" i="0">
                <a:solidFill>
                  <a:schemeClr val="bg2"/>
                </a:solidFill>
                <a:latin typeface="Barlow Light" pitchFamily="2" charset="77"/>
              </a:defRPr>
            </a:lvl3pPr>
            <a:lvl4pPr marL="576263" indent="-115888">
              <a:buClr>
                <a:schemeClr val="bg2"/>
              </a:buClr>
              <a:buFont typeface="Arial" panose="020B0604020202020204" pitchFamily="34" charset="0"/>
              <a:buChar char="•"/>
              <a:tabLst/>
              <a:defRPr sz="1050" b="0" i="0">
                <a:solidFill>
                  <a:schemeClr val="bg2"/>
                </a:solidFill>
                <a:latin typeface="Barlow Light" pitchFamily="2" charset="77"/>
              </a:defRPr>
            </a:lvl4pPr>
            <a:lvl5pPr marL="687388" indent="-111125">
              <a:buClr>
                <a:schemeClr val="bg2"/>
              </a:buClr>
              <a:buFont typeface="Arial" panose="020B0604020202020204" pitchFamily="34" charset="0"/>
              <a:buChar char="•"/>
              <a:tabLst/>
              <a:defRPr sz="1050" b="0" i="0">
                <a:solidFill>
                  <a:schemeClr val="bg2"/>
                </a:solidFill>
                <a:latin typeface="Barlow Light" pitchFamily="2" charset="77"/>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37" name="Content Placeholder 36">
            <a:extLst>
              <a:ext uri="{FF2B5EF4-FFF2-40B4-BE49-F238E27FC236}">
                <a16:creationId xmlns:a16="http://schemas.microsoft.com/office/drawing/2014/main" id="{1872CEED-1F44-72A4-2AFB-BDDF5A9DF95A}"/>
              </a:ext>
            </a:extLst>
          </p:cNvPr>
          <p:cNvSpPr>
            <a:spLocks noGrp="1"/>
          </p:cNvSpPr>
          <p:nvPr>
            <p:ph sz="quarter" idx="26"/>
          </p:nvPr>
        </p:nvSpPr>
        <p:spPr>
          <a:xfrm>
            <a:off x="604838"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38" name="Content Placeholder 36">
            <a:extLst>
              <a:ext uri="{FF2B5EF4-FFF2-40B4-BE49-F238E27FC236}">
                <a16:creationId xmlns:a16="http://schemas.microsoft.com/office/drawing/2014/main" id="{ED843EA1-6AA3-6D5E-1252-1A97A62A83F0}"/>
              </a:ext>
            </a:extLst>
          </p:cNvPr>
          <p:cNvSpPr>
            <a:spLocks noGrp="1"/>
          </p:cNvSpPr>
          <p:nvPr>
            <p:ph sz="quarter" idx="27"/>
          </p:nvPr>
        </p:nvSpPr>
        <p:spPr>
          <a:xfrm>
            <a:off x="4267200" y="1738313"/>
            <a:ext cx="3335337" cy="1931987"/>
          </a:xfrm>
          <a:prstGeom prst="rect">
            <a:avLst/>
          </a:prstGeom>
        </p:spPr>
        <p:txBody>
          <a:bodyPr/>
          <a:lstStyle>
            <a:lvl1pPr marL="182563" indent="-182563">
              <a:buClr>
                <a:schemeClr val="bg2"/>
              </a:buClr>
              <a:buFont typeface="Arial" panose="020B0604020202020204" pitchFamily="34" charset="0"/>
              <a:buChar char="•"/>
              <a:tabLst/>
              <a:defRPr sz="1800" b="0" i="0">
                <a:latin typeface="Barlow Light" pitchFamily="2" charset="77"/>
              </a:defRPr>
            </a:lvl1pPr>
            <a:lvl2pPr marL="693738" indent="-236538">
              <a:buClr>
                <a:schemeClr val="bg2"/>
              </a:buClr>
              <a:buFont typeface="Arial" panose="020B0604020202020204" pitchFamily="34" charset="0"/>
              <a:buChar char="•"/>
              <a:tabLst/>
              <a:defRPr sz="1400" b="0" i="0">
                <a:latin typeface="Barlow Light" pitchFamily="2" charset="77"/>
              </a:defRPr>
            </a:lvl2pPr>
            <a:lvl3pPr marL="1682372" indent="-304731">
              <a:buClr>
                <a:schemeClr val="bg2"/>
              </a:buClr>
              <a:buFont typeface="Arial" panose="020B0604020202020204" pitchFamily="34" charset="0"/>
              <a:buChar char="•"/>
              <a:defRPr/>
            </a:lvl3pPr>
            <a:lvl4pPr marL="2133120" indent="-304731">
              <a:buClr>
                <a:schemeClr val="bg2"/>
              </a:buClr>
              <a:buFont typeface="Arial" panose="020B0604020202020204" pitchFamily="34" charset="0"/>
              <a:buChar char="•"/>
              <a:defRPr/>
            </a:lvl4pPr>
            <a:lvl5pPr marL="2742582" indent="-304731">
              <a:buClr>
                <a:schemeClr val="bg2"/>
              </a:buClr>
              <a:buFont typeface="Arial" panose="020B0604020202020204" pitchFamily="34" charset="0"/>
              <a:buChar char="•"/>
              <a:defRPr/>
            </a:lvl5pPr>
          </a:lstStyle>
          <a:p>
            <a:pPr lvl="0"/>
            <a:r>
              <a:rPr lang="en-US"/>
              <a:t>Click to edit Master text styles</a:t>
            </a:r>
          </a:p>
          <a:p>
            <a:pPr lvl="1"/>
            <a:r>
              <a:rPr lang="en-US"/>
              <a:t>Second level</a:t>
            </a:r>
          </a:p>
        </p:txBody>
      </p:sp>
      <p:sp>
        <p:nvSpPr>
          <p:cNvPr id="2" name="Title 1">
            <a:extLst>
              <a:ext uri="{FF2B5EF4-FFF2-40B4-BE49-F238E27FC236}">
                <a16:creationId xmlns:a16="http://schemas.microsoft.com/office/drawing/2014/main" id="{E35DFCA2-6F84-800B-AEA2-BE0FF62AA892}"/>
              </a:ext>
            </a:extLst>
          </p:cNvPr>
          <p:cNvSpPr>
            <a:spLocks noGrp="1"/>
          </p:cNvSpPr>
          <p:nvPr>
            <p:ph type="title" hasCustomPrompt="1"/>
          </p:nvPr>
        </p:nvSpPr>
        <p:spPr>
          <a:xfrm>
            <a:off x="1044205" y="351138"/>
            <a:ext cx="10744985" cy="522579"/>
          </a:xfrm>
          <a:prstGeom prst="rect">
            <a:avLst/>
          </a:prstGeom>
        </p:spPr>
        <p:txBody>
          <a:bodyPr wrap="square" anchor="ctr">
            <a:spAutoFit/>
          </a:bodyPr>
          <a:lstStyle>
            <a:lvl1pPr>
              <a:lnSpc>
                <a:spcPts val="3300"/>
              </a:lnSpc>
              <a:defRPr sz="3400" b="0" i="0">
                <a:latin typeface="Barlow Light" pitchFamily="2" charset="77"/>
              </a:defRPr>
            </a:lvl1pPr>
          </a:lstStyle>
          <a:p>
            <a:r>
              <a:rPr lang="en-US"/>
              <a:t>Click to edit title</a:t>
            </a:r>
          </a:p>
        </p:txBody>
      </p:sp>
      <p:pic>
        <p:nvPicPr>
          <p:cNvPr id="5" name="Picture 4" descr="A blue and grey text on a black background&#10;&#10;AI-generated content may be incorrect.">
            <a:extLst>
              <a:ext uri="{FF2B5EF4-FFF2-40B4-BE49-F238E27FC236}">
                <a16:creationId xmlns:a16="http://schemas.microsoft.com/office/drawing/2014/main" id="{3FD2A99F-87B3-FF0F-01BE-8142CBF2B54F}"/>
              </a:ext>
            </a:extLst>
          </p:cNvPr>
          <p:cNvPicPr>
            <a:picLocks noChangeAspect="1"/>
          </p:cNvPicPr>
          <p:nvPr userDrawn="1"/>
        </p:nvPicPr>
        <p:blipFill>
          <a:blip r:embed="rId2"/>
          <a:srcRect l="5454" t="16383" r="73842" b="32609"/>
          <a:stretch/>
        </p:blipFill>
        <p:spPr>
          <a:xfrm>
            <a:off x="302723" y="362867"/>
            <a:ext cx="460930" cy="434058"/>
          </a:xfrm>
          <a:prstGeom prst="rect">
            <a:avLst/>
          </a:prstGeom>
        </p:spPr>
      </p:pic>
    </p:spTree>
    <p:extLst>
      <p:ext uri="{BB962C8B-B14F-4D97-AF65-F5344CB8AC3E}">
        <p14:creationId xmlns:p14="http://schemas.microsoft.com/office/powerpoint/2010/main" val="1874348121"/>
      </p:ext>
    </p:extLst>
  </p:cSld>
  <p:clrMapOvr>
    <a:masterClrMapping/>
  </p:clrMapOvr>
  <p:transition spd="med"/>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Thank you -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4000">
                <a:schemeClr val="accent2"/>
              </a:gs>
              <a:gs pos="84000">
                <a:schemeClr val="accent4"/>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4A1FB847-3782-87E6-5A32-AC3E717BB7D9}"/>
              </a:ext>
            </a:extLst>
          </p:cNvPr>
          <p:cNvSpPr/>
          <p:nvPr userDrawn="1"/>
        </p:nvSpPr>
        <p:spPr>
          <a:xfrm rot="5400000" flipH="1">
            <a:off x="4827382" y="-1487618"/>
            <a:ext cx="2537237" cy="5429545"/>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3493633"/>
            <a:ext cx="11468100" cy="646331"/>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4000" b="0" i="0"/>
              <a:t>Thank you</a:t>
            </a:r>
          </a:p>
        </p:txBody>
      </p:sp>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82123" y="6328738"/>
            <a:ext cx="201251" cy="199351"/>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57624" y="6328738"/>
            <a:ext cx="201251" cy="201249"/>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233125" y="6327788"/>
            <a:ext cx="201251" cy="201249"/>
          </a:xfrm>
          <a:prstGeom prst="rect">
            <a:avLst/>
          </a:prstGeom>
        </p:spPr>
      </p:pic>
      <p:pic>
        <p:nvPicPr>
          <p:cNvPr id="17" name="Graphic 16">
            <a:hlinkClick r:id="rId10"/>
            <a:extLst>
              <a:ext uri="{FF2B5EF4-FFF2-40B4-BE49-F238E27FC236}">
                <a16:creationId xmlns:a16="http://schemas.microsoft.com/office/drawing/2014/main" id="{CFE2FD11-092D-FA74-699F-06CE06D1E7E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708626" y="6327788"/>
            <a:ext cx="201251" cy="201249"/>
          </a:xfrm>
          <a:prstGeom prst="rect">
            <a:avLst/>
          </a:prstGeom>
        </p:spPr>
      </p:pic>
      <p:sp>
        <p:nvSpPr>
          <p:cNvPr id="24" name="TextBox 23">
            <a:extLst>
              <a:ext uri="{FF2B5EF4-FFF2-40B4-BE49-F238E27FC236}">
                <a16:creationId xmlns:a16="http://schemas.microsoft.com/office/drawing/2014/main" id="{B39C05EF-4CDF-5BE4-2B3B-0FAAF598A2A5}"/>
              </a:ext>
            </a:extLst>
          </p:cNvPr>
          <p:cNvSpPr txBox="1"/>
          <p:nvPr userDrawn="1"/>
        </p:nvSpPr>
        <p:spPr>
          <a:xfrm>
            <a:off x="4405822" y="5904807"/>
            <a:ext cx="3380356" cy="307777"/>
          </a:xfrm>
          <a:prstGeom prst="rect">
            <a:avLst/>
          </a:prstGeom>
        </p:spPr>
        <p:txBody>
          <a:bodyPr wrap="square" rtlCol="0" anchor="t">
            <a:spAutoFit/>
          </a:bodyPr>
          <a:lstStyle/>
          <a:p>
            <a:pPr algn="ctr" defTabSz="914400">
              <a:buClr>
                <a:schemeClr val="bg2"/>
              </a:buClr>
              <a:tabLst/>
            </a:pPr>
            <a:r>
              <a:rPr lang="en-US" sz="1400" b="0" i="0" kern="0">
                <a:solidFill>
                  <a:schemeClr val="bg1"/>
                </a:solidFill>
                <a:latin typeface="Barlow Light" pitchFamily="2" charset="77"/>
                <a:hlinkClick r:id="rId13">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pic>
        <p:nvPicPr>
          <p:cNvPr id="4" name="Picture 3" descr="A blue and grey text on a black background&#10;&#10;AI-generated content may be incorrect.">
            <a:extLst>
              <a:ext uri="{FF2B5EF4-FFF2-40B4-BE49-F238E27FC236}">
                <a16:creationId xmlns:a16="http://schemas.microsoft.com/office/drawing/2014/main" id="{FCBDC590-5CFA-A282-7940-0A0594A022E9}"/>
              </a:ext>
            </a:extLst>
          </p:cNvPr>
          <p:cNvPicPr>
            <a:picLocks noChangeAspect="1"/>
          </p:cNvPicPr>
          <p:nvPr userDrawn="1"/>
        </p:nvPicPr>
        <p:blipFill>
          <a:blip r:embed="rId14"/>
          <a:srcRect l="5453" t="-3794" r="2663" b="-2921"/>
          <a:stretch/>
        </p:blipFill>
        <p:spPr>
          <a:xfrm>
            <a:off x="5070122" y="775598"/>
            <a:ext cx="2051756" cy="910832"/>
          </a:xfrm>
          <a:prstGeom prst="rect">
            <a:avLst/>
          </a:prstGeom>
        </p:spPr>
      </p:pic>
    </p:spTree>
    <p:extLst>
      <p:ext uri="{BB962C8B-B14F-4D97-AF65-F5344CB8AC3E}">
        <p14:creationId xmlns:p14="http://schemas.microsoft.com/office/powerpoint/2010/main" val="3848368551"/>
      </p:ext>
    </p:extLst>
  </p:cSld>
  <p:clrMapOvr>
    <a:masterClrMapping/>
  </p:clrMapOvr>
  <p:transition spd="med"/>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hank you - Email, website, social">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a:gsLst>
              <a:gs pos="14000">
                <a:schemeClr val="accent2"/>
              </a:gs>
              <a:gs pos="84000">
                <a:schemeClr val="accent4"/>
              </a:gs>
            </a:gsLst>
            <a:lin ang="2700000" scaled="0"/>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Freeform 6">
            <a:extLst>
              <a:ext uri="{FF2B5EF4-FFF2-40B4-BE49-F238E27FC236}">
                <a16:creationId xmlns:a16="http://schemas.microsoft.com/office/drawing/2014/main" id="{A0A2BD92-F6C0-B941-9072-D571DC874F9A}"/>
              </a:ext>
            </a:extLst>
          </p:cNvPr>
          <p:cNvSpPr/>
          <p:nvPr userDrawn="1"/>
        </p:nvSpPr>
        <p:spPr>
          <a:xfrm rot="5400000" flipH="1">
            <a:off x="5354506" y="-886725"/>
            <a:ext cx="1482988" cy="3173511"/>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4" name="Picture 3" descr="A blue and grey text on a black background&#10;&#10;AI-generated content may be incorrect.">
            <a:extLst>
              <a:ext uri="{FF2B5EF4-FFF2-40B4-BE49-F238E27FC236}">
                <a16:creationId xmlns:a16="http://schemas.microsoft.com/office/drawing/2014/main" id="{B206A44C-C9A5-FED2-BAB0-62C44D54D956}"/>
              </a:ext>
            </a:extLst>
          </p:cNvPr>
          <p:cNvPicPr>
            <a:picLocks noChangeAspect="1"/>
          </p:cNvPicPr>
          <p:nvPr userDrawn="1"/>
        </p:nvPicPr>
        <p:blipFill>
          <a:blip r:embed="rId2"/>
          <a:srcRect l="5454" t="16383" r="73842" b="32609"/>
          <a:stretch/>
        </p:blipFill>
        <p:spPr>
          <a:xfrm>
            <a:off x="5796080" y="632614"/>
            <a:ext cx="631533" cy="594714"/>
          </a:xfrm>
          <a:prstGeom prst="rect">
            <a:avLst/>
          </a:prstGeom>
        </p:spPr>
      </p:pic>
      <p:sp>
        <p:nvSpPr>
          <p:cNvPr id="9" name="Text Placeholder 6">
            <a:extLst>
              <a:ext uri="{FF2B5EF4-FFF2-40B4-BE49-F238E27FC236}">
                <a16:creationId xmlns:a16="http://schemas.microsoft.com/office/drawing/2014/main" id="{A401945A-2C65-FA4D-9C48-9ECE79F2D0DD}"/>
              </a:ext>
            </a:extLst>
          </p:cNvPr>
          <p:cNvSpPr>
            <a:spLocks noGrp="1"/>
          </p:cNvSpPr>
          <p:nvPr>
            <p:ph type="body" sz="quarter" idx="10" hasCustomPrompt="1"/>
          </p:nvPr>
        </p:nvSpPr>
        <p:spPr>
          <a:xfrm>
            <a:off x="1443488" y="5885915"/>
            <a:ext cx="3606800" cy="286232"/>
          </a:xfrm>
          <a:prstGeom prst="rect">
            <a:avLst/>
          </a:prstGeom>
        </p:spPr>
        <p:txBody>
          <a:bodyPr wrap="square" anchor="t">
            <a:spAutoFit/>
          </a:bodyPr>
          <a:lstStyle>
            <a:lvl1pPr marL="0" indent="0">
              <a:lnSpc>
                <a:spcPct val="90000"/>
              </a:lnSpc>
              <a:spcAft>
                <a:spcPts val="0"/>
              </a:spcAft>
              <a:buNone/>
              <a:defRPr sz="1400" b="0" i="0">
                <a:solidFill>
                  <a:schemeClr val="bg1"/>
                </a:solidFill>
                <a:latin typeface="Barlow Light" pitchFamily="2" charset="77"/>
              </a:defRPr>
            </a:lvl1pPr>
            <a:lvl2pPr marL="768178" indent="0">
              <a:buNone/>
              <a:defRPr/>
            </a:lvl2pPr>
            <a:lvl3pPr marL="1377641" indent="0">
              <a:buNone/>
              <a:defRPr/>
            </a:lvl3pPr>
            <a:lvl4pPr marL="1828389" indent="0">
              <a:buNone/>
              <a:defRPr/>
            </a:lvl4pPr>
            <a:lvl5pPr marL="2437851" indent="0">
              <a:buNone/>
              <a:defRPr/>
            </a:lvl5pPr>
          </a:lstStyle>
          <a:p>
            <a:pPr lvl="0"/>
            <a:r>
              <a:rPr lang="en-US"/>
              <a:t>Enter your email @</a:t>
            </a:r>
            <a:r>
              <a:rPr lang="en-US" err="1"/>
              <a:t>rockwellautomation.com</a:t>
            </a:r>
            <a:endParaRPr lang="en-US"/>
          </a:p>
        </p:txBody>
      </p:sp>
      <p:cxnSp>
        <p:nvCxnSpPr>
          <p:cNvPr id="5" name="Straight Connector 4">
            <a:extLst>
              <a:ext uri="{FF2B5EF4-FFF2-40B4-BE49-F238E27FC236}">
                <a16:creationId xmlns:a16="http://schemas.microsoft.com/office/drawing/2014/main" id="{1024A1FD-51CE-57BF-F968-4D972ED70FD5}"/>
              </a:ext>
            </a:extLst>
          </p:cNvPr>
          <p:cNvCxnSpPr>
            <a:cxnSpLocks/>
          </p:cNvCxnSpPr>
          <p:nvPr userDrawn="1"/>
        </p:nvCxnSpPr>
        <p:spPr bwMode="auto">
          <a:xfrm>
            <a:off x="2067944" y="5713840"/>
            <a:ext cx="2755900" cy="0"/>
          </a:xfrm>
          <a:prstGeom prst="line">
            <a:avLst/>
          </a:prstGeom>
          <a:noFill/>
          <a:ln w="19050" cap="flat" cmpd="sng" algn="ctr">
            <a:solidFill>
              <a:schemeClr val="bg1"/>
            </a:solidFill>
            <a:prstDash val="solid"/>
            <a:round/>
            <a:headEnd type="none" w="med" len="med"/>
            <a:tailEnd type="none" w="med" len="med"/>
          </a:ln>
          <a:effectLst/>
        </p:spPr>
      </p:cxnSp>
      <p:grpSp>
        <p:nvGrpSpPr>
          <p:cNvPr id="31" name="Group 30">
            <a:extLst>
              <a:ext uri="{FF2B5EF4-FFF2-40B4-BE49-F238E27FC236}">
                <a16:creationId xmlns:a16="http://schemas.microsoft.com/office/drawing/2014/main" id="{433280F2-DBF6-9243-5F12-6FFA6E313F67}"/>
              </a:ext>
            </a:extLst>
          </p:cNvPr>
          <p:cNvGrpSpPr/>
          <p:nvPr userDrawn="1"/>
        </p:nvGrpSpPr>
        <p:grpSpPr>
          <a:xfrm>
            <a:off x="8519546" y="5985530"/>
            <a:ext cx="1627754" cy="202199"/>
            <a:chOff x="8697346" y="4398030"/>
            <a:chExt cx="1899060" cy="235901"/>
          </a:xfrm>
        </p:grpSpPr>
        <p:pic>
          <p:nvPicPr>
            <p:cNvPr id="14" name="Graphic 13">
              <a:hlinkClick r:id="rId3"/>
              <a:extLst>
                <a:ext uri="{FF2B5EF4-FFF2-40B4-BE49-F238E27FC236}">
                  <a16:creationId xmlns:a16="http://schemas.microsoft.com/office/drawing/2014/main" id="{18CB9590-6772-E2B7-F245-37597E51E79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697346" y="4399138"/>
              <a:ext cx="234794" cy="232578"/>
            </a:xfrm>
            <a:prstGeom prst="rect">
              <a:avLst/>
            </a:prstGeom>
          </p:spPr>
        </p:pic>
        <p:pic>
          <p:nvPicPr>
            <p:cNvPr id="15" name="Graphic 14">
              <a:hlinkClick r:id="rId6"/>
              <a:extLst>
                <a:ext uri="{FF2B5EF4-FFF2-40B4-BE49-F238E27FC236}">
                  <a16:creationId xmlns:a16="http://schemas.microsoft.com/office/drawing/2014/main" id="{4B4B53A1-5EF0-A62B-5710-3AE9D81E7E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252101" y="4399138"/>
              <a:ext cx="234794" cy="234793"/>
            </a:xfrm>
            <a:prstGeom prst="rect">
              <a:avLst/>
            </a:prstGeom>
          </p:spPr>
        </p:pic>
        <p:pic>
          <p:nvPicPr>
            <p:cNvPr id="16" name="Graphic 15">
              <a:hlinkClick r:id="rId6"/>
              <a:extLst>
                <a:ext uri="{FF2B5EF4-FFF2-40B4-BE49-F238E27FC236}">
                  <a16:creationId xmlns:a16="http://schemas.microsoft.com/office/drawing/2014/main" id="{9611B9B1-8321-9E56-6F44-6564745FB5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806856" y="4398030"/>
              <a:ext cx="234794" cy="234793"/>
            </a:xfrm>
            <a:prstGeom prst="rect">
              <a:avLst/>
            </a:prstGeom>
          </p:spPr>
        </p:pic>
        <p:pic>
          <p:nvPicPr>
            <p:cNvPr id="17" name="Graphic 16">
              <a:hlinkClick r:id="rId11"/>
              <a:extLst>
                <a:ext uri="{FF2B5EF4-FFF2-40B4-BE49-F238E27FC236}">
                  <a16:creationId xmlns:a16="http://schemas.microsoft.com/office/drawing/2014/main" id="{CFE2FD11-092D-FA74-699F-06CE06D1E7E9}"/>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0361612" y="4398030"/>
              <a:ext cx="234794" cy="234793"/>
            </a:xfrm>
            <a:prstGeom prst="rect">
              <a:avLst/>
            </a:prstGeom>
          </p:spPr>
        </p:pic>
      </p:grpSp>
      <p:sp>
        <p:nvSpPr>
          <p:cNvPr id="19" name="TextBox 18">
            <a:extLst>
              <a:ext uri="{FF2B5EF4-FFF2-40B4-BE49-F238E27FC236}">
                <a16:creationId xmlns:a16="http://schemas.microsoft.com/office/drawing/2014/main" id="{36C0589B-514C-02F7-4B20-C32D7B89AB22}"/>
              </a:ext>
            </a:extLst>
          </p:cNvPr>
          <p:cNvSpPr txBox="1"/>
          <p:nvPr userDrawn="1"/>
        </p:nvSpPr>
        <p:spPr>
          <a:xfrm>
            <a:off x="342900" y="4014914"/>
            <a:ext cx="11468100" cy="1421928"/>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ctr"/>
            <a:r>
              <a:rPr lang="en-US" sz="9600" b="0" i="0"/>
              <a:t>Thank you</a:t>
            </a:r>
          </a:p>
        </p:txBody>
      </p:sp>
      <p:sp>
        <p:nvSpPr>
          <p:cNvPr id="20" name="TextBox 19">
            <a:extLst>
              <a:ext uri="{FF2B5EF4-FFF2-40B4-BE49-F238E27FC236}">
                <a16:creationId xmlns:a16="http://schemas.microsoft.com/office/drawing/2014/main" id="{032FEF84-C675-A6FD-811C-4BA4859DB4DE}"/>
              </a:ext>
            </a:extLst>
          </p:cNvPr>
          <p:cNvSpPr txBox="1"/>
          <p:nvPr userDrawn="1"/>
        </p:nvSpPr>
        <p:spPr>
          <a:xfrm>
            <a:off x="14434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EMAIL</a:t>
            </a:r>
          </a:p>
        </p:txBody>
      </p:sp>
      <p:sp>
        <p:nvSpPr>
          <p:cNvPr id="21" name="TextBox 20">
            <a:extLst>
              <a:ext uri="{FF2B5EF4-FFF2-40B4-BE49-F238E27FC236}">
                <a16:creationId xmlns:a16="http://schemas.microsoft.com/office/drawing/2014/main" id="{87C534E7-7C8E-CBC4-2654-37A5C918DC2E}"/>
              </a:ext>
            </a:extLst>
          </p:cNvPr>
          <p:cNvSpPr txBox="1"/>
          <p:nvPr userDrawn="1"/>
        </p:nvSpPr>
        <p:spPr>
          <a:xfrm>
            <a:off x="5050288"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WEBSITE</a:t>
            </a:r>
          </a:p>
        </p:txBody>
      </p:sp>
      <p:sp>
        <p:nvSpPr>
          <p:cNvPr id="22" name="TextBox 21">
            <a:extLst>
              <a:ext uri="{FF2B5EF4-FFF2-40B4-BE49-F238E27FC236}">
                <a16:creationId xmlns:a16="http://schemas.microsoft.com/office/drawing/2014/main" id="{021438E8-826D-1933-6C4F-4D060504D56F}"/>
              </a:ext>
            </a:extLst>
          </p:cNvPr>
          <p:cNvSpPr txBox="1"/>
          <p:nvPr userDrawn="1"/>
        </p:nvSpPr>
        <p:spPr>
          <a:xfrm>
            <a:off x="8430644" y="5575341"/>
            <a:ext cx="3380356" cy="276999"/>
          </a:xfrm>
          <a:prstGeom prst="rect">
            <a:avLst/>
          </a:prstGeom>
        </p:spPr>
        <p:txBody>
          <a:bodyPr wrap="square" rtlCol="0" anchor="t">
            <a:spAutoFit/>
          </a:bodyPr>
          <a:lstStyle/>
          <a:p>
            <a:pPr algn="l" defTabSz="914400">
              <a:buClr>
                <a:schemeClr val="bg2"/>
              </a:buClr>
              <a:tabLst/>
            </a:pPr>
            <a:r>
              <a:rPr lang="en-US" sz="1200" b="0" i="0" kern="0">
                <a:solidFill>
                  <a:schemeClr val="bg1"/>
                </a:solidFill>
                <a:latin typeface="Barlow Light" pitchFamily="2" charset="77"/>
              </a:rPr>
              <a:t>SOCIAL MEDIA</a:t>
            </a:r>
          </a:p>
        </p:txBody>
      </p:sp>
      <p:sp>
        <p:nvSpPr>
          <p:cNvPr id="24" name="TextBox 23">
            <a:extLst>
              <a:ext uri="{FF2B5EF4-FFF2-40B4-BE49-F238E27FC236}">
                <a16:creationId xmlns:a16="http://schemas.microsoft.com/office/drawing/2014/main" id="{B39C05EF-4CDF-5BE4-2B3B-0FAAF598A2A5}"/>
              </a:ext>
            </a:extLst>
          </p:cNvPr>
          <p:cNvSpPr txBox="1"/>
          <p:nvPr userDrawn="1"/>
        </p:nvSpPr>
        <p:spPr>
          <a:xfrm>
            <a:off x="5050288" y="586744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4">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cxnSp>
        <p:nvCxnSpPr>
          <p:cNvPr id="27" name="Straight Connector 26">
            <a:extLst>
              <a:ext uri="{FF2B5EF4-FFF2-40B4-BE49-F238E27FC236}">
                <a16:creationId xmlns:a16="http://schemas.microsoft.com/office/drawing/2014/main" id="{01CDE4B7-4755-9190-6346-D8C55BAD2417}"/>
              </a:ext>
            </a:extLst>
          </p:cNvPr>
          <p:cNvCxnSpPr>
            <a:cxnSpLocks/>
          </p:cNvCxnSpPr>
          <p:nvPr userDrawn="1"/>
        </p:nvCxnSpPr>
        <p:spPr bwMode="auto">
          <a:xfrm>
            <a:off x="5890644" y="5713840"/>
            <a:ext cx="2260600" cy="0"/>
          </a:xfrm>
          <a:prstGeom prst="line">
            <a:avLst/>
          </a:prstGeom>
          <a:noFill/>
          <a:ln w="19050" cap="flat" cmpd="sng" algn="ctr">
            <a:solidFill>
              <a:schemeClr val="bg1"/>
            </a:solidFill>
            <a:prstDash val="solid"/>
            <a:round/>
            <a:headEnd type="none" w="med" len="med"/>
            <a:tailEnd type="none" w="med" len="med"/>
          </a:ln>
          <a:effectLst/>
        </p:spPr>
      </p:cxnSp>
      <p:cxnSp>
        <p:nvCxnSpPr>
          <p:cNvPr id="29" name="Straight Connector 28">
            <a:extLst>
              <a:ext uri="{FF2B5EF4-FFF2-40B4-BE49-F238E27FC236}">
                <a16:creationId xmlns:a16="http://schemas.microsoft.com/office/drawing/2014/main" id="{832FC6DC-2747-1F8F-3F97-0D1140B8DF52}"/>
              </a:ext>
            </a:extLst>
          </p:cNvPr>
          <p:cNvCxnSpPr>
            <a:cxnSpLocks/>
          </p:cNvCxnSpPr>
          <p:nvPr userDrawn="1"/>
        </p:nvCxnSpPr>
        <p:spPr bwMode="auto">
          <a:xfrm>
            <a:off x="9550400" y="5713840"/>
            <a:ext cx="876300" cy="0"/>
          </a:xfrm>
          <a:prstGeom prst="line">
            <a:avLst/>
          </a:prstGeom>
          <a:noFill/>
          <a:ln w="19050" cap="flat" cmpd="sng" algn="ctr">
            <a:solidFill>
              <a:schemeClr val="bg1"/>
            </a:solidFill>
            <a:prstDash val="solid"/>
            <a:round/>
            <a:headEnd type="none" w="med" len="med"/>
            <a:tailEnd type="none" w="med" len="med"/>
          </a:ln>
          <a:effectLst/>
        </p:spPr>
      </p:cxnSp>
    </p:spTree>
    <p:extLst>
      <p:ext uri="{BB962C8B-B14F-4D97-AF65-F5344CB8AC3E}">
        <p14:creationId xmlns:p14="http://schemas.microsoft.com/office/powerpoint/2010/main" val="2971996123"/>
      </p:ext>
    </p:extLst>
  </p:cSld>
  <p:clrMapOvr>
    <a:masterClrMapping/>
  </p:clrMapOvr>
  <p:transition spd="med"/>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hank you - website, social opt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CD81CF2-4A37-7B81-E465-5D6F29037FFC}"/>
              </a:ext>
            </a:extLst>
          </p:cNvPr>
          <p:cNvSpPr/>
          <p:nvPr userDrawn="1"/>
        </p:nvSpPr>
        <p:spPr>
          <a:xfrm flipH="1" flipV="1">
            <a:off x="0" y="-28484"/>
            <a:ext cx="12192000" cy="6886483"/>
          </a:xfrm>
          <a:prstGeom prst="rect">
            <a:avLst/>
          </a:prstGeom>
          <a:gradFill flip="none" rotWithShape="1">
            <a:gsLst>
              <a:gs pos="14000">
                <a:schemeClr val="accent4"/>
              </a:gs>
              <a:gs pos="84000">
                <a:schemeClr val="accent2"/>
              </a:gs>
            </a:gsLst>
            <a:lin ang="13500000" scaled="1"/>
            <a:tileRect/>
          </a:gradFill>
          <a:effectLst>
            <a:outerShdw blurRad="127000" dist="38100" dir="8100000" algn="tr" rotWithShape="0">
              <a:prstClr val="black">
                <a:alpha val="20000"/>
              </a:prstClr>
            </a:outerShdw>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3" name="Freeform 2">
            <a:extLst>
              <a:ext uri="{FF2B5EF4-FFF2-40B4-BE49-F238E27FC236}">
                <a16:creationId xmlns:a16="http://schemas.microsoft.com/office/drawing/2014/main" id="{A9C51BF9-7AAE-721D-8857-A71D6E3ADE82}"/>
              </a:ext>
            </a:extLst>
          </p:cNvPr>
          <p:cNvSpPr/>
          <p:nvPr userDrawn="1"/>
        </p:nvSpPr>
        <p:spPr>
          <a:xfrm>
            <a:off x="0" y="1079780"/>
            <a:ext cx="1333500" cy="2858172"/>
          </a:xfrm>
          <a:custGeom>
            <a:avLst/>
            <a:gdLst>
              <a:gd name="connsiteX0" fmla="*/ 3203561 w 3203562"/>
              <a:gd name="connsiteY0" fmla="*/ 4325816 h 6855443"/>
              <a:gd name="connsiteX1" fmla="*/ 0 w 3203562"/>
              <a:gd name="connsiteY1" fmla="*/ 4325816 h 6855443"/>
              <a:gd name="connsiteX2" fmla="*/ 0 w 3203562"/>
              <a:gd name="connsiteY2" fmla="*/ 6855443 h 6855443"/>
              <a:gd name="connsiteX3" fmla="*/ 3203562 w 3203562"/>
              <a:gd name="connsiteY3" fmla="*/ 4325815 h 6855443"/>
              <a:gd name="connsiteX4" fmla="*/ 3203561 w 3203562"/>
              <a:gd name="connsiteY4" fmla="*/ 4325816 h 6855443"/>
              <a:gd name="connsiteX5" fmla="*/ 3203562 w 3203562"/>
              <a:gd name="connsiteY5" fmla="*/ 4325816 h 6855443"/>
              <a:gd name="connsiteX6" fmla="*/ 0 w 3203562"/>
              <a:gd name="connsiteY6" fmla="*/ 0 h 6855443"/>
              <a:gd name="connsiteX7" fmla="*/ 0 w 3203562"/>
              <a:gd name="connsiteY7" fmla="*/ 2529628 h 6855443"/>
              <a:gd name="connsiteX8" fmla="*/ 0 w 3203562"/>
              <a:gd name="connsiteY8" fmla="*/ 4325815 h 6855443"/>
              <a:gd name="connsiteX9" fmla="*/ 3203562 w 3203562"/>
              <a:gd name="connsiteY9" fmla="*/ 4325815 h 6855443"/>
              <a:gd name="connsiteX10" fmla="*/ 3203562 w 3203562"/>
              <a:gd name="connsiteY10"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03562" h="6855443">
                <a:moveTo>
                  <a:pt x="3203561" y="4325816"/>
                </a:moveTo>
                <a:lnTo>
                  <a:pt x="0" y="4325816"/>
                </a:lnTo>
                <a:lnTo>
                  <a:pt x="0" y="6855443"/>
                </a:lnTo>
                <a:close/>
                <a:moveTo>
                  <a:pt x="3203562" y="4325815"/>
                </a:moveTo>
                <a:lnTo>
                  <a:pt x="3203561" y="4325816"/>
                </a:lnTo>
                <a:lnTo>
                  <a:pt x="3203562" y="4325816"/>
                </a:lnTo>
                <a:close/>
                <a:moveTo>
                  <a:pt x="0" y="0"/>
                </a:moveTo>
                <a:lnTo>
                  <a:pt x="0" y="2529628"/>
                </a:lnTo>
                <a:lnTo>
                  <a:pt x="0" y="4325815"/>
                </a:lnTo>
                <a:lnTo>
                  <a:pt x="3203562" y="4325815"/>
                </a:lnTo>
                <a:lnTo>
                  <a:pt x="3203562"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sp>
        <p:nvSpPr>
          <p:cNvPr id="19" name="TextBox 18">
            <a:extLst>
              <a:ext uri="{FF2B5EF4-FFF2-40B4-BE49-F238E27FC236}">
                <a16:creationId xmlns:a16="http://schemas.microsoft.com/office/drawing/2014/main" id="{36C0589B-514C-02F7-4B20-C32D7B89AB22}"/>
              </a:ext>
            </a:extLst>
          </p:cNvPr>
          <p:cNvSpPr txBox="1"/>
          <p:nvPr userDrawn="1"/>
        </p:nvSpPr>
        <p:spPr>
          <a:xfrm>
            <a:off x="1663700" y="1923635"/>
            <a:ext cx="11468100" cy="1200329"/>
          </a:xfrm>
          <a:prstGeom prst="rect">
            <a:avLst/>
          </a:prstGeom>
        </p:spPr>
        <p:txBody>
          <a:bodyPr wrap="square" anchor="b">
            <a:spAutoFit/>
          </a:bodyPr>
          <a:lstStyle>
            <a:lvl1pPr indent="0" fontAlgn="base">
              <a:lnSpc>
                <a:spcPct val="90000"/>
              </a:lnSpc>
              <a:spcBef>
                <a:spcPct val="0"/>
              </a:spcBef>
              <a:spcAft>
                <a:spcPct val="0"/>
              </a:spcAft>
              <a:buFont typeface="Arial" panose="020B0604020202020204" pitchFamily="34" charset="0"/>
              <a:buNone/>
              <a:defRPr sz="8000" b="0" i="0">
                <a:solidFill>
                  <a:schemeClr val="bg1"/>
                </a:solidFill>
                <a:latin typeface="Barlow Light" pitchFamily="2" charset="77"/>
                <a:ea typeface="+mj-ea"/>
                <a:cs typeface="Arial"/>
              </a:defRPr>
            </a:lvl1pPr>
            <a:lvl2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fontAlgn="base">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a:lstStyle>
          <a:p>
            <a:pPr lvl="0" algn="l"/>
            <a:r>
              <a:rPr lang="en-US" sz="8000" b="0" i="0"/>
              <a:t>Thank you</a:t>
            </a:r>
          </a:p>
        </p:txBody>
      </p:sp>
      <p:grpSp>
        <p:nvGrpSpPr>
          <p:cNvPr id="31" name="Group 30">
            <a:extLst>
              <a:ext uri="{FF2B5EF4-FFF2-40B4-BE49-F238E27FC236}">
                <a16:creationId xmlns:a16="http://schemas.microsoft.com/office/drawing/2014/main" id="{433280F2-DBF6-9243-5F12-6FFA6E313F67}"/>
              </a:ext>
            </a:extLst>
          </p:cNvPr>
          <p:cNvGrpSpPr/>
          <p:nvPr userDrawn="1"/>
        </p:nvGrpSpPr>
        <p:grpSpPr>
          <a:xfrm>
            <a:off x="1981200" y="3698092"/>
            <a:ext cx="1627754" cy="202199"/>
            <a:chOff x="8697346" y="4398030"/>
            <a:chExt cx="1899060" cy="235901"/>
          </a:xfrm>
          <a:solidFill>
            <a:schemeClr val="bg1"/>
          </a:solidFill>
        </p:grpSpPr>
        <p:pic>
          <p:nvPicPr>
            <p:cNvPr id="14" name="Graphic 13">
              <a:hlinkClick r:id="rId2"/>
              <a:extLst>
                <a:ext uri="{FF2B5EF4-FFF2-40B4-BE49-F238E27FC236}">
                  <a16:creationId xmlns:a16="http://schemas.microsoft.com/office/drawing/2014/main" id="{18CB9590-6772-E2B7-F245-37597E51E79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697346" y="4399138"/>
              <a:ext cx="234794" cy="232578"/>
            </a:xfrm>
            <a:prstGeom prst="rect">
              <a:avLst/>
            </a:prstGeom>
          </p:spPr>
        </p:pic>
        <p:pic>
          <p:nvPicPr>
            <p:cNvPr id="15" name="Graphic 14">
              <a:hlinkClick r:id="rId5"/>
              <a:extLst>
                <a:ext uri="{FF2B5EF4-FFF2-40B4-BE49-F238E27FC236}">
                  <a16:creationId xmlns:a16="http://schemas.microsoft.com/office/drawing/2014/main" id="{4B4B53A1-5EF0-A62B-5710-3AE9D81E7E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252101" y="4399138"/>
              <a:ext cx="234794" cy="234793"/>
            </a:xfrm>
            <a:prstGeom prst="rect">
              <a:avLst/>
            </a:prstGeom>
          </p:spPr>
        </p:pic>
        <p:pic>
          <p:nvPicPr>
            <p:cNvPr id="16" name="Graphic 15">
              <a:hlinkClick r:id="rId5"/>
              <a:extLst>
                <a:ext uri="{FF2B5EF4-FFF2-40B4-BE49-F238E27FC236}">
                  <a16:creationId xmlns:a16="http://schemas.microsoft.com/office/drawing/2014/main" id="{9611B9B1-8321-9E56-6F44-6564745FB5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9806856" y="4398030"/>
              <a:ext cx="234794" cy="234793"/>
            </a:xfrm>
            <a:prstGeom prst="rect">
              <a:avLst/>
            </a:prstGeom>
          </p:spPr>
        </p:pic>
        <p:pic>
          <p:nvPicPr>
            <p:cNvPr id="17" name="Graphic 16">
              <a:hlinkClick r:id="rId10"/>
              <a:extLst>
                <a:ext uri="{FF2B5EF4-FFF2-40B4-BE49-F238E27FC236}">
                  <a16:creationId xmlns:a16="http://schemas.microsoft.com/office/drawing/2014/main" id="{CFE2FD11-092D-FA74-699F-06CE06D1E7E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361612" y="4398030"/>
              <a:ext cx="234794" cy="234793"/>
            </a:xfrm>
            <a:prstGeom prst="rect">
              <a:avLst/>
            </a:prstGeom>
          </p:spPr>
        </p:pic>
      </p:grpSp>
      <p:sp>
        <p:nvSpPr>
          <p:cNvPr id="24" name="TextBox 23">
            <a:extLst>
              <a:ext uri="{FF2B5EF4-FFF2-40B4-BE49-F238E27FC236}">
                <a16:creationId xmlns:a16="http://schemas.microsoft.com/office/drawing/2014/main" id="{B39C05EF-4CDF-5BE4-2B3B-0FAAF598A2A5}"/>
              </a:ext>
            </a:extLst>
          </p:cNvPr>
          <p:cNvSpPr txBox="1"/>
          <p:nvPr userDrawn="1"/>
        </p:nvSpPr>
        <p:spPr>
          <a:xfrm>
            <a:off x="1879600" y="3275111"/>
            <a:ext cx="3380356" cy="307777"/>
          </a:xfrm>
          <a:prstGeom prst="rect">
            <a:avLst/>
          </a:prstGeom>
        </p:spPr>
        <p:txBody>
          <a:bodyPr wrap="square" rtlCol="0" anchor="t">
            <a:spAutoFit/>
          </a:bodyPr>
          <a:lstStyle/>
          <a:p>
            <a:pPr algn="l" defTabSz="914400">
              <a:buClr>
                <a:schemeClr val="bg2"/>
              </a:buClr>
              <a:tabLst/>
            </a:pPr>
            <a:r>
              <a:rPr lang="en-US" sz="1400" b="0" i="0" kern="0">
                <a:solidFill>
                  <a:schemeClr val="bg1"/>
                </a:solidFill>
                <a:latin typeface="Barlow Light" pitchFamily="2" charset="77"/>
                <a:hlinkClick r:id="rId13">
                  <a:extLst>
                    <a:ext uri="{A12FA001-AC4F-418D-AE19-62706E023703}">
                      <ahyp:hlinkClr xmlns:ahyp="http://schemas.microsoft.com/office/drawing/2018/hyperlinkcolor" val="tx"/>
                    </a:ext>
                  </a:extLst>
                </a:hlinkClick>
              </a:rPr>
              <a:t>www.rockwellautomation.com</a:t>
            </a:r>
            <a:endParaRPr lang="en-US" sz="1400" b="0" i="0" kern="0">
              <a:solidFill>
                <a:schemeClr val="bg1"/>
              </a:solidFill>
              <a:latin typeface="Barlow Light" pitchFamily="2" charset="77"/>
            </a:endParaRPr>
          </a:p>
        </p:txBody>
      </p:sp>
      <p:pic>
        <p:nvPicPr>
          <p:cNvPr id="5" name="Picture 4" descr="A blue and grey text on a black background&#10;&#10;AI-generated content may be incorrect.">
            <a:extLst>
              <a:ext uri="{FF2B5EF4-FFF2-40B4-BE49-F238E27FC236}">
                <a16:creationId xmlns:a16="http://schemas.microsoft.com/office/drawing/2014/main" id="{E138EEC4-B237-0210-353A-7833F36CE0DB}"/>
              </a:ext>
            </a:extLst>
          </p:cNvPr>
          <p:cNvPicPr>
            <a:picLocks noChangeAspect="1"/>
          </p:cNvPicPr>
          <p:nvPr userDrawn="1"/>
        </p:nvPicPr>
        <p:blipFill>
          <a:blip r:embed="rId14"/>
          <a:srcRect l="5454" t="16383" r="73842" b="32609"/>
          <a:stretch/>
        </p:blipFill>
        <p:spPr>
          <a:xfrm>
            <a:off x="299379" y="2161445"/>
            <a:ext cx="737859" cy="694841"/>
          </a:xfrm>
          <a:prstGeom prst="rect">
            <a:avLst/>
          </a:prstGeom>
        </p:spPr>
      </p:pic>
    </p:spTree>
    <p:extLst>
      <p:ext uri="{BB962C8B-B14F-4D97-AF65-F5344CB8AC3E}">
        <p14:creationId xmlns:p14="http://schemas.microsoft.com/office/powerpoint/2010/main" val="3845459246"/>
      </p:ext>
    </p:extLst>
  </p:cSld>
  <p:clrMapOvr>
    <a:masterClrMapping/>
  </p:clrMapOvr>
  <p:transition spd="med"/>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1_Full Photo">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9BD3DCF-F2D9-515F-2A11-F0F4BA66530E}"/>
              </a:ext>
            </a:extLst>
          </p:cNvPr>
          <p:cNvSpPr>
            <a:spLocks noGrp="1"/>
          </p:cNvSpPr>
          <p:nvPr>
            <p:ph type="pic" sz="quarter" idx="18"/>
          </p:nvPr>
        </p:nvSpPr>
        <p:spPr>
          <a:xfrm>
            <a:off x="0" y="0"/>
            <a:ext cx="12192000" cy="6437376"/>
          </a:xfrm>
          <a:custGeom>
            <a:avLst/>
            <a:gdLst>
              <a:gd name="connsiteX0" fmla="*/ 0 w 12192000"/>
              <a:gd name="connsiteY0" fmla="*/ 0 h 6437376"/>
              <a:gd name="connsiteX1" fmla="*/ 12192000 w 12192000"/>
              <a:gd name="connsiteY1" fmla="*/ 0 h 6437376"/>
              <a:gd name="connsiteX2" fmla="*/ 12192000 w 12192000"/>
              <a:gd name="connsiteY2" fmla="*/ 6437376 h 6437376"/>
              <a:gd name="connsiteX3" fmla="*/ 0 w 12192000"/>
              <a:gd name="connsiteY3" fmla="*/ 6437376 h 6437376"/>
              <a:gd name="connsiteX4" fmla="*/ 0 w 12192000"/>
              <a:gd name="connsiteY4" fmla="*/ 4046400 h 6437376"/>
              <a:gd name="connsiteX5" fmla="*/ 733260 w 12192000"/>
              <a:gd name="connsiteY5" fmla="*/ 3467397 h 6437376"/>
              <a:gd name="connsiteX6" fmla="*/ 733260 w 12192000"/>
              <a:gd name="connsiteY6" fmla="*/ 3056270 h 6437376"/>
              <a:gd name="connsiteX7" fmla="*/ 0 w 12192000"/>
              <a:gd name="connsiteY7" fmla="*/ 2477266 h 643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37376">
                <a:moveTo>
                  <a:pt x="0" y="0"/>
                </a:moveTo>
                <a:lnTo>
                  <a:pt x="12192000" y="0"/>
                </a:lnTo>
                <a:lnTo>
                  <a:pt x="12192000" y="6437376"/>
                </a:lnTo>
                <a:lnTo>
                  <a:pt x="0" y="6437376"/>
                </a:lnTo>
                <a:lnTo>
                  <a:pt x="0" y="4046400"/>
                </a:lnTo>
                <a:lnTo>
                  <a:pt x="733260" y="3467397"/>
                </a:lnTo>
                <a:lnTo>
                  <a:pt x="733260" y="3056270"/>
                </a:lnTo>
                <a:lnTo>
                  <a:pt x="0" y="2477266"/>
                </a:lnTo>
                <a:close/>
              </a:path>
            </a:pathLst>
          </a:custGeom>
          <a:gradFill>
            <a:gsLst>
              <a:gs pos="15000">
                <a:schemeClr val="accent3"/>
              </a:gs>
              <a:gs pos="61000">
                <a:schemeClr val="accent1"/>
              </a:gs>
            </a:gsLst>
            <a:lin ang="2700000" scaled="0"/>
          </a:gradFill>
        </p:spPr>
        <p:txBody>
          <a:bodyPr wrap="square" anchor="ctr">
            <a:noAutofit/>
          </a:bodyPr>
          <a:lstStyle>
            <a:lvl1pPr marL="0" indent="0" algn="ctr">
              <a:buNone/>
              <a:defRPr sz="3200" b="0" i="0">
                <a:solidFill>
                  <a:schemeClr val="bg1"/>
                </a:solidFill>
                <a:latin typeface="Barlow Light" pitchFamily="2" charset="77"/>
              </a:defRPr>
            </a:lvl1pPr>
          </a:lstStyle>
          <a:p>
            <a:endParaRPr lang="en-US"/>
          </a:p>
        </p:txBody>
      </p:sp>
      <p:sp>
        <p:nvSpPr>
          <p:cNvPr id="2" name="Freeform 1">
            <a:extLst>
              <a:ext uri="{FF2B5EF4-FFF2-40B4-BE49-F238E27FC236}">
                <a16:creationId xmlns:a16="http://schemas.microsoft.com/office/drawing/2014/main" id="{22DB185C-4C2F-AD6A-D613-50455E2E837B}"/>
              </a:ext>
            </a:extLst>
          </p:cNvPr>
          <p:cNvSpPr/>
          <p:nvPr userDrawn="1"/>
        </p:nvSpPr>
        <p:spPr>
          <a:xfrm flipH="1">
            <a:off x="0" y="2478466"/>
            <a:ext cx="733260" cy="1569134"/>
          </a:xfrm>
          <a:custGeom>
            <a:avLst/>
            <a:gdLst>
              <a:gd name="connsiteX0" fmla="*/ 3203562 w 3203562"/>
              <a:gd name="connsiteY0" fmla="*/ 0 h 6855443"/>
              <a:gd name="connsiteX1" fmla="*/ 3203562 w 3203562"/>
              <a:gd name="connsiteY1" fmla="*/ 2529628 h 6855443"/>
              <a:gd name="connsiteX2" fmla="*/ 3203562 w 3203562"/>
              <a:gd name="connsiteY2" fmla="*/ 4325815 h 6855443"/>
              <a:gd name="connsiteX3" fmla="*/ 3203562 w 3203562"/>
              <a:gd name="connsiteY3" fmla="*/ 4325816 h 6855443"/>
              <a:gd name="connsiteX4" fmla="*/ 3203562 w 3203562"/>
              <a:gd name="connsiteY4" fmla="*/ 6855443 h 6855443"/>
              <a:gd name="connsiteX5" fmla="*/ 1 w 3203562"/>
              <a:gd name="connsiteY5" fmla="*/ 4325816 h 6855443"/>
              <a:gd name="connsiteX6" fmla="*/ 0 w 3203562"/>
              <a:gd name="connsiteY6" fmla="*/ 4325816 h 6855443"/>
              <a:gd name="connsiteX7" fmla="*/ 0 w 3203562"/>
              <a:gd name="connsiteY7" fmla="*/ 4325815 h 6855443"/>
              <a:gd name="connsiteX8" fmla="*/ 0 w 3203562"/>
              <a:gd name="connsiteY8" fmla="*/ 2529628 h 6855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562" h="6855443">
                <a:moveTo>
                  <a:pt x="3203562" y="0"/>
                </a:moveTo>
                <a:lnTo>
                  <a:pt x="3203562" y="2529628"/>
                </a:lnTo>
                <a:lnTo>
                  <a:pt x="3203562" y="4325815"/>
                </a:lnTo>
                <a:lnTo>
                  <a:pt x="3203562" y="4325816"/>
                </a:lnTo>
                <a:lnTo>
                  <a:pt x="3203562" y="6855443"/>
                </a:lnTo>
                <a:lnTo>
                  <a:pt x="1" y="4325816"/>
                </a:lnTo>
                <a:lnTo>
                  <a:pt x="0" y="4325816"/>
                </a:lnTo>
                <a:lnTo>
                  <a:pt x="0" y="4325815"/>
                </a:lnTo>
                <a:lnTo>
                  <a:pt x="0" y="2529628"/>
                </a:lnTo>
                <a:close/>
              </a:path>
            </a:pathLst>
          </a:custGeom>
          <a:solidFill>
            <a:schemeClr val="bg1"/>
          </a:solidFill>
          <a:ln w="31750" cap="flat">
            <a:noFill/>
            <a:prstDash val="solid"/>
            <a:miter/>
          </a:ln>
          <a:effectLst>
            <a:innerShdw blurRad="227443" dist="50800" dir="16560000">
              <a:prstClr val="black">
                <a:alpha val="14000"/>
              </a:prstClr>
            </a:innerShdw>
          </a:effectLst>
        </p:spPr>
        <p:txBody>
          <a:bodyPr wrap="square" rtlCol="0" anchor="ctr">
            <a:noAutofit/>
          </a:bodyPr>
          <a:lstStyle/>
          <a:p>
            <a:pPr lvl="0"/>
            <a:endParaRPr lang="en-US" b="0" i="0">
              <a:latin typeface="Barlow Light" pitchFamily="2" charset="77"/>
            </a:endParaRPr>
          </a:p>
        </p:txBody>
      </p:sp>
      <p:pic>
        <p:nvPicPr>
          <p:cNvPr id="3" name="Picture 2">
            <a:extLst>
              <a:ext uri="{FF2B5EF4-FFF2-40B4-BE49-F238E27FC236}">
                <a16:creationId xmlns:a16="http://schemas.microsoft.com/office/drawing/2014/main" id="{D29B9B0F-FFF5-D866-C546-752A35FCC1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296" y="2959454"/>
            <a:ext cx="477785" cy="523264"/>
          </a:xfrm>
          <a:prstGeom prst="rect">
            <a:avLst/>
          </a:prstGeom>
        </p:spPr>
      </p:pic>
    </p:spTree>
    <p:extLst>
      <p:ext uri="{BB962C8B-B14F-4D97-AF65-F5344CB8AC3E}">
        <p14:creationId xmlns:p14="http://schemas.microsoft.com/office/powerpoint/2010/main" val="95548442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3.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2.png"/><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4.sv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54.xml"/><Relationship Id="rId21" Type="http://schemas.openxmlformats.org/officeDocument/2006/relationships/slideLayout" Target="../slideLayouts/slideLayout49.xml"/><Relationship Id="rId42" Type="http://schemas.openxmlformats.org/officeDocument/2006/relationships/slideLayout" Target="../slideLayouts/slideLayout70.xml"/><Relationship Id="rId47" Type="http://schemas.openxmlformats.org/officeDocument/2006/relationships/slideLayout" Target="../slideLayouts/slideLayout75.xml"/><Relationship Id="rId63" Type="http://schemas.openxmlformats.org/officeDocument/2006/relationships/slideLayout" Target="../slideLayouts/slideLayout91.xml"/><Relationship Id="rId68" Type="http://schemas.openxmlformats.org/officeDocument/2006/relationships/slideLayout" Target="../slideLayouts/slideLayout96.xml"/><Relationship Id="rId16" Type="http://schemas.openxmlformats.org/officeDocument/2006/relationships/slideLayout" Target="../slideLayouts/slideLayout44.xml"/><Relationship Id="rId11" Type="http://schemas.openxmlformats.org/officeDocument/2006/relationships/slideLayout" Target="../slideLayouts/slideLayout39.xml"/><Relationship Id="rId32" Type="http://schemas.openxmlformats.org/officeDocument/2006/relationships/slideLayout" Target="../slideLayouts/slideLayout60.xml"/><Relationship Id="rId37" Type="http://schemas.openxmlformats.org/officeDocument/2006/relationships/slideLayout" Target="../slideLayouts/slideLayout65.xml"/><Relationship Id="rId53" Type="http://schemas.openxmlformats.org/officeDocument/2006/relationships/slideLayout" Target="../slideLayouts/slideLayout81.xml"/><Relationship Id="rId58" Type="http://schemas.openxmlformats.org/officeDocument/2006/relationships/slideLayout" Target="../slideLayouts/slideLayout86.xml"/><Relationship Id="rId74" Type="http://schemas.openxmlformats.org/officeDocument/2006/relationships/slideLayout" Target="../slideLayouts/slideLayout102.xml"/><Relationship Id="rId79" Type="http://schemas.openxmlformats.org/officeDocument/2006/relationships/slideLayout" Target="../slideLayouts/slideLayout107.xml"/><Relationship Id="rId5" Type="http://schemas.openxmlformats.org/officeDocument/2006/relationships/slideLayout" Target="../slideLayouts/slideLayout33.xml"/><Relationship Id="rId61" Type="http://schemas.openxmlformats.org/officeDocument/2006/relationships/slideLayout" Target="../slideLayouts/slideLayout89.xml"/><Relationship Id="rId19" Type="http://schemas.openxmlformats.org/officeDocument/2006/relationships/slideLayout" Target="../slideLayouts/slideLayout4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slideLayout" Target="../slideLayouts/slideLayout63.xml"/><Relationship Id="rId43" Type="http://schemas.openxmlformats.org/officeDocument/2006/relationships/slideLayout" Target="../slideLayouts/slideLayout71.xml"/><Relationship Id="rId48" Type="http://schemas.openxmlformats.org/officeDocument/2006/relationships/slideLayout" Target="../slideLayouts/slideLayout76.xml"/><Relationship Id="rId56" Type="http://schemas.openxmlformats.org/officeDocument/2006/relationships/slideLayout" Target="../slideLayouts/slideLayout84.xml"/><Relationship Id="rId64" Type="http://schemas.openxmlformats.org/officeDocument/2006/relationships/slideLayout" Target="../slideLayouts/slideLayout92.xml"/><Relationship Id="rId69" Type="http://schemas.openxmlformats.org/officeDocument/2006/relationships/slideLayout" Target="../slideLayouts/slideLayout97.xml"/><Relationship Id="rId77" Type="http://schemas.openxmlformats.org/officeDocument/2006/relationships/slideLayout" Target="../slideLayouts/slideLayout105.xml"/><Relationship Id="rId8" Type="http://schemas.openxmlformats.org/officeDocument/2006/relationships/slideLayout" Target="../slideLayouts/slideLayout36.xml"/><Relationship Id="rId51" Type="http://schemas.openxmlformats.org/officeDocument/2006/relationships/slideLayout" Target="../slideLayouts/slideLayout79.xml"/><Relationship Id="rId72" Type="http://schemas.openxmlformats.org/officeDocument/2006/relationships/slideLayout" Target="../slideLayouts/slideLayout100.xml"/><Relationship Id="rId80" Type="http://schemas.openxmlformats.org/officeDocument/2006/relationships/slideLayout" Target="../slideLayouts/slideLayout108.xml"/><Relationship Id="rId3" Type="http://schemas.openxmlformats.org/officeDocument/2006/relationships/slideLayout" Target="../slideLayouts/slideLayout31.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38" Type="http://schemas.openxmlformats.org/officeDocument/2006/relationships/slideLayout" Target="../slideLayouts/slideLayout66.xml"/><Relationship Id="rId46" Type="http://schemas.openxmlformats.org/officeDocument/2006/relationships/slideLayout" Target="../slideLayouts/slideLayout74.xml"/><Relationship Id="rId59" Type="http://schemas.openxmlformats.org/officeDocument/2006/relationships/slideLayout" Target="../slideLayouts/slideLayout87.xml"/><Relationship Id="rId67" Type="http://schemas.openxmlformats.org/officeDocument/2006/relationships/slideLayout" Target="../slideLayouts/slideLayout95.xml"/><Relationship Id="rId20" Type="http://schemas.openxmlformats.org/officeDocument/2006/relationships/slideLayout" Target="../slideLayouts/slideLayout48.xml"/><Relationship Id="rId41" Type="http://schemas.openxmlformats.org/officeDocument/2006/relationships/slideLayout" Target="../slideLayouts/slideLayout69.xml"/><Relationship Id="rId54" Type="http://schemas.openxmlformats.org/officeDocument/2006/relationships/slideLayout" Target="../slideLayouts/slideLayout82.xml"/><Relationship Id="rId62" Type="http://schemas.openxmlformats.org/officeDocument/2006/relationships/slideLayout" Target="../slideLayouts/slideLayout90.xml"/><Relationship Id="rId70" Type="http://schemas.openxmlformats.org/officeDocument/2006/relationships/slideLayout" Target="../slideLayouts/slideLayout98.xml"/><Relationship Id="rId75" Type="http://schemas.openxmlformats.org/officeDocument/2006/relationships/slideLayout" Target="../slideLayouts/slideLayout10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slideLayout" Target="../slideLayouts/slideLayout64.xml"/><Relationship Id="rId49" Type="http://schemas.openxmlformats.org/officeDocument/2006/relationships/slideLayout" Target="../slideLayouts/slideLayout77.xml"/><Relationship Id="rId57" Type="http://schemas.openxmlformats.org/officeDocument/2006/relationships/slideLayout" Target="../slideLayouts/slideLayout85.xml"/><Relationship Id="rId10" Type="http://schemas.openxmlformats.org/officeDocument/2006/relationships/slideLayout" Target="../slideLayouts/slideLayout38.xml"/><Relationship Id="rId31" Type="http://schemas.openxmlformats.org/officeDocument/2006/relationships/slideLayout" Target="../slideLayouts/slideLayout59.xml"/><Relationship Id="rId44" Type="http://schemas.openxmlformats.org/officeDocument/2006/relationships/slideLayout" Target="../slideLayouts/slideLayout72.xml"/><Relationship Id="rId52" Type="http://schemas.openxmlformats.org/officeDocument/2006/relationships/slideLayout" Target="../slideLayouts/slideLayout80.xml"/><Relationship Id="rId60" Type="http://schemas.openxmlformats.org/officeDocument/2006/relationships/slideLayout" Target="../slideLayouts/slideLayout88.xml"/><Relationship Id="rId65" Type="http://schemas.openxmlformats.org/officeDocument/2006/relationships/slideLayout" Target="../slideLayouts/slideLayout93.xml"/><Relationship Id="rId73" Type="http://schemas.openxmlformats.org/officeDocument/2006/relationships/slideLayout" Target="../slideLayouts/slideLayout101.xml"/><Relationship Id="rId78" Type="http://schemas.openxmlformats.org/officeDocument/2006/relationships/slideLayout" Target="../slideLayouts/slideLayout106.xml"/><Relationship Id="rId81" Type="http://schemas.openxmlformats.org/officeDocument/2006/relationships/theme" Target="../theme/theme3.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9" Type="http://schemas.openxmlformats.org/officeDocument/2006/relationships/slideLayout" Target="../slideLayouts/slideLayout67.xml"/><Relationship Id="rId34" Type="http://schemas.openxmlformats.org/officeDocument/2006/relationships/slideLayout" Target="../slideLayouts/slideLayout62.xml"/><Relationship Id="rId50" Type="http://schemas.openxmlformats.org/officeDocument/2006/relationships/slideLayout" Target="../slideLayouts/slideLayout78.xml"/><Relationship Id="rId55" Type="http://schemas.openxmlformats.org/officeDocument/2006/relationships/slideLayout" Target="../slideLayouts/slideLayout83.xml"/><Relationship Id="rId76" Type="http://schemas.openxmlformats.org/officeDocument/2006/relationships/slideLayout" Target="../slideLayouts/slideLayout104.xml"/><Relationship Id="rId7" Type="http://schemas.openxmlformats.org/officeDocument/2006/relationships/slideLayout" Target="../slideLayouts/slideLayout35.xml"/><Relationship Id="rId71" Type="http://schemas.openxmlformats.org/officeDocument/2006/relationships/slideLayout" Target="../slideLayouts/slideLayout99.xml"/><Relationship Id="rId2" Type="http://schemas.openxmlformats.org/officeDocument/2006/relationships/slideLayout" Target="../slideLayouts/slideLayout30.xml"/><Relationship Id="rId29" Type="http://schemas.openxmlformats.org/officeDocument/2006/relationships/slideLayout" Target="../slideLayouts/slideLayout57.xml"/><Relationship Id="rId24" Type="http://schemas.openxmlformats.org/officeDocument/2006/relationships/slideLayout" Target="../slideLayouts/slideLayout52.xml"/><Relationship Id="rId40" Type="http://schemas.openxmlformats.org/officeDocument/2006/relationships/slideLayout" Target="../slideLayouts/slideLayout68.xml"/><Relationship Id="rId45" Type="http://schemas.openxmlformats.org/officeDocument/2006/relationships/slideLayout" Target="../slideLayouts/slideLayout73.xml"/><Relationship Id="rId66" Type="http://schemas.openxmlformats.org/officeDocument/2006/relationships/slideLayout" Target="../slideLayouts/slideLayout9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theme" Target="../theme/theme4.xml"/><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8.xml"/><Relationship Id="rId13" Type="http://schemas.openxmlformats.org/officeDocument/2006/relationships/theme" Target="../theme/theme5.xml"/><Relationship Id="rId3" Type="http://schemas.openxmlformats.org/officeDocument/2006/relationships/slideLayout" Target="../slideLayouts/slideLayout123.xml"/><Relationship Id="rId7" Type="http://schemas.openxmlformats.org/officeDocument/2006/relationships/slideLayout" Target="../slideLayouts/slideLayout127.xml"/><Relationship Id="rId12" Type="http://schemas.openxmlformats.org/officeDocument/2006/relationships/slideLayout" Target="../slideLayouts/slideLayout132.xml"/><Relationship Id="rId2" Type="http://schemas.openxmlformats.org/officeDocument/2006/relationships/slideLayout" Target="../slideLayouts/slideLayout122.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1" Type="http://schemas.openxmlformats.org/officeDocument/2006/relationships/slideLayout" Target="../slideLayouts/slideLayout131.xml"/><Relationship Id="rId5" Type="http://schemas.openxmlformats.org/officeDocument/2006/relationships/slideLayout" Target="../slideLayouts/slideLayout125.xml"/><Relationship Id="rId10" Type="http://schemas.openxmlformats.org/officeDocument/2006/relationships/slideLayout" Target="../slideLayouts/slideLayout130.xml"/><Relationship Id="rId4" Type="http://schemas.openxmlformats.org/officeDocument/2006/relationships/slideLayout" Target="../slideLayouts/slideLayout124.xml"/><Relationship Id="rId9" Type="http://schemas.openxmlformats.org/officeDocument/2006/relationships/slideLayout" Target="../slideLayouts/slideLayout12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slideLayout" Target="../slideLayouts/slideLayout145.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slideLayout" Target="../slideLayouts/slideLayout144.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26" Type="http://schemas.openxmlformats.org/officeDocument/2006/relationships/slideLayout" Target="../slideLayouts/slideLayout171.xml"/><Relationship Id="rId21" Type="http://schemas.openxmlformats.org/officeDocument/2006/relationships/slideLayout" Target="../slideLayouts/slideLayout166.xml"/><Relationship Id="rId42" Type="http://schemas.openxmlformats.org/officeDocument/2006/relationships/slideLayout" Target="../slideLayouts/slideLayout187.xml"/><Relationship Id="rId47" Type="http://schemas.openxmlformats.org/officeDocument/2006/relationships/slideLayout" Target="../slideLayouts/slideLayout192.xml"/><Relationship Id="rId63" Type="http://schemas.openxmlformats.org/officeDocument/2006/relationships/slideLayout" Target="../slideLayouts/slideLayout208.xml"/><Relationship Id="rId68" Type="http://schemas.openxmlformats.org/officeDocument/2006/relationships/slideLayout" Target="../slideLayouts/slideLayout213.xml"/><Relationship Id="rId16" Type="http://schemas.openxmlformats.org/officeDocument/2006/relationships/slideLayout" Target="../slideLayouts/slideLayout161.xml"/><Relationship Id="rId11" Type="http://schemas.openxmlformats.org/officeDocument/2006/relationships/slideLayout" Target="../slideLayouts/slideLayout156.xml"/><Relationship Id="rId32" Type="http://schemas.openxmlformats.org/officeDocument/2006/relationships/slideLayout" Target="../slideLayouts/slideLayout177.xml"/><Relationship Id="rId37" Type="http://schemas.openxmlformats.org/officeDocument/2006/relationships/slideLayout" Target="../slideLayouts/slideLayout182.xml"/><Relationship Id="rId53" Type="http://schemas.openxmlformats.org/officeDocument/2006/relationships/slideLayout" Target="../slideLayouts/slideLayout198.xml"/><Relationship Id="rId58" Type="http://schemas.openxmlformats.org/officeDocument/2006/relationships/slideLayout" Target="../slideLayouts/slideLayout203.xml"/><Relationship Id="rId74" Type="http://schemas.openxmlformats.org/officeDocument/2006/relationships/slideLayout" Target="../slideLayouts/slideLayout219.xml"/><Relationship Id="rId79" Type="http://schemas.openxmlformats.org/officeDocument/2006/relationships/slideLayout" Target="../slideLayouts/slideLayout224.xml"/><Relationship Id="rId5" Type="http://schemas.openxmlformats.org/officeDocument/2006/relationships/slideLayout" Target="../slideLayouts/slideLayout150.xml"/><Relationship Id="rId61" Type="http://schemas.openxmlformats.org/officeDocument/2006/relationships/slideLayout" Target="../slideLayouts/slideLayout206.xml"/><Relationship Id="rId19" Type="http://schemas.openxmlformats.org/officeDocument/2006/relationships/slideLayout" Target="../slideLayouts/slideLayout164.xml"/><Relationship Id="rId14" Type="http://schemas.openxmlformats.org/officeDocument/2006/relationships/slideLayout" Target="../slideLayouts/slideLayout159.xml"/><Relationship Id="rId22" Type="http://schemas.openxmlformats.org/officeDocument/2006/relationships/slideLayout" Target="../slideLayouts/slideLayout167.xml"/><Relationship Id="rId27" Type="http://schemas.openxmlformats.org/officeDocument/2006/relationships/slideLayout" Target="../slideLayouts/slideLayout172.xml"/><Relationship Id="rId30" Type="http://schemas.openxmlformats.org/officeDocument/2006/relationships/slideLayout" Target="../slideLayouts/slideLayout175.xml"/><Relationship Id="rId35" Type="http://schemas.openxmlformats.org/officeDocument/2006/relationships/slideLayout" Target="../slideLayouts/slideLayout180.xml"/><Relationship Id="rId43" Type="http://schemas.openxmlformats.org/officeDocument/2006/relationships/slideLayout" Target="../slideLayouts/slideLayout188.xml"/><Relationship Id="rId48" Type="http://schemas.openxmlformats.org/officeDocument/2006/relationships/slideLayout" Target="../slideLayouts/slideLayout193.xml"/><Relationship Id="rId56" Type="http://schemas.openxmlformats.org/officeDocument/2006/relationships/slideLayout" Target="../slideLayouts/slideLayout201.xml"/><Relationship Id="rId64" Type="http://schemas.openxmlformats.org/officeDocument/2006/relationships/slideLayout" Target="../slideLayouts/slideLayout209.xml"/><Relationship Id="rId69" Type="http://schemas.openxmlformats.org/officeDocument/2006/relationships/slideLayout" Target="../slideLayouts/slideLayout214.xml"/><Relationship Id="rId77" Type="http://schemas.openxmlformats.org/officeDocument/2006/relationships/slideLayout" Target="../slideLayouts/slideLayout222.xml"/><Relationship Id="rId8" Type="http://schemas.openxmlformats.org/officeDocument/2006/relationships/slideLayout" Target="../slideLayouts/slideLayout153.xml"/><Relationship Id="rId51" Type="http://schemas.openxmlformats.org/officeDocument/2006/relationships/slideLayout" Target="../slideLayouts/slideLayout196.xml"/><Relationship Id="rId72" Type="http://schemas.openxmlformats.org/officeDocument/2006/relationships/slideLayout" Target="../slideLayouts/slideLayout217.xml"/><Relationship Id="rId80" Type="http://schemas.openxmlformats.org/officeDocument/2006/relationships/slideLayout" Target="../slideLayouts/slideLayout225.xml"/><Relationship Id="rId3" Type="http://schemas.openxmlformats.org/officeDocument/2006/relationships/slideLayout" Target="../slideLayouts/slideLayout148.xml"/><Relationship Id="rId12" Type="http://schemas.openxmlformats.org/officeDocument/2006/relationships/slideLayout" Target="../slideLayouts/slideLayout157.xml"/><Relationship Id="rId17" Type="http://schemas.openxmlformats.org/officeDocument/2006/relationships/slideLayout" Target="../slideLayouts/slideLayout162.xml"/><Relationship Id="rId25" Type="http://schemas.openxmlformats.org/officeDocument/2006/relationships/slideLayout" Target="../slideLayouts/slideLayout170.xml"/><Relationship Id="rId33" Type="http://schemas.openxmlformats.org/officeDocument/2006/relationships/slideLayout" Target="../slideLayouts/slideLayout178.xml"/><Relationship Id="rId38" Type="http://schemas.openxmlformats.org/officeDocument/2006/relationships/slideLayout" Target="../slideLayouts/slideLayout183.xml"/><Relationship Id="rId46" Type="http://schemas.openxmlformats.org/officeDocument/2006/relationships/slideLayout" Target="../slideLayouts/slideLayout191.xml"/><Relationship Id="rId59" Type="http://schemas.openxmlformats.org/officeDocument/2006/relationships/slideLayout" Target="../slideLayouts/slideLayout204.xml"/><Relationship Id="rId67" Type="http://schemas.openxmlformats.org/officeDocument/2006/relationships/slideLayout" Target="../slideLayouts/slideLayout212.xml"/><Relationship Id="rId20" Type="http://schemas.openxmlformats.org/officeDocument/2006/relationships/slideLayout" Target="../slideLayouts/slideLayout165.xml"/><Relationship Id="rId41" Type="http://schemas.openxmlformats.org/officeDocument/2006/relationships/slideLayout" Target="../slideLayouts/slideLayout186.xml"/><Relationship Id="rId54" Type="http://schemas.openxmlformats.org/officeDocument/2006/relationships/slideLayout" Target="../slideLayouts/slideLayout199.xml"/><Relationship Id="rId62" Type="http://schemas.openxmlformats.org/officeDocument/2006/relationships/slideLayout" Target="../slideLayouts/slideLayout207.xml"/><Relationship Id="rId70" Type="http://schemas.openxmlformats.org/officeDocument/2006/relationships/slideLayout" Target="../slideLayouts/slideLayout215.xml"/><Relationship Id="rId75" Type="http://schemas.openxmlformats.org/officeDocument/2006/relationships/slideLayout" Target="../slideLayouts/slideLayout220.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5" Type="http://schemas.openxmlformats.org/officeDocument/2006/relationships/slideLayout" Target="../slideLayouts/slideLayout160.xml"/><Relationship Id="rId23" Type="http://schemas.openxmlformats.org/officeDocument/2006/relationships/slideLayout" Target="../slideLayouts/slideLayout168.xml"/><Relationship Id="rId28" Type="http://schemas.openxmlformats.org/officeDocument/2006/relationships/slideLayout" Target="../slideLayouts/slideLayout173.xml"/><Relationship Id="rId36" Type="http://schemas.openxmlformats.org/officeDocument/2006/relationships/slideLayout" Target="../slideLayouts/slideLayout181.xml"/><Relationship Id="rId49" Type="http://schemas.openxmlformats.org/officeDocument/2006/relationships/slideLayout" Target="../slideLayouts/slideLayout194.xml"/><Relationship Id="rId57" Type="http://schemas.openxmlformats.org/officeDocument/2006/relationships/slideLayout" Target="../slideLayouts/slideLayout202.xml"/><Relationship Id="rId10" Type="http://schemas.openxmlformats.org/officeDocument/2006/relationships/slideLayout" Target="../slideLayouts/slideLayout155.xml"/><Relationship Id="rId31" Type="http://schemas.openxmlformats.org/officeDocument/2006/relationships/slideLayout" Target="../slideLayouts/slideLayout176.xml"/><Relationship Id="rId44" Type="http://schemas.openxmlformats.org/officeDocument/2006/relationships/slideLayout" Target="../slideLayouts/slideLayout189.xml"/><Relationship Id="rId52" Type="http://schemas.openxmlformats.org/officeDocument/2006/relationships/slideLayout" Target="../slideLayouts/slideLayout197.xml"/><Relationship Id="rId60" Type="http://schemas.openxmlformats.org/officeDocument/2006/relationships/slideLayout" Target="../slideLayouts/slideLayout205.xml"/><Relationship Id="rId65" Type="http://schemas.openxmlformats.org/officeDocument/2006/relationships/slideLayout" Target="../slideLayouts/slideLayout210.xml"/><Relationship Id="rId73" Type="http://schemas.openxmlformats.org/officeDocument/2006/relationships/slideLayout" Target="../slideLayouts/slideLayout218.xml"/><Relationship Id="rId78" Type="http://schemas.openxmlformats.org/officeDocument/2006/relationships/slideLayout" Target="../slideLayouts/slideLayout223.xml"/><Relationship Id="rId81" Type="http://schemas.openxmlformats.org/officeDocument/2006/relationships/theme" Target="../theme/theme7.xml"/><Relationship Id="rId4" Type="http://schemas.openxmlformats.org/officeDocument/2006/relationships/slideLayout" Target="../slideLayouts/slideLayout149.xml"/><Relationship Id="rId9" Type="http://schemas.openxmlformats.org/officeDocument/2006/relationships/slideLayout" Target="../slideLayouts/slideLayout154.xml"/><Relationship Id="rId13" Type="http://schemas.openxmlformats.org/officeDocument/2006/relationships/slideLayout" Target="../slideLayouts/slideLayout158.xml"/><Relationship Id="rId18" Type="http://schemas.openxmlformats.org/officeDocument/2006/relationships/slideLayout" Target="../slideLayouts/slideLayout163.xml"/><Relationship Id="rId39" Type="http://schemas.openxmlformats.org/officeDocument/2006/relationships/slideLayout" Target="../slideLayouts/slideLayout184.xml"/><Relationship Id="rId34" Type="http://schemas.openxmlformats.org/officeDocument/2006/relationships/slideLayout" Target="../slideLayouts/slideLayout179.xml"/><Relationship Id="rId50" Type="http://schemas.openxmlformats.org/officeDocument/2006/relationships/slideLayout" Target="../slideLayouts/slideLayout195.xml"/><Relationship Id="rId55" Type="http://schemas.openxmlformats.org/officeDocument/2006/relationships/slideLayout" Target="../slideLayouts/slideLayout200.xml"/><Relationship Id="rId76" Type="http://schemas.openxmlformats.org/officeDocument/2006/relationships/slideLayout" Target="../slideLayouts/slideLayout221.xml"/><Relationship Id="rId7" Type="http://schemas.openxmlformats.org/officeDocument/2006/relationships/slideLayout" Target="../slideLayouts/slideLayout152.xml"/><Relationship Id="rId71" Type="http://schemas.openxmlformats.org/officeDocument/2006/relationships/slideLayout" Target="../slideLayouts/slideLayout216.xml"/><Relationship Id="rId2" Type="http://schemas.openxmlformats.org/officeDocument/2006/relationships/slideLayout" Target="../slideLayouts/slideLayout147.xml"/><Relationship Id="rId29" Type="http://schemas.openxmlformats.org/officeDocument/2006/relationships/slideLayout" Target="../slideLayouts/slideLayout174.xml"/><Relationship Id="rId24" Type="http://schemas.openxmlformats.org/officeDocument/2006/relationships/slideLayout" Target="../slideLayouts/slideLayout169.xml"/><Relationship Id="rId40" Type="http://schemas.openxmlformats.org/officeDocument/2006/relationships/slideLayout" Target="../slideLayouts/slideLayout185.xml"/><Relationship Id="rId45" Type="http://schemas.openxmlformats.org/officeDocument/2006/relationships/slideLayout" Target="../slideLayouts/slideLayout190.xml"/><Relationship Id="rId66" Type="http://schemas.openxmlformats.org/officeDocument/2006/relationships/slideLayout" Target="../slideLayouts/slideLayout211.xml"/></Relationships>
</file>

<file path=ppt/slideMasters/_rels/slideMaster8.xml.rels><?xml version="1.0" encoding="UTF-8" standalone="yes"?>
<Relationships xmlns="http://schemas.openxmlformats.org/package/2006/relationships"><Relationship Id="rId26" Type="http://schemas.openxmlformats.org/officeDocument/2006/relationships/slideLayout" Target="../slideLayouts/slideLayout251.xml"/><Relationship Id="rId21" Type="http://schemas.openxmlformats.org/officeDocument/2006/relationships/slideLayout" Target="../slideLayouts/slideLayout246.xml"/><Relationship Id="rId42" Type="http://schemas.openxmlformats.org/officeDocument/2006/relationships/slideLayout" Target="../slideLayouts/slideLayout267.xml"/><Relationship Id="rId47" Type="http://schemas.openxmlformats.org/officeDocument/2006/relationships/slideLayout" Target="../slideLayouts/slideLayout272.xml"/><Relationship Id="rId63" Type="http://schemas.openxmlformats.org/officeDocument/2006/relationships/slideLayout" Target="../slideLayouts/slideLayout288.xml"/><Relationship Id="rId68" Type="http://schemas.openxmlformats.org/officeDocument/2006/relationships/slideLayout" Target="../slideLayouts/slideLayout293.xml"/><Relationship Id="rId16" Type="http://schemas.openxmlformats.org/officeDocument/2006/relationships/slideLayout" Target="../slideLayouts/slideLayout241.xml"/><Relationship Id="rId11" Type="http://schemas.openxmlformats.org/officeDocument/2006/relationships/slideLayout" Target="../slideLayouts/slideLayout236.xml"/><Relationship Id="rId32" Type="http://schemas.openxmlformats.org/officeDocument/2006/relationships/slideLayout" Target="../slideLayouts/slideLayout257.xml"/><Relationship Id="rId37" Type="http://schemas.openxmlformats.org/officeDocument/2006/relationships/slideLayout" Target="../slideLayouts/slideLayout262.xml"/><Relationship Id="rId53" Type="http://schemas.openxmlformats.org/officeDocument/2006/relationships/slideLayout" Target="../slideLayouts/slideLayout278.xml"/><Relationship Id="rId58" Type="http://schemas.openxmlformats.org/officeDocument/2006/relationships/slideLayout" Target="../slideLayouts/slideLayout283.xml"/><Relationship Id="rId74" Type="http://schemas.openxmlformats.org/officeDocument/2006/relationships/slideLayout" Target="../slideLayouts/slideLayout299.xml"/><Relationship Id="rId79" Type="http://schemas.openxmlformats.org/officeDocument/2006/relationships/slideLayout" Target="../slideLayouts/slideLayout304.xml"/><Relationship Id="rId5" Type="http://schemas.openxmlformats.org/officeDocument/2006/relationships/slideLayout" Target="../slideLayouts/slideLayout230.xml"/><Relationship Id="rId61" Type="http://schemas.openxmlformats.org/officeDocument/2006/relationships/slideLayout" Target="../slideLayouts/slideLayout286.xml"/><Relationship Id="rId19" Type="http://schemas.openxmlformats.org/officeDocument/2006/relationships/slideLayout" Target="../slideLayouts/slideLayout244.xml"/><Relationship Id="rId14" Type="http://schemas.openxmlformats.org/officeDocument/2006/relationships/slideLayout" Target="../slideLayouts/slideLayout239.xml"/><Relationship Id="rId22" Type="http://schemas.openxmlformats.org/officeDocument/2006/relationships/slideLayout" Target="../slideLayouts/slideLayout247.xml"/><Relationship Id="rId27" Type="http://schemas.openxmlformats.org/officeDocument/2006/relationships/slideLayout" Target="../slideLayouts/slideLayout252.xml"/><Relationship Id="rId30" Type="http://schemas.openxmlformats.org/officeDocument/2006/relationships/slideLayout" Target="../slideLayouts/slideLayout255.xml"/><Relationship Id="rId35" Type="http://schemas.openxmlformats.org/officeDocument/2006/relationships/slideLayout" Target="../slideLayouts/slideLayout260.xml"/><Relationship Id="rId43" Type="http://schemas.openxmlformats.org/officeDocument/2006/relationships/slideLayout" Target="../slideLayouts/slideLayout268.xml"/><Relationship Id="rId48" Type="http://schemas.openxmlformats.org/officeDocument/2006/relationships/slideLayout" Target="../slideLayouts/slideLayout273.xml"/><Relationship Id="rId56" Type="http://schemas.openxmlformats.org/officeDocument/2006/relationships/slideLayout" Target="../slideLayouts/slideLayout281.xml"/><Relationship Id="rId64" Type="http://schemas.openxmlformats.org/officeDocument/2006/relationships/slideLayout" Target="../slideLayouts/slideLayout289.xml"/><Relationship Id="rId69" Type="http://schemas.openxmlformats.org/officeDocument/2006/relationships/slideLayout" Target="../slideLayouts/slideLayout294.xml"/><Relationship Id="rId77" Type="http://schemas.openxmlformats.org/officeDocument/2006/relationships/slideLayout" Target="../slideLayouts/slideLayout302.xml"/><Relationship Id="rId8" Type="http://schemas.openxmlformats.org/officeDocument/2006/relationships/slideLayout" Target="../slideLayouts/slideLayout233.xml"/><Relationship Id="rId51" Type="http://schemas.openxmlformats.org/officeDocument/2006/relationships/slideLayout" Target="../slideLayouts/slideLayout276.xml"/><Relationship Id="rId72" Type="http://schemas.openxmlformats.org/officeDocument/2006/relationships/slideLayout" Target="../slideLayouts/slideLayout297.xml"/><Relationship Id="rId80" Type="http://schemas.openxmlformats.org/officeDocument/2006/relationships/slideLayout" Target="../slideLayouts/slideLayout305.xml"/><Relationship Id="rId3" Type="http://schemas.openxmlformats.org/officeDocument/2006/relationships/slideLayout" Target="../slideLayouts/slideLayout228.xml"/><Relationship Id="rId12" Type="http://schemas.openxmlformats.org/officeDocument/2006/relationships/slideLayout" Target="../slideLayouts/slideLayout237.xml"/><Relationship Id="rId17" Type="http://schemas.openxmlformats.org/officeDocument/2006/relationships/slideLayout" Target="../slideLayouts/slideLayout242.xml"/><Relationship Id="rId25" Type="http://schemas.openxmlformats.org/officeDocument/2006/relationships/slideLayout" Target="../slideLayouts/slideLayout250.xml"/><Relationship Id="rId33" Type="http://schemas.openxmlformats.org/officeDocument/2006/relationships/slideLayout" Target="../slideLayouts/slideLayout258.xml"/><Relationship Id="rId38" Type="http://schemas.openxmlformats.org/officeDocument/2006/relationships/slideLayout" Target="../slideLayouts/slideLayout263.xml"/><Relationship Id="rId46" Type="http://schemas.openxmlformats.org/officeDocument/2006/relationships/slideLayout" Target="../slideLayouts/slideLayout271.xml"/><Relationship Id="rId59" Type="http://schemas.openxmlformats.org/officeDocument/2006/relationships/slideLayout" Target="../slideLayouts/slideLayout284.xml"/><Relationship Id="rId67" Type="http://schemas.openxmlformats.org/officeDocument/2006/relationships/slideLayout" Target="../slideLayouts/slideLayout292.xml"/><Relationship Id="rId20" Type="http://schemas.openxmlformats.org/officeDocument/2006/relationships/slideLayout" Target="../slideLayouts/slideLayout245.xml"/><Relationship Id="rId41" Type="http://schemas.openxmlformats.org/officeDocument/2006/relationships/slideLayout" Target="../slideLayouts/slideLayout266.xml"/><Relationship Id="rId54" Type="http://schemas.openxmlformats.org/officeDocument/2006/relationships/slideLayout" Target="../slideLayouts/slideLayout279.xml"/><Relationship Id="rId62" Type="http://schemas.openxmlformats.org/officeDocument/2006/relationships/slideLayout" Target="../slideLayouts/slideLayout287.xml"/><Relationship Id="rId70" Type="http://schemas.openxmlformats.org/officeDocument/2006/relationships/slideLayout" Target="../slideLayouts/slideLayout295.xml"/><Relationship Id="rId75" Type="http://schemas.openxmlformats.org/officeDocument/2006/relationships/slideLayout" Target="../slideLayouts/slideLayout300.xml"/><Relationship Id="rId1" Type="http://schemas.openxmlformats.org/officeDocument/2006/relationships/slideLayout" Target="../slideLayouts/slideLayout226.xml"/><Relationship Id="rId6" Type="http://schemas.openxmlformats.org/officeDocument/2006/relationships/slideLayout" Target="../slideLayouts/slideLayout231.xml"/><Relationship Id="rId15" Type="http://schemas.openxmlformats.org/officeDocument/2006/relationships/slideLayout" Target="../slideLayouts/slideLayout240.xml"/><Relationship Id="rId23" Type="http://schemas.openxmlformats.org/officeDocument/2006/relationships/slideLayout" Target="../slideLayouts/slideLayout248.xml"/><Relationship Id="rId28" Type="http://schemas.openxmlformats.org/officeDocument/2006/relationships/slideLayout" Target="../slideLayouts/slideLayout253.xml"/><Relationship Id="rId36" Type="http://schemas.openxmlformats.org/officeDocument/2006/relationships/slideLayout" Target="../slideLayouts/slideLayout261.xml"/><Relationship Id="rId49" Type="http://schemas.openxmlformats.org/officeDocument/2006/relationships/slideLayout" Target="../slideLayouts/slideLayout274.xml"/><Relationship Id="rId57" Type="http://schemas.openxmlformats.org/officeDocument/2006/relationships/slideLayout" Target="../slideLayouts/slideLayout282.xml"/><Relationship Id="rId10" Type="http://schemas.openxmlformats.org/officeDocument/2006/relationships/slideLayout" Target="../slideLayouts/slideLayout235.xml"/><Relationship Id="rId31" Type="http://schemas.openxmlformats.org/officeDocument/2006/relationships/slideLayout" Target="../slideLayouts/slideLayout256.xml"/><Relationship Id="rId44" Type="http://schemas.openxmlformats.org/officeDocument/2006/relationships/slideLayout" Target="../slideLayouts/slideLayout269.xml"/><Relationship Id="rId52" Type="http://schemas.openxmlformats.org/officeDocument/2006/relationships/slideLayout" Target="../slideLayouts/slideLayout277.xml"/><Relationship Id="rId60" Type="http://schemas.openxmlformats.org/officeDocument/2006/relationships/slideLayout" Target="../slideLayouts/slideLayout285.xml"/><Relationship Id="rId65" Type="http://schemas.openxmlformats.org/officeDocument/2006/relationships/slideLayout" Target="../slideLayouts/slideLayout290.xml"/><Relationship Id="rId73" Type="http://schemas.openxmlformats.org/officeDocument/2006/relationships/slideLayout" Target="../slideLayouts/slideLayout298.xml"/><Relationship Id="rId78" Type="http://schemas.openxmlformats.org/officeDocument/2006/relationships/slideLayout" Target="../slideLayouts/slideLayout303.xml"/><Relationship Id="rId81" Type="http://schemas.openxmlformats.org/officeDocument/2006/relationships/theme" Target="../theme/theme8.xml"/><Relationship Id="rId4" Type="http://schemas.openxmlformats.org/officeDocument/2006/relationships/slideLayout" Target="../slideLayouts/slideLayout229.xml"/><Relationship Id="rId9" Type="http://schemas.openxmlformats.org/officeDocument/2006/relationships/slideLayout" Target="../slideLayouts/slideLayout234.xml"/><Relationship Id="rId13" Type="http://schemas.openxmlformats.org/officeDocument/2006/relationships/slideLayout" Target="../slideLayouts/slideLayout238.xml"/><Relationship Id="rId18" Type="http://schemas.openxmlformats.org/officeDocument/2006/relationships/slideLayout" Target="../slideLayouts/slideLayout243.xml"/><Relationship Id="rId39" Type="http://schemas.openxmlformats.org/officeDocument/2006/relationships/slideLayout" Target="../slideLayouts/slideLayout264.xml"/><Relationship Id="rId34" Type="http://schemas.openxmlformats.org/officeDocument/2006/relationships/slideLayout" Target="../slideLayouts/slideLayout259.xml"/><Relationship Id="rId50" Type="http://schemas.openxmlformats.org/officeDocument/2006/relationships/slideLayout" Target="../slideLayouts/slideLayout275.xml"/><Relationship Id="rId55" Type="http://schemas.openxmlformats.org/officeDocument/2006/relationships/slideLayout" Target="../slideLayouts/slideLayout280.xml"/><Relationship Id="rId76" Type="http://schemas.openxmlformats.org/officeDocument/2006/relationships/slideLayout" Target="../slideLayouts/slideLayout301.xml"/><Relationship Id="rId7" Type="http://schemas.openxmlformats.org/officeDocument/2006/relationships/slideLayout" Target="../slideLayouts/slideLayout232.xml"/><Relationship Id="rId71" Type="http://schemas.openxmlformats.org/officeDocument/2006/relationships/slideLayout" Target="../slideLayouts/slideLayout296.xml"/><Relationship Id="rId2" Type="http://schemas.openxmlformats.org/officeDocument/2006/relationships/slideLayout" Target="../slideLayouts/slideLayout227.xml"/><Relationship Id="rId29" Type="http://schemas.openxmlformats.org/officeDocument/2006/relationships/slideLayout" Target="../slideLayouts/slideLayout254.xml"/><Relationship Id="rId24" Type="http://schemas.openxmlformats.org/officeDocument/2006/relationships/slideLayout" Target="../slideLayouts/slideLayout249.xml"/><Relationship Id="rId40" Type="http://schemas.openxmlformats.org/officeDocument/2006/relationships/slideLayout" Target="../slideLayouts/slideLayout265.xml"/><Relationship Id="rId45" Type="http://schemas.openxmlformats.org/officeDocument/2006/relationships/slideLayout" Target="../slideLayouts/slideLayout270.xml"/><Relationship Id="rId66" Type="http://schemas.openxmlformats.org/officeDocument/2006/relationships/slideLayout" Target="../slideLayouts/slideLayout2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01/10/2025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90500" y="190501"/>
            <a:ext cx="11811000" cy="571499"/>
          </a:xfrm>
          <a:prstGeom prst="rect">
            <a:avLst/>
          </a:prstGeom>
        </p:spPr>
        <p:txBody>
          <a:bodyPr vert="horz" lIns="182880" tIns="182880" rIns="182880" bIns="182880" rtlCol="0" anchor="t">
            <a:noAutofit/>
          </a:bodyPr>
          <a:lstStyle/>
          <a:p>
            <a:r>
              <a:rPr lang="en-US"/>
              <a:t>Click to edit Master title style</a:t>
            </a:r>
          </a:p>
        </p:txBody>
      </p:sp>
      <p:sp>
        <p:nvSpPr>
          <p:cNvPr id="11" name="Text Placeholder 2"/>
          <p:cNvSpPr>
            <a:spLocks noGrp="1"/>
          </p:cNvSpPr>
          <p:nvPr>
            <p:ph type="body" idx="1"/>
          </p:nvPr>
        </p:nvSpPr>
        <p:spPr>
          <a:xfrm>
            <a:off x="190500" y="758952"/>
            <a:ext cx="11811000" cy="5524500"/>
          </a:xfrm>
          <a:prstGeom prst="rect">
            <a:avLst/>
          </a:prstGeom>
        </p:spPr>
        <p:txBody>
          <a:bodyPr vert="horz" lIns="182880" tIns="182880" rIns="182880" bIns="18288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Slide Number Placeholder 21">
            <a:extLst>
              <a:ext uri="{FF2B5EF4-FFF2-40B4-BE49-F238E27FC236}">
                <a16:creationId xmlns:a16="http://schemas.microsoft.com/office/drawing/2014/main" id="{8B7009E6-39F1-2D48-8AF7-01F7E7DA683E}"/>
              </a:ext>
            </a:extLst>
          </p:cNvPr>
          <p:cNvSpPr txBox="1">
            <a:spLocks/>
          </p:cNvSpPr>
          <p:nvPr userDrawn="1"/>
        </p:nvSpPr>
        <p:spPr>
          <a:xfrm>
            <a:off x="11160692" y="6402355"/>
            <a:ext cx="840808" cy="322145"/>
          </a:xfrm>
          <a:prstGeom prst="rect">
            <a:avLst/>
          </a:prstGeom>
          <a:noFill/>
        </p:spPr>
        <p:txBody>
          <a:bodyPr vert="horz" wrap="none" lIns="91440" tIns="91440" rIns="182880" bIns="91440" rtlCol="0" anchor="ctr" anchorCtr="0">
            <a:noAutofit/>
          </a:bodyPr>
          <a:lstStyle>
            <a:defPPr>
              <a:defRPr lang="en-US"/>
            </a:defPPr>
            <a:lvl1pPr marL="0" algn="l" defTabSz="457200" rtl="0" eaLnBrk="1" latinLnBrk="0" hangingPunct="1">
              <a:defRPr sz="16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0073B9DC-1AA7-5D4B-8A36-3FA8972FB8B6}" type="slidenum">
              <a:rPr lang="en-US" sz="1000" b="0" smtClean="0">
                <a:solidFill>
                  <a:schemeClr val="accent1"/>
                </a:solidFill>
                <a:latin typeface="+mn-lt"/>
              </a:rPr>
              <a:pPr algn="r"/>
              <a:t>‹Nº›</a:t>
            </a:fld>
            <a:endParaRPr lang="en-US" sz="1000" b="0">
              <a:solidFill>
                <a:schemeClr val="accent1"/>
              </a:solidFill>
              <a:latin typeface="+mn-lt"/>
            </a:endParaRPr>
          </a:p>
        </p:txBody>
      </p:sp>
      <p:pic>
        <p:nvPicPr>
          <p:cNvPr id="2" name="Picture 1">
            <a:extLst>
              <a:ext uri="{FF2B5EF4-FFF2-40B4-BE49-F238E27FC236}">
                <a16:creationId xmlns:a16="http://schemas.microsoft.com/office/drawing/2014/main" id="{1540D0C3-9444-A317-2E6B-2DE3806524C2}"/>
              </a:ext>
            </a:extLst>
          </p:cNvPr>
          <p:cNvPicPr>
            <a:picLocks noChangeAspect="1"/>
          </p:cNvPicPr>
          <p:nvPr userDrawn="1"/>
        </p:nvPicPr>
        <p:blipFill>
          <a:blip r:embed="rId17"/>
          <a:stretch>
            <a:fillRect/>
          </a:stretch>
        </p:blipFill>
        <p:spPr>
          <a:xfrm>
            <a:off x="341376" y="6374821"/>
            <a:ext cx="11850624" cy="483179"/>
          </a:xfrm>
          <a:prstGeom prst="rect">
            <a:avLst/>
          </a:prstGeom>
        </p:spPr>
      </p:pic>
    </p:spTree>
    <p:extLst>
      <p:ext uri="{BB962C8B-B14F-4D97-AF65-F5344CB8AC3E}">
        <p14:creationId xmlns:p14="http://schemas.microsoft.com/office/powerpoint/2010/main" val="78216505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sldNum="0" hdr="0" ftr="0"/>
  <p:txStyles>
    <p:titleStyle>
      <a:lvl1pPr algn="l" defTabSz="457189" rtl="0" eaLnBrk="1" latinLnBrk="0" hangingPunct="1">
        <a:lnSpc>
          <a:spcPct val="90000"/>
        </a:lnSpc>
        <a:spcBef>
          <a:spcPct val="0"/>
        </a:spcBef>
        <a:buNone/>
        <a:defRPr sz="2800" b="0" kern="1200">
          <a:solidFill>
            <a:schemeClr val="accent1"/>
          </a:solidFill>
          <a:latin typeface="+mj-lt"/>
          <a:ea typeface="+mj-ea"/>
          <a:cs typeface="Calibri"/>
        </a:defRPr>
      </a:lvl1pPr>
    </p:titleStyle>
    <p:bodyStyle>
      <a:lvl1pPr marL="279400" indent="-279400" algn="l" defTabSz="457189" rtl="0" eaLnBrk="1" latinLnBrk="0" hangingPunct="1">
        <a:lnSpc>
          <a:spcPct val="100000"/>
        </a:lnSpc>
        <a:spcBef>
          <a:spcPts val="600"/>
        </a:spcBef>
        <a:spcAft>
          <a:spcPts val="600"/>
        </a:spcAft>
        <a:buClr>
          <a:schemeClr val="accent1"/>
        </a:buClr>
        <a:buSzPct val="80000"/>
        <a:buFont typeface="Wingdings" pitchFamily="2" charset="2"/>
        <a:buChar char="§"/>
        <a:tabLst/>
        <a:defRPr sz="2400" kern="1200">
          <a:solidFill>
            <a:schemeClr val="tx1"/>
          </a:solidFill>
          <a:latin typeface="+mn-lt"/>
          <a:ea typeface="+mn-ea"/>
          <a:cs typeface="+mn-cs"/>
        </a:defRPr>
      </a:lvl1pPr>
      <a:lvl2pPr marL="571500" indent="-228600" algn="l" defTabSz="457189" rtl="0" eaLnBrk="1" latinLnBrk="0" hangingPunct="1">
        <a:lnSpc>
          <a:spcPct val="90000"/>
        </a:lnSpc>
        <a:spcBef>
          <a:spcPts val="600"/>
        </a:spcBef>
        <a:spcAft>
          <a:spcPts val="300"/>
        </a:spcAft>
        <a:buSzPct val="75000"/>
        <a:buFontTx/>
        <a:buBlip>
          <a:blip r:embed="rId18">
            <a:extLst>
              <a:ext uri="{96DAC541-7B7A-43D3-8B79-37D633B846F1}">
                <asvg:svgBlip xmlns:asvg="http://schemas.microsoft.com/office/drawing/2016/SVG/main" r:embed="rId19"/>
              </a:ext>
            </a:extLst>
          </a:blip>
        </a:buBlip>
        <a:tabLst/>
        <a:defRPr sz="2000" kern="1200">
          <a:solidFill>
            <a:schemeClr val="tx1"/>
          </a:solidFill>
          <a:latin typeface="+mn-lt"/>
          <a:ea typeface="+mn-ea"/>
          <a:cs typeface="+mn-cs"/>
        </a:defRPr>
      </a:lvl2pPr>
      <a:lvl3pPr marL="915988" indent="-288925" algn="l" defTabSz="457189" rtl="0" eaLnBrk="1" latinLnBrk="0" hangingPunct="1">
        <a:lnSpc>
          <a:spcPct val="90000"/>
        </a:lnSpc>
        <a:spcBef>
          <a:spcPts val="600"/>
        </a:spcBef>
        <a:spcAft>
          <a:spcPts val="600"/>
        </a:spcAft>
        <a:buClr>
          <a:schemeClr val="accent1"/>
        </a:buClr>
        <a:buSzPct val="75000"/>
        <a:buFont typeface="+mj-lt"/>
        <a:buAutoNum type="arabicParenR"/>
        <a:tabLst/>
        <a:defRPr sz="2000" kern="1200">
          <a:solidFill>
            <a:schemeClr val="tx1"/>
          </a:solidFill>
          <a:latin typeface="+mn-lt"/>
          <a:ea typeface="+mn-ea"/>
          <a:cs typeface="+mn-cs"/>
        </a:defRPr>
      </a:lvl3pPr>
      <a:lvl4pPr marL="1203325" indent="-234950" algn="l" defTabSz="457189" rtl="0" eaLnBrk="1" latinLnBrk="0" hangingPunct="1">
        <a:lnSpc>
          <a:spcPct val="90000"/>
        </a:lnSpc>
        <a:spcBef>
          <a:spcPts val="600"/>
        </a:spcBef>
        <a:spcAft>
          <a:spcPts val="300"/>
        </a:spcAft>
        <a:buClr>
          <a:schemeClr val="accent1"/>
        </a:buClr>
        <a:buSzPct val="85000"/>
        <a:buFont typeface="Wingdings" charset="2"/>
        <a:buChar char="§"/>
        <a:tabLst/>
        <a:defRPr sz="1800" kern="1200">
          <a:solidFill>
            <a:schemeClr val="tx1"/>
          </a:solidFill>
          <a:latin typeface="+mn-lt"/>
          <a:ea typeface="+mn-ea"/>
          <a:cs typeface="+mn-cs"/>
        </a:defRPr>
      </a:lvl4pPr>
      <a:lvl5pPr marL="1549361" indent="-292093" algn="l" defTabSz="457189" rtl="0" eaLnBrk="1" latinLnBrk="0" hangingPunct="1">
        <a:lnSpc>
          <a:spcPct val="90000"/>
        </a:lnSpc>
        <a:spcBef>
          <a:spcPts val="600"/>
        </a:spcBef>
        <a:spcAft>
          <a:spcPts val="300"/>
        </a:spcAft>
        <a:buClr>
          <a:schemeClr val="accent1"/>
        </a:buClr>
        <a:buSzPct val="80000"/>
        <a:buFont typeface="+mj-lt"/>
        <a:buAutoNum type="romanUcPeriod"/>
        <a:tabLst/>
        <a:defRPr sz="18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6">
          <p15:clr>
            <a:srgbClr val="F26B43"/>
          </p15:clr>
        </p15:guide>
        <p15:guide id="2" orient="horz" pos="120">
          <p15:clr>
            <a:srgbClr val="F26B43"/>
          </p15:clr>
        </p15:guide>
        <p15:guide id="3" pos="7464">
          <p15:clr>
            <a:srgbClr val="F26B43"/>
          </p15:clr>
        </p15:guide>
        <p15:guide id="4" orient="horz" pos="4200">
          <p15:clr>
            <a:srgbClr val="F26B43"/>
          </p15:clr>
        </p15:guide>
        <p15:guide id="5" pos="120">
          <p15:clr>
            <a:srgbClr val="F26B43"/>
          </p15:clr>
        </p15:guide>
        <p15:guide id="9" orient="horz" pos="3960">
          <p15:clr>
            <a:srgbClr val="F26B43"/>
          </p15:clr>
        </p15:guide>
        <p15:guide id="10" pos="1968">
          <p15:clr>
            <a:srgbClr val="F26B43"/>
          </p15:clr>
        </p15:guide>
        <p15:guide id="11" pos="5712">
          <p15:clr>
            <a:srgbClr val="F26B43"/>
          </p15:clr>
        </p15:guide>
        <p15:guide id="13" orient="horz" pos="2160">
          <p15:clr>
            <a:srgbClr val="F26B43"/>
          </p15:clr>
        </p15:guide>
        <p15:guide id="14" orient="horz" pos="480">
          <p15:clr>
            <a:srgbClr val="F26B43"/>
          </p15:clr>
        </p15:guide>
        <p15:guide id="16" pos="7560">
          <p15:clr>
            <a:srgbClr val="F26B43"/>
          </p15:clr>
        </p15:guide>
        <p15:guide id="17" pos="3840">
          <p15:clr>
            <a:srgbClr val="F26B43"/>
          </p15:clr>
        </p15:guide>
        <p15:guide id="18" pos="4320">
          <p15:clr>
            <a:srgbClr val="F26B43"/>
          </p15:clr>
        </p15:guide>
        <p15:guide id="19" pos="33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D3731B-6530-0568-D5AC-07E4D34371ED}"/>
              </a:ext>
            </a:extLst>
          </p:cNvPr>
          <p:cNvSpPr/>
          <p:nvPr userDrawn="1"/>
        </p:nvSpPr>
        <p:spPr>
          <a:xfrm>
            <a:off x="11625943" y="6527646"/>
            <a:ext cx="566057" cy="229414"/>
          </a:xfrm>
          <a:prstGeom prst="rect">
            <a:avLst/>
          </a:prstGeom>
          <a:gradFill>
            <a:gsLst>
              <a:gs pos="21000">
                <a:schemeClr val="accent3"/>
              </a:gs>
              <a:gs pos="72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Rectangle 6">
            <a:extLst>
              <a:ext uri="{FF2B5EF4-FFF2-40B4-BE49-F238E27FC236}">
                <a16:creationId xmlns:a16="http://schemas.microsoft.com/office/drawing/2014/main" id="{E25F198B-B08E-1940-BDE9-9022A92D31F6}"/>
              </a:ext>
            </a:extLst>
          </p:cNvPr>
          <p:cNvSpPr>
            <a:spLocks noChangeArrowheads="1"/>
          </p:cNvSpPr>
          <p:nvPr userDrawn="1"/>
        </p:nvSpPr>
        <p:spPr bwMode="auto">
          <a:xfrm>
            <a:off x="8888506" y="6527645"/>
            <a:ext cx="2766284" cy="215444"/>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0" hangingPunct="0">
              <a:lnSpc>
                <a:spcPct val="100000"/>
              </a:lnSpc>
              <a:defRPr/>
            </a:pPr>
            <a:r>
              <a:rPr lang="en-US" sz="800" b="0" i="0" kern="0" spc="27">
                <a:solidFill>
                  <a:schemeClr val="bg2"/>
                </a:solidFill>
                <a:latin typeface="Barlow Light" pitchFamily="2" charset="77"/>
                <a:ea typeface="Arial Unicode MS" charset="0"/>
                <a:cs typeface="Arial" panose="020B0604020202020204" pitchFamily="34" charset="0"/>
              </a:rPr>
              <a:t>PUBLIC • Copyright ©2025 Rockwell Automation, Inc. </a:t>
            </a:r>
          </a:p>
        </p:txBody>
      </p:sp>
      <p:sp>
        <p:nvSpPr>
          <p:cNvPr id="8" name="Rectangle 7">
            <a:extLst>
              <a:ext uri="{FF2B5EF4-FFF2-40B4-BE49-F238E27FC236}">
                <a16:creationId xmlns:a16="http://schemas.microsoft.com/office/drawing/2014/main" id="{8557D7B0-E060-F449-8E66-9B25014C7E75}"/>
              </a:ext>
            </a:extLst>
          </p:cNvPr>
          <p:cNvSpPr>
            <a:spLocks noChangeArrowheads="1"/>
          </p:cNvSpPr>
          <p:nvPr userDrawn="1"/>
        </p:nvSpPr>
        <p:spPr bwMode="auto">
          <a:xfrm>
            <a:off x="11654790" y="6512257"/>
            <a:ext cx="640013" cy="230832"/>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hangingPunct="0">
              <a:lnSpc>
                <a:spcPct val="100000"/>
              </a:lnSpc>
              <a:defRPr/>
            </a:pPr>
            <a:fld id="{C41E6217-FD4A-4698-ADE0-B72F602A1308}" type="slidenum">
              <a:rPr lang="en-US" sz="900" b="0" i="0" kern="0" spc="27" smtClean="0">
                <a:solidFill>
                  <a:schemeClr val="bg1"/>
                </a:solidFill>
                <a:latin typeface="Barlow Light" pitchFamily="2" charset="77"/>
                <a:ea typeface="Arial Unicode MS" charset="0"/>
                <a:cs typeface="Arial" panose="020B0604020202020204" pitchFamily="34" charset="0"/>
              </a:rPr>
              <a:pPr algn="l" eaLnBrk="0" hangingPunct="0">
                <a:lnSpc>
                  <a:spcPct val="100000"/>
                </a:lnSpc>
                <a:defRPr/>
              </a:pPr>
              <a:t>‹Nº›</a:t>
            </a:fld>
            <a:endParaRPr lang="en-US" sz="900" b="0" i="0" kern="0" spc="27">
              <a:solidFill>
                <a:schemeClr val="bg1"/>
              </a:solidFill>
              <a:latin typeface="Barlow Light" pitchFamily="2" charset="77"/>
              <a:ea typeface="Arial Unicode MS" charset="0"/>
              <a:cs typeface="Arial" panose="020B0604020202020204" pitchFamily="34" charset="0"/>
            </a:endParaRPr>
          </a:p>
        </p:txBody>
      </p:sp>
    </p:spTree>
    <p:extLst>
      <p:ext uri="{BB962C8B-B14F-4D97-AF65-F5344CB8AC3E}">
        <p14:creationId xmlns:p14="http://schemas.microsoft.com/office/powerpoint/2010/main" val="116312493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 id="2147483710" r:id="rId32"/>
    <p:sldLayoutId id="2147483711" r:id="rId33"/>
    <p:sldLayoutId id="2147483712" r:id="rId34"/>
    <p:sldLayoutId id="2147483713" r:id="rId35"/>
    <p:sldLayoutId id="2147483714" r:id="rId36"/>
    <p:sldLayoutId id="2147483715" r:id="rId37"/>
    <p:sldLayoutId id="2147483716" r:id="rId38"/>
    <p:sldLayoutId id="2147483717" r:id="rId39"/>
    <p:sldLayoutId id="2147483718" r:id="rId40"/>
    <p:sldLayoutId id="2147483719" r:id="rId41"/>
    <p:sldLayoutId id="2147483720" r:id="rId42"/>
    <p:sldLayoutId id="2147483721" r:id="rId43"/>
    <p:sldLayoutId id="2147483722" r:id="rId44"/>
    <p:sldLayoutId id="2147483723" r:id="rId45"/>
    <p:sldLayoutId id="2147483724" r:id="rId46"/>
    <p:sldLayoutId id="2147483725" r:id="rId47"/>
    <p:sldLayoutId id="2147483726" r:id="rId48"/>
    <p:sldLayoutId id="2147483727" r:id="rId49"/>
    <p:sldLayoutId id="2147483728" r:id="rId50"/>
    <p:sldLayoutId id="2147483729" r:id="rId51"/>
    <p:sldLayoutId id="2147483730" r:id="rId52"/>
    <p:sldLayoutId id="2147483731" r:id="rId53"/>
    <p:sldLayoutId id="2147483732" r:id="rId54"/>
    <p:sldLayoutId id="2147483733" r:id="rId55"/>
    <p:sldLayoutId id="2147483734" r:id="rId56"/>
    <p:sldLayoutId id="2147483735" r:id="rId57"/>
    <p:sldLayoutId id="2147483736" r:id="rId58"/>
    <p:sldLayoutId id="2147483737" r:id="rId59"/>
    <p:sldLayoutId id="2147483738" r:id="rId60"/>
    <p:sldLayoutId id="2147483739" r:id="rId61"/>
    <p:sldLayoutId id="2147483740" r:id="rId62"/>
    <p:sldLayoutId id="2147483741" r:id="rId63"/>
    <p:sldLayoutId id="2147483742" r:id="rId64"/>
    <p:sldLayoutId id="2147483743" r:id="rId65"/>
    <p:sldLayoutId id="2147483744" r:id="rId66"/>
    <p:sldLayoutId id="2147483745" r:id="rId67"/>
    <p:sldLayoutId id="2147483746" r:id="rId68"/>
    <p:sldLayoutId id="2147483747" r:id="rId69"/>
    <p:sldLayoutId id="2147483748" r:id="rId70"/>
    <p:sldLayoutId id="2147483749" r:id="rId71"/>
    <p:sldLayoutId id="2147483750" r:id="rId72"/>
    <p:sldLayoutId id="2147483751" r:id="rId73"/>
    <p:sldLayoutId id="2147483752" r:id="rId74"/>
    <p:sldLayoutId id="2147483753" r:id="rId75"/>
    <p:sldLayoutId id="2147483754" r:id="rId76"/>
    <p:sldLayoutId id="2147483755" r:id="rId77"/>
    <p:sldLayoutId id="2147483756" r:id="rId78"/>
    <p:sldLayoutId id="2147483757" r:id="rId79"/>
    <p:sldLayoutId id="2147483758" r:id="rId80"/>
  </p:sldLayoutIdLst>
  <p:transition spd="med"/>
  <p:txStyles>
    <p:titleStyle>
      <a:lvl1pPr marL="0" indent="0" algn="l" rtl="0" eaLnBrk="1" fontAlgn="base" hangingPunct="1">
        <a:lnSpc>
          <a:spcPts val="3999"/>
        </a:lnSpc>
        <a:spcBef>
          <a:spcPct val="0"/>
        </a:spcBef>
        <a:spcAft>
          <a:spcPct val="0"/>
        </a:spcAft>
        <a:buFont typeface="Arial" panose="020B0604020202020204" pitchFamily="34" charset="0"/>
        <a:buNone/>
        <a:defRPr sz="2999" b="1">
          <a:solidFill>
            <a:schemeClr val="tx1"/>
          </a:solidFill>
          <a:latin typeface="Barlow" pitchFamily="2" charset="77"/>
          <a:ea typeface="+mj-ea"/>
          <a:cs typeface="Arial"/>
        </a:defRPr>
      </a:lvl1pPr>
      <a:lvl2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p:titleStyle>
    <p:bodyStyle>
      <a:lvl1pPr marL="230188" indent="-230188" algn="l" rtl="0" eaLnBrk="1" fontAlgn="base" hangingPunct="1">
        <a:lnSpc>
          <a:spcPct val="100000"/>
        </a:lnSpc>
        <a:spcBef>
          <a:spcPts val="0"/>
        </a:spcBef>
        <a:spcAft>
          <a:spcPts val="800"/>
        </a:spcAft>
        <a:buClrTx/>
        <a:buFont typeface="Arial" panose="020B0604020202020204" pitchFamily="34" charset="0"/>
        <a:buChar char="•"/>
        <a:tabLst/>
        <a:defRPr sz="2000">
          <a:solidFill>
            <a:schemeClr val="bg2"/>
          </a:solidFill>
          <a:latin typeface="+mj-lt"/>
          <a:ea typeface="+mn-ea"/>
          <a:cs typeface="+mn-cs"/>
        </a:defRPr>
      </a:lvl1pPr>
      <a:lvl2pPr marL="633413"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600">
          <a:solidFill>
            <a:schemeClr val="bg2"/>
          </a:solidFill>
          <a:latin typeface="+mj-lt"/>
          <a:ea typeface="+mn-ea"/>
        </a:defRPr>
      </a:lvl2pPr>
      <a:lvl3pPr marL="1038225"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400">
          <a:solidFill>
            <a:schemeClr val="bg2"/>
          </a:solidFill>
          <a:latin typeface="+mj-lt"/>
          <a:ea typeface="+mn-ea"/>
        </a:defRPr>
      </a:lvl3pPr>
      <a:lvl4pPr marL="2133120"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4pPr>
      <a:lvl5pPr marL="2742582"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p:bodyStyle>
    <p:otherStyle>
      <a:defPPr>
        <a:defRPr lang="en-US"/>
      </a:defPPr>
      <a:lvl1pPr marL="0" algn="l" defTabSz="609463" rtl="0" eaLnBrk="1" latinLnBrk="0" hangingPunct="1">
        <a:defRPr sz="2400" kern="1200">
          <a:solidFill>
            <a:schemeClr val="tx1"/>
          </a:solidFill>
          <a:latin typeface="+mn-lt"/>
          <a:ea typeface="+mn-ea"/>
          <a:cs typeface="+mn-cs"/>
        </a:defRPr>
      </a:lvl1pPr>
      <a:lvl2pPr marL="609463" algn="l" defTabSz="609463" rtl="0" eaLnBrk="1" latinLnBrk="0" hangingPunct="1">
        <a:defRPr sz="2400" kern="1200">
          <a:solidFill>
            <a:schemeClr val="tx1"/>
          </a:solidFill>
          <a:latin typeface="+mn-lt"/>
          <a:ea typeface="+mn-ea"/>
          <a:cs typeface="+mn-cs"/>
        </a:defRPr>
      </a:lvl2pPr>
      <a:lvl3pPr marL="1218926" algn="l" defTabSz="609463" rtl="0" eaLnBrk="1" latinLnBrk="0" hangingPunct="1">
        <a:defRPr sz="2400" kern="1200">
          <a:solidFill>
            <a:schemeClr val="tx1"/>
          </a:solidFill>
          <a:latin typeface="+mn-lt"/>
          <a:ea typeface="+mn-ea"/>
          <a:cs typeface="+mn-cs"/>
        </a:defRPr>
      </a:lvl3pPr>
      <a:lvl4pPr marL="1828388" algn="l" defTabSz="609463" rtl="0" eaLnBrk="1" latinLnBrk="0" hangingPunct="1">
        <a:defRPr sz="2400" kern="1200">
          <a:solidFill>
            <a:schemeClr val="tx1"/>
          </a:solidFill>
          <a:latin typeface="+mn-lt"/>
          <a:ea typeface="+mn-ea"/>
          <a:cs typeface="+mn-cs"/>
        </a:defRPr>
      </a:lvl4pPr>
      <a:lvl5pPr marL="2437851" algn="l" defTabSz="609463" rtl="0" eaLnBrk="1" latinLnBrk="0" hangingPunct="1">
        <a:defRPr sz="2400" kern="1200">
          <a:solidFill>
            <a:schemeClr val="tx1"/>
          </a:solidFill>
          <a:latin typeface="+mn-lt"/>
          <a:ea typeface="+mn-ea"/>
          <a:cs typeface="+mn-cs"/>
        </a:defRPr>
      </a:lvl5pPr>
      <a:lvl6pPr marL="3047314" algn="l" defTabSz="609463" rtl="0" eaLnBrk="1" latinLnBrk="0" hangingPunct="1">
        <a:defRPr sz="2400" kern="1200">
          <a:solidFill>
            <a:schemeClr val="tx1"/>
          </a:solidFill>
          <a:latin typeface="+mn-lt"/>
          <a:ea typeface="+mn-ea"/>
          <a:cs typeface="+mn-cs"/>
        </a:defRPr>
      </a:lvl6pPr>
      <a:lvl7pPr marL="3656777" algn="l" defTabSz="609463" rtl="0" eaLnBrk="1" latinLnBrk="0" hangingPunct="1">
        <a:defRPr sz="2400" kern="1200">
          <a:solidFill>
            <a:schemeClr val="tx1"/>
          </a:solidFill>
          <a:latin typeface="+mn-lt"/>
          <a:ea typeface="+mn-ea"/>
          <a:cs typeface="+mn-cs"/>
        </a:defRPr>
      </a:lvl7pPr>
      <a:lvl8pPr marL="4266240" algn="l" defTabSz="609463" rtl="0" eaLnBrk="1" latinLnBrk="0" hangingPunct="1">
        <a:defRPr sz="2400" kern="1200">
          <a:solidFill>
            <a:schemeClr val="tx1"/>
          </a:solidFill>
          <a:latin typeface="+mn-lt"/>
          <a:ea typeface="+mn-ea"/>
          <a:cs typeface="+mn-cs"/>
        </a:defRPr>
      </a:lvl8pPr>
      <a:lvl9pPr marL="4875703" algn="l" defTabSz="60946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36">
          <p15:clr>
            <a:srgbClr val="A4A3A4"/>
          </p15:clr>
        </p15:guide>
        <p15:guide id="2" pos="240">
          <p15:clr>
            <a:srgbClr val="A4A3A4"/>
          </p15:clr>
        </p15:guide>
        <p15:guide id="3" pos="7440">
          <p15:clr>
            <a:srgbClr val="A4A3A4"/>
          </p15:clr>
        </p15:guide>
        <p15:guide id="4" orient="horz" pos="252">
          <p15:clr>
            <a:srgbClr val="A4A3A4"/>
          </p15:clr>
        </p15:guide>
        <p15:guide id="5" orient="horz" pos="648">
          <p15:clr>
            <a:srgbClr val="A4A3A4"/>
          </p15:clr>
        </p15:guide>
        <p15:guide id="6" orient="horz" pos="864">
          <p15:clr>
            <a:srgbClr val="A4A3A4"/>
          </p15:clr>
        </p15:guide>
        <p15:guide id="7" orient="horz" pos="216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F45B49-E602-E3BB-716F-B0C87A8CFF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EC75B1-0401-3AF6-4D58-BC0CA17F01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03CB50-C6B5-05CC-03C0-422769ED4B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A6AC32-8B7D-44FD-809E-A049B9280A4B}" type="datetime1">
              <a:rPr lang="en-US" smtClean="0"/>
              <a:t>10/1/2025</a:t>
            </a:fld>
            <a:endParaRPr lang="en-US"/>
          </a:p>
        </p:txBody>
      </p:sp>
      <p:sp>
        <p:nvSpPr>
          <p:cNvPr id="5" name="Footer Placeholder 4">
            <a:extLst>
              <a:ext uri="{FF2B5EF4-FFF2-40B4-BE49-F238E27FC236}">
                <a16:creationId xmlns:a16="http://schemas.microsoft.com/office/drawing/2014/main" id="{7EED6A2C-5C72-EDAC-5628-41C77BD18A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Rockwell AF 2025</a:t>
            </a:r>
          </a:p>
        </p:txBody>
      </p:sp>
      <p:sp>
        <p:nvSpPr>
          <p:cNvPr id="6" name="Slide Number Placeholder 5">
            <a:extLst>
              <a:ext uri="{FF2B5EF4-FFF2-40B4-BE49-F238E27FC236}">
                <a16:creationId xmlns:a16="http://schemas.microsoft.com/office/drawing/2014/main" id="{3FB4AF02-7613-AC5F-6B2E-2B36F7AF0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64D691-7E68-4C8C-92BD-6B92E65E1242}" type="slidenum">
              <a:rPr lang="en-US" smtClean="0"/>
              <a:t>‹Nº›</a:t>
            </a:fld>
            <a:endParaRPr lang="en-US"/>
          </a:p>
        </p:txBody>
      </p:sp>
    </p:spTree>
    <p:extLst>
      <p:ext uri="{BB962C8B-B14F-4D97-AF65-F5344CB8AC3E}">
        <p14:creationId xmlns:p14="http://schemas.microsoft.com/office/powerpoint/2010/main" val="136307340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9150CC-B4A4-CBF7-4B67-47586F174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912591-D7C0-0919-356D-258FDC9A0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FBEB4-F076-C15E-957C-17E21D6DE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34EDD068-16F7-7245-737E-C8B475DC22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23CE51-7614-C914-B4FF-E82442ED35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E7E092-4C5F-482B-AAAD-619EC092DF8A}" type="slidenum">
              <a:rPr lang="en-US" smtClean="0"/>
              <a:t>‹Nº›</a:t>
            </a:fld>
            <a:endParaRPr lang="en-US"/>
          </a:p>
        </p:txBody>
      </p:sp>
    </p:spTree>
    <p:extLst>
      <p:ext uri="{BB962C8B-B14F-4D97-AF65-F5344CB8AC3E}">
        <p14:creationId xmlns:p14="http://schemas.microsoft.com/office/powerpoint/2010/main" val="2654614345"/>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9150CC-B4A4-CBF7-4B67-47586F174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912591-D7C0-0919-356D-258FDC9A0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FBEB4-F076-C15E-957C-17E21D6DE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0E9B41-FCCB-47A7-B168-F26ED5AC988D}" type="datetimeFigureOut">
              <a:rPr lang="en-US" smtClean="0"/>
              <a:t>10/1/2025</a:t>
            </a:fld>
            <a:endParaRPr lang="en-US"/>
          </a:p>
        </p:txBody>
      </p:sp>
      <p:sp>
        <p:nvSpPr>
          <p:cNvPr id="5" name="Footer Placeholder 4">
            <a:extLst>
              <a:ext uri="{FF2B5EF4-FFF2-40B4-BE49-F238E27FC236}">
                <a16:creationId xmlns:a16="http://schemas.microsoft.com/office/drawing/2014/main" id="{34EDD068-16F7-7245-737E-C8B475DC22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823CE51-7614-C914-B4FF-E82442ED35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5E7E092-4C5F-482B-AAAD-619EC092DF8A}" type="slidenum">
              <a:rPr lang="en-US" smtClean="0"/>
              <a:t>‹Nº›</a:t>
            </a:fld>
            <a:endParaRPr lang="en-US"/>
          </a:p>
        </p:txBody>
      </p:sp>
    </p:spTree>
    <p:extLst>
      <p:ext uri="{BB962C8B-B14F-4D97-AF65-F5344CB8AC3E}">
        <p14:creationId xmlns:p14="http://schemas.microsoft.com/office/powerpoint/2010/main" val="2539159337"/>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D3731B-6530-0568-D5AC-07E4D34371ED}"/>
              </a:ext>
            </a:extLst>
          </p:cNvPr>
          <p:cNvSpPr/>
          <p:nvPr userDrawn="1"/>
        </p:nvSpPr>
        <p:spPr>
          <a:xfrm>
            <a:off x="11625943" y="6527646"/>
            <a:ext cx="566057" cy="229414"/>
          </a:xfrm>
          <a:prstGeom prst="rect">
            <a:avLst/>
          </a:prstGeom>
          <a:gradFill>
            <a:gsLst>
              <a:gs pos="21000">
                <a:schemeClr val="accent3"/>
              </a:gs>
              <a:gs pos="72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Rectangle 6">
            <a:extLst>
              <a:ext uri="{FF2B5EF4-FFF2-40B4-BE49-F238E27FC236}">
                <a16:creationId xmlns:a16="http://schemas.microsoft.com/office/drawing/2014/main" id="{E25F198B-B08E-1940-BDE9-9022A92D31F6}"/>
              </a:ext>
            </a:extLst>
          </p:cNvPr>
          <p:cNvSpPr>
            <a:spLocks noChangeArrowheads="1"/>
          </p:cNvSpPr>
          <p:nvPr userDrawn="1"/>
        </p:nvSpPr>
        <p:spPr bwMode="auto">
          <a:xfrm>
            <a:off x="8888506" y="6527645"/>
            <a:ext cx="2766284" cy="215444"/>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0" hangingPunct="0">
              <a:lnSpc>
                <a:spcPct val="100000"/>
              </a:lnSpc>
              <a:defRPr/>
            </a:pPr>
            <a:r>
              <a:rPr lang="en-US" sz="800" b="0" i="0" kern="0" spc="27">
                <a:solidFill>
                  <a:schemeClr val="bg2"/>
                </a:solidFill>
                <a:latin typeface="Barlow Light" pitchFamily="2" charset="77"/>
                <a:ea typeface="Arial Unicode MS" charset="0"/>
                <a:cs typeface="Arial" panose="020B0604020202020204" pitchFamily="34" charset="0"/>
              </a:rPr>
              <a:t>PUBLIC • Copyright ©2025 Rockwell Automation, Inc. </a:t>
            </a:r>
          </a:p>
        </p:txBody>
      </p:sp>
      <p:sp>
        <p:nvSpPr>
          <p:cNvPr id="8" name="Rectangle 7">
            <a:extLst>
              <a:ext uri="{FF2B5EF4-FFF2-40B4-BE49-F238E27FC236}">
                <a16:creationId xmlns:a16="http://schemas.microsoft.com/office/drawing/2014/main" id="{8557D7B0-E060-F449-8E66-9B25014C7E75}"/>
              </a:ext>
            </a:extLst>
          </p:cNvPr>
          <p:cNvSpPr>
            <a:spLocks noChangeArrowheads="1"/>
          </p:cNvSpPr>
          <p:nvPr userDrawn="1"/>
        </p:nvSpPr>
        <p:spPr bwMode="auto">
          <a:xfrm>
            <a:off x="11654790" y="6512257"/>
            <a:ext cx="640013" cy="230832"/>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hangingPunct="0">
              <a:lnSpc>
                <a:spcPct val="100000"/>
              </a:lnSpc>
              <a:defRPr/>
            </a:pPr>
            <a:fld id="{C41E6217-FD4A-4698-ADE0-B72F602A1308}" type="slidenum">
              <a:rPr lang="en-US" sz="900" b="0" i="0" kern="0" spc="27" smtClean="0">
                <a:solidFill>
                  <a:schemeClr val="bg1"/>
                </a:solidFill>
                <a:latin typeface="Barlow Light" pitchFamily="2" charset="77"/>
                <a:ea typeface="Arial Unicode MS" charset="0"/>
                <a:cs typeface="Arial" panose="020B0604020202020204" pitchFamily="34" charset="0"/>
              </a:rPr>
              <a:pPr algn="l" eaLnBrk="0" hangingPunct="0">
                <a:lnSpc>
                  <a:spcPct val="100000"/>
                </a:lnSpc>
                <a:defRPr/>
              </a:pPr>
              <a:t>‹Nº›</a:t>
            </a:fld>
            <a:endParaRPr lang="en-US" sz="900" b="0" i="0" kern="0" spc="27">
              <a:solidFill>
                <a:schemeClr val="bg1"/>
              </a:solidFill>
              <a:latin typeface="Barlow Light" pitchFamily="2" charset="77"/>
              <a:ea typeface="Arial Unicode MS" charset="0"/>
              <a:cs typeface="Arial" panose="020B0604020202020204" pitchFamily="34" charset="0"/>
            </a:endParaRPr>
          </a:p>
        </p:txBody>
      </p:sp>
    </p:spTree>
    <p:extLst>
      <p:ext uri="{BB962C8B-B14F-4D97-AF65-F5344CB8AC3E}">
        <p14:creationId xmlns:p14="http://schemas.microsoft.com/office/powerpoint/2010/main" val="221698227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 id="2147483819" r:id="rId20"/>
    <p:sldLayoutId id="2147483820" r:id="rId21"/>
    <p:sldLayoutId id="2147483821" r:id="rId22"/>
    <p:sldLayoutId id="2147483822" r:id="rId23"/>
    <p:sldLayoutId id="2147483823" r:id="rId24"/>
    <p:sldLayoutId id="2147483824" r:id="rId25"/>
    <p:sldLayoutId id="2147483825" r:id="rId26"/>
    <p:sldLayoutId id="2147483826" r:id="rId27"/>
    <p:sldLayoutId id="2147483827" r:id="rId28"/>
    <p:sldLayoutId id="2147483828" r:id="rId29"/>
    <p:sldLayoutId id="2147483829" r:id="rId30"/>
    <p:sldLayoutId id="2147483830" r:id="rId31"/>
    <p:sldLayoutId id="2147483831" r:id="rId32"/>
    <p:sldLayoutId id="2147483832" r:id="rId33"/>
    <p:sldLayoutId id="2147483833" r:id="rId34"/>
    <p:sldLayoutId id="2147483834" r:id="rId35"/>
    <p:sldLayoutId id="2147483835" r:id="rId36"/>
    <p:sldLayoutId id="2147483836" r:id="rId37"/>
    <p:sldLayoutId id="2147483837" r:id="rId38"/>
    <p:sldLayoutId id="2147483838" r:id="rId39"/>
    <p:sldLayoutId id="2147483839" r:id="rId40"/>
    <p:sldLayoutId id="2147483840" r:id="rId41"/>
    <p:sldLayoutId id="2147483841" r:id="rId42"/>
    <p:sldLayoutId id="2147483842" r:id="rId43"/>
    <p:sldLayoutId id="2147483843" r:id="rId44"/>
    <p:sldLayoutId id="2147483844" r:id="rId45"/>
    <p:sldLayoutId id="2147483845" r:id="rId46"/>
    <p:sldLayoutId id="2147483846" r:id="rId47"/>
    <p:sldLayoutId id="2147483847" r:id="rId48"/>
    <p:sldLayoutId id="2147483848" r:id="rId49"/>
    <p:sldLayoutId id="2147483849" r:id="rId50"/>
    <p:sldLayoutId id="2147483850" r:id="rId51"/>
    <p:sldLayoutId id="2147483851" r:id="rId52"/>
    <p:sldLayoutId id="2147483852" r:id="rId53"/>
    <p:sldLayoutId id="2147483853" r:id="rId54"/>
    <p:sldLayoutId id="2147483854" r:id="rId55"/>
    <p:sldLayoutId id="2147483855" r:id="rId56"/>
    <p:sldLayoutId id="2147483856" r:id="rId57"/>
    <p:sldLayoutId id="2147483857" r:id="rId58"/>
    <p:sldLayoutId id="2147483858" r:id="rId59"/>
    <p:sldLayoutId id="2147483859" r:id="rId60"/>
    <p:sldLayoutId id="2147483860" r:id="rId61"/>
    <p:sldLayoutId id="2147483861" r:id="rId62"/>
    <p:sldLayoutId id="2147483862" r:id="rId63"/>
    <p:sldLayoutId id="2147483863" r:id="rId64"/>
    <p:sldLayoutId id="2147483864" r:id="rId65"/>
    <p:sldLayoutId id="2147483865" r:id="rId66"/>
    <p:sldLayoutId id="2147483866" r:id="rId67"/>
    <p:sldLayoutId id="2147483867" r:id="rId68"/>
    <p:sldLayoutId id="2147483868" r:id="rId69"/>
    <p:sldLayoutId id="2147483869" r:id="rId70"/>
    <p:sldLayoutId id="2147483870" r:id="rId71"/>
    <p:sldLayoutId id="2147483871" r:id="rId72"/>
    <p:sldLayoutId id="2147483872" r:id="rId73"/>
    <p:sldLayoutId id="2147483873" r:id="rId74"/>
    <p:sldLayoutId id="2147483874" r:id="rId75"/>
    <p:sldLayoutId id="2147483875" r:id="rId76"/>
    <p:sldLayoutId id="2147483876" r:id="rId77"/>
    <p:sldLayoutId id="2147483877" r:id="rId78"/>
    <p:sldLayoutId id="2147483878" r:id="rId79"/>
    <p:sldLayoutId id="2147483879" r:id="rId80"/>
  </p:sldLayoutIdLst>
  <p:transition spd="med"/>
  <p:txStyles>
    <p:titleStyle>
      <a:lvl1pPr marL="0" indent="0" algn="l" rtl="0" eaLnBrk="1" fontAlgn="base" hangingPunct="1">
        <a:lnSpc>
          <a:spcPts val="3999"/>
        </a:lnSpc>
        <a:spcBef>
          <a:spcPct val="0"/>
        </a:spcBef>
        <a:spcAft>
          <a:spcPct val="0"/>
        </a:spcAft>
        <a:buFont typeface="Arial" panose="020B0604020202020204" pitchFamily="34" charset="0"/>
        <a:buNone/>
        <a:defRPr sz="2999" b="1">
          <a:solidFill>
            <a:schemeClr val="tx1"/>
          </a:solidFill>
          <a:latin typeface="Barlow" pitchFamily="2" charset="77"/>
          <a:ea typeface="+mj-ea"/>
          <a:cs typeface="Arial"/>
        </a:defRPr>
      </a:lvl1pPr>
      <a:lvl2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p:titleStyle>
    <p:bodyStyle>
      <a:lvl1pPr marL="230188" indent="-230188" algn="l" rtl="0" eaLnBrk="1" fontAlgn="base" hangingPunct="1">
        <a:lnSpc>
          <a:spcPct val="100000"/>
        </a:lnSpc>
        <a:spcBef>
          <a:spcPts val="0"/>
        </a:spcBef>
        <a:spcAft>
          <a:spcPts val="800"/>
        </a:spcAft>
        <a:buClrTx/>
        <a:buFont typeface="Arial" panose="020B0604020202020204" pitchFamily="34" charset="0"/>
        <a:buChar char="•"/>
        <a:tabLst/>
        <a:defRPr sz="2000">
          <a:solidFill>
            <a:schemeClr val="bg2"/>
          </a:solidFill>
          <a:latin typeface="+mj-lt"/>
          <a:ea typeface="+mn-ea"/>
          <a:cs typeface="+mn-cs"/>
        </a:defRPr>
      </a:lvl1pPr>
      <a:lvl2pPr marL="633413"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600">
          <a:solidFill>
            <a:schemeClr val="bg2"/>
          </a:solidFill>
          <a:latin typeface="+mj-lt"/>
          <a:ea typeface="+mn-ea"/>
        </a:defRPr>
      </a:lvl2pPr>
      <a:lvl3pPr marL="1038225"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400">
          <a:solidFill>
            <a:schemeClr val="bg2"/>
          </a:solidFill>
          <a:latin typeface="+mj-lt"/>
          <a:ea typeface="+mn-ea"/>
        </a:defRPr>
      </a:lvl3pPr>
      <a:lvl4pPr marL="2133120"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4pPr>
      <a:lvl5pPr marL="2742582"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p:bodyStyle>
    <p:otherStyle>
      <a:defPPr>
        <a:defRPr lang="en-US"/>
      </a:defPPr>
      <a:lvl1pPr marL="0" algn="l" defTabSz="609463" rtl="0" eaLnBrk="1" latinLnBrk="0" hangingPunct="1">
        <a:defRPr sz="2400" kern="1200">
          <a:solidFill>
            <a:schemeClr val="tx1"/>
          </a:solidFill>
          <a:latin typeface="+mn-lt"/>
          <a:ea typeface="+mn-ea"/>
          <a:cs typeface="+mn-cs"/>
        </a:defRPr>
      </a:lvl1pPr>
      <a:lvl2pPr marL="609463" algn="l" defTabSz="609463" rtl="0" eaLnBrk="1" latinLnBrk="0" hangingPunct="1">
        <a:defRPr sz="2400" kern="1200">
          <a:solidFill>
            <a:schemeClr val="tx1"/>
          </a:solidFill>
          <a:latin typeface="+mn-lt"/>
          <a:ea typeface="+mn-ea"/>
          <a:cs typeface="+mn-cs"/>
        </a:defRPr>
      </a:lvl2pPr>
      <a:lvl3pPr marL="1218926" algn="l" defTabSz="609463" rtl="0" eaLnBrk="1" latinLnBrk="0" hangingPunct="1">
        <a:defRPr sz="2400" kern="1200">
          <a:solidFill>
            <a:schemeClr val="tx1"/>
          </a:solidFill>
          <a:latin typeface="+mn-lt"/>
          <a:ea typeface="+mn-ea"/>
          <a:cs typeface="+mn-cs"/>
        </a:defRPr>
      </a:lvl3pPr>
      <a:lvl4pPr marL="1828388" algn="l" defTabSz="609463" rtl="0" eaLnBrk="1" latinLnBrk="0" hangingPunct="1">
        <a:defRPr sz="2400" kern="1200">
          <a:solidFill>
            <a:schemeClr val="tx1"/>
          </a:solidFill>
          <a:latin typeface="+mn-lt"/>
          <a:ea typeface="+mn-ea"/>
          <a:cs typeface="+mn-cs"/>
        </a:defRPr>
      </a:lvl4pPr>
      <a:lvl5pPr marL="2437851" algn="l" defTabSz="609463" rtl="0" eaLnBrk="1" latinLnBrk="0" hangingPunct="1">
        <a:defRPr sz="2400" kern="1200">
          <a:solidFill>
            <a:schemeClr val="tx1"/>
          </a:solidFill>
          <a:latin typeface="+mn-lt"/>
          <a:ea typeface="+mn-ea"/>
          <a:cs typeface="+mn-cs"/>
        </a:defRPr>
      </a:lvl5pPr>
      <a:lvl6pPr marL="3047314" algn="l" defTabSz="609463" rtl="0" eaLnBrk="1" latinLnBrk="0" hangingPunct="1">
        <a:defRPr sz="2400" kern="1200">
          <a:solidFill>
            <a:schemeClr val="tx1"/>
          </a:solidFill>
          <a:latin typeface="+mn-lt"/>
          <a:ea typeface="+mn-ea"/>
          <a:cs typeface="+mn-cs"/>
        </a:defRPr>
      </a:lvl6pPr>
      <a:lvl7pPr marL="3656777" algn="l" defTabSz="609463" rtl="0" eaLnBrk="1" latinLnBrk="0" hangingPunct="1">
        <a:defRPr sz="2400" kern="1200">
          <a:solidFill>
            <a:schemeClr val="tx1"/>
          </a:solidFill>
          <a:latin typeface="+mn-lt"/>
          <a:ea typeface="+mn-ea"/>
          <a:cs typeface="+mn-cs"/>
        </a:defRPr>
      </a:lvl7pPr>
      <a:lvl8pPr marL="4266240" algn="l" defTabSz="609463" rtl="0" eaLnBrk="1" latinLnBrk="0" hangingPunct="1">
        <a:defRPr sz="2400" kern="1200">
          <a:solidFill>
            <a:schemeClr val="tx1"/>
          </a:solidFill>
          <a:latin typeface="+mn-lt"/>
          <a:ea typeface="+mn-ea"/>
          <a:cs typeface="+mn-cs"/>
        </a:defRPr>
      </a:lvl8pPr>
      <a:lvl9pPr marL="4875703" algn="l" defTabSz="60946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36">
          <p15:clr>
            <a:srgbClr val="A4A3A4"/>
          </p15:clr>
        </p15:guide>
        <p15:guide id="2" pos="240">
          <p15:clr>
            <a:srgbClr val="A4A3A4"/>
          </p15:clr>
        </p15:guide>
        <p15:guide id="3" pos="7440">
          <p15:clr>
            <a:srgbClr val="A4A3A4"/>
          </p15:clr>
        </p15:guide>
        <p15:guide id="4" orient="horz" pos="252">
          <p15:clr>
            <a:srgbClr val="A4A3A4"/>
          </p15:clr>
        </p15:guide>
        <p15:guide id="5" orient="horz" pos="648">
          <p15:clr>
            <a:srgbClr val="A4A3A4"/>
          </p15:clr>
        </p15:guide>
        <p15:guide id="6" orient="horz" pos="864">
          <p15:clr>
            <a:srgbClr val="A4A3A4"/>
          </p15:clr>
        </p15:guide>
        <p15:guide id="7" orient="horz" pos="2160">
          <p15:clr>
            <a:srgbClr val="A4A3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8D3731B-6530-0568-D5AC-07E4D34371ED}"/>
              </a:ext>
            </a:extLst>
          </p:cNvPr>
          <p:cNvSpPr/>
          <p:nvPr userDrawn="1"/>
        </p:nvSpPr>
        <p:spPr>
          <a:xfrm>
            <a:off x="11625943" y="6527646"/>
            <a:ext cx="566057" cy="229414"/>
          </a:xfrm>
          <a:prstGeom prst="rect">
            <a:avLst/>
          </a:prstGeom>
          <a:gradFill>
            <a:gsLst>
              <a:gs pos="21000">
                <a:schemeClr val="accent3"/>
              </a:gs>
              <a:gs pos="72000">
                <a:schemeClr val="accent1"/>
              </a:gs>
            </a:gsLst>
            <a:lin ang="2700000" scaled="0"/>
          </a:gradFill>
          <a:effectLst/>
        </p:spPr>
        <p:txBody>
          <a:bodyPr wrap="square" anchor="ctr">
            <a:noAutofit/>
          </a:bodyPr>
          <a:lstStyle/>
          <a:p>
            <a:pPr marL="383031" lvl="0" indent="-383031" algn="ctr" fontAlgn="base">
              <a:lnSpc>
                <a:spcPct val="100000"/>
              </a:lnSpc>
              <a:spcBef>
                <a:spcPts val="0"/>
              </a:spcBef>
              <a:spcAft>
                <a:spcPts val="800"/>
              </a:spcAft>
              <a:buClr>
                <a:srgbClr val="BB2332"/>
              </a:buClr>
              <a:buFontTx/>
              <a:buNone/>
            </a:pPr>
            <a:endParaRPr lang="en-US" sz="2000" b="0" i="0">
              <a:solidFill>
                <a:schemeClr val="bg2"/>
              </a:solidFill>
              <a:latin typeface="Barlow Light" pitchFamily="2" charset="77"/>
            </a:endParaRPr>
          </a:p>
        </p:txBody>
      </p:sp>
      <p:sp>
        <p:nvSpPr>
          <p:cNvPr id="7" name="Rectangle 6">
            <a:extLst>
              <a:ext uri="{FF2B5EF4-FFF2-40B4-BE49-F238E27FC236}">
                <a16:creationId xmlns:a16="http://schemas.microsoft.com/office/drawing/2014/main" id="{E25F198B-B08E-1940-BDE9-9022A92D31F6}"/>
              </a:ext>
            </a:extLst>
          </p:cNvPr>
          <p:cNvSpPr>
            <a:spLocks noChangeArrowheads="1"/>
          </p:cNvSpPr>
          <p:nvPr userDrawn="1"/>
        </p:nvSpPr>
        <p:spPr bwMode="auto">
          <a:xfrm>
            <a:off x="8888506" y="6527645"/>
            <a:ext cx="2766284" cy="215444"/>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eaLnBrk="0" hangingPunct="0">
              <a:lnSpc>
                <a:spcPct val="100000"/>
              </a:lnSpc>
              <a:defRPr/>
            </a:pPr>
            <a:r>
              <a:rPr lang="en-US" sz="800" b="0" i="0" kern="0" spc="27">
                <a:solidFill>
                  <a:schemeClr val="bg2"/>
                </a:solidFill>
                <a:latin typeface="Barlow Light" pitchFamily="2" charset="77"/>
                <a:ea typeface="Arial Unicode MS" charset="0"/>
                <a:cs typeface="Arial" panose="020B0604020202020204" pitchFamily="34" charset="0"/>
              </a:rPr>
              <a:t>PUBLIC • Copyright ©2025 Rockwell Automation, Inc. </a:t>
            </a:r>
          </a:p>
        </p:txBody>
      </p:sp>
      <p:sp>
        <p:nvSpPr>
          <p:cNvPr id="8" name="Rectangle 7">
            <a:extLst>
              <a:ext uri="{FF2B5EF4-FFF2-40B4-BE49-F238E27FC236}">
                <a16:creationId xmlns:a16="http://schemas.microsoft.com/office/drawing/2014/main" id="{8557D7B0-E060-F449-8E66-9B25014C7E75}"/>
              </a:ext>
            </a:extLst>
          </p:cNvPr>
          <p:cNvSpPr>
            <a:spLocks noChangeArrowheads="1"/>
          </p:cNvSpPr>
          <p:nvPr userDrawn="1"/>
        </p:nvSpPr>
        <p:spPr bwMode="auto">
          <a:xfrm>
            <a:off x="11654790" y="6512257"/>
            <a:ext cx="640013" cy="230832"/>
          </a:xfrm>
          <a:prstGeom prst="rect">
            <a:avLst/>
          </a:prstGeom>
          <a:noFill/>
          <a:ln w="12700" cap="sq">
            <a:noFill/>
            <a:miter lim="800000"/>
            <a:headEnd/>
            <a:tailEnd/>
          </a:ln>
          <a:effectLst/>
        </p:spPr>
        <p:txBody>
          <a:bodyPr wrap="square" anchor="b">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eaLnBrk="0" hangingPunct="0">
              <a:lnSpc>
                <a:spcPct val="100000"/>
              </a:lnSpc>
              <a:defRPr/>
            </a:pPr>
            <a:fld id="{C41E6217-FD4A-4698-ADE0-B72F602A1308}" type="slidenum">
              <a:rPr lang="en-US" sz="900" b="0" i="0" kern="0" spc="27" smtClean="0">
                <a:solidFill>
                  <a:schemeClr val="bg1"/>
                </a:solidFill>
                <a:latin typeface="Barlow Light" pitchFamily="2" charset="77"/>
                <a:ea typeface="Arial Unicode MS" charset="0"/>
                <a:cs typeface="Arial" panose="020B0604020202020204" pitchFamily="34" charset="0"/>
              </a:rPr>
              <a:pPr algn="l" eaLnBrk="0" hangingPunct="0">
                <a:lnSpc>
                  <a:spcPct val="100000"/>
                </a:lnSpc>
                <a:defRPr/>
              </a:pPr>
              <a:t>‹Nº›</a:t>
            </a:fld>
            <a:endParaRPr lang="en-US" sz="900" b="0" i="0" kern="0" spc="27">
              <a:solidFill>
                <a:schemeClr val="bg1"/>
              </a:solidFill>
              <a:latin typeface="Barlow Light" pitchFamily="2" charset="77"/>
              <a:ea typeface="Arial Unicode MS" charset="0"/>
              <a:cs typeface="Arial" panose="020B0604020202020204" pitchFamily="34" charset="0"/>
            </a:endParaRPr>
          </a:p>
        </p:txBody>
      </p:sp>
    </p:spTree>
    <p:extLst>
      <p:ext uri="{BB962C8B-B14F-4D97-AF65-F5344CB8AC3E}">
        <p14:creationId xmlns:p14="http://schemas.microsoft.com/office/powerpoint/2010/main" val="2237133498"/>
      </p:ext>
    </p:extLst>
  </p:cSld>
  <p:clrMap bg1="lt1" tx1="dk1" bg2="lt2" tx2="dk2" accent1="accent1" accent2="accent2" accent3="accent3" accent4="accent4" accent5="accent5" accent6="accent6" hlink="hlink" folHlink="folHlink"/>
  <p:sldLayoutIdLst>
    <p:sldLayoutId id="2147483881" r:id="rId1"/>
    <p:sldLayoutId id="2147483882" r:id="rId2"/>
    <p:sldLayoutId id="2147483883" r:id="rId3"/>
    <p:sldLayoutId id="2147483884" r:id="rId4"/>
    <p:sldLayoutId id="2147483885" r:id="rId5"/>
    <p:sldLayoutId id="2147483886" r:id="rId6"/>
    <p:sldLayoutId id="2147483887" r:id="rId7"/>
    <p:sldLayoutId id="2147483888" r:id="rId8"/>
    <p:sldLayoutId id="2147483889" r:id="rId9"/>
    <p:sldLayoutId id="2147483890" r:id="rId10"/>
    <p:sldLayoutId id="2147483891" r:id="rId11"/>
    <p:sldLayoutId id="2147483892" r:id="rId12"/>
    <p:sldLayoutId id="2147483893" r:id="rId13"/>
    <p:sldLayoutId id="2147483894" r:id="rId14"/>
    <p:sldLayoutId id="2147483895" r:id="rId15"/>
    <p:sldLayoutId id="2147483896" r:id="rId16"/>
    <p:sldLayoutId id="2147483897" r:id="rId17"/>
    <p:sldLayoutId id="2147483898" r:id="rId18"/>
    <p:sldLayoutId id="2147483899" r:id="rId19"/>
    <p:sldLayoutId id="2147483900" r:id="rId20"/>
    <p:sldLayoutId id="2147483901" r:id="rId21"/>
    <p:sldLayoutId id="2147483902" r:id="rId22"/>
    <p:sldLayoutId id="2147483903" r:id="rId23"/>
    <p:sldLayoutId id="2147483904" r:id="rId24"/>
    <p:sldLayoutId id="2147483905" r:id="rId25"/>
    <p:sldLayoutId id="2147483906" r:id="rId26"/>
    <p:sldLayoutId id="2147483907" r:id="rId27"/>
    <p:sldLayoutId id="2147483908" r:id="rId28"/>
    <p:sldLayoutId id="2147483909" r:id="rId29"/>
    <p:sldLayoutId id="2147483910" r:id="rId30"/>
    <p:sldLayoutId id="2147483911" r:id="rId31"/>
    <p:sldLayoutId id="2147483912" r:id="rId32"/>
    <p:sldLayoutId id="2147483913" r:id="rId33"/>
    <p:sldLayoutId id="2147483914" r:id="rId34"/>
    <p:sldLayoutId id="2147483915" r:id="rId35"/>
    <p:sldLayoutId id="2147483916" r:id="rId36"/>
    <p:sldLayoutId id="2147483917" r:id="rId37"/>
    <p:sldLayoutId id="2147483918" r:id="rId38"/>
    <p:sldLayoutId id="2147483919" r:id="rId39"/>
    <p:sldLayoutId id="2147483920" r:id="rId40"/>
    <p:sldLayoutId id="2147483921" r:id="rId41"/>
    <p:sldLayoutId id="2147483922" r:id="rId42"/>
    <p:sldLayoutId id="2147483923" r:id="rId43"/>
    <p:sldLayoutId id="2147483924" r:id="rId44"/>
    <p:sldLayoutId id="2147483925" r:id="rId45"/>
    <p:sldLayoutId id="2147483926" r:id="rId46"/>
    <p:sldLayoutId id="2147483927" r:id="rId47"/>
    <p:sldLayoutId id="2147483928" r:id="rId48"/>
    <p:sldLayoutId id="2147483929" r:id="rId49"/>
    <p:sldLayoutId id="2147483930" r:id="rId50"/>
    <p:sldLayoutId id="2147483931" r:id="rId51"/>
    <p:sldLayoutId id="2147483932" r:id="rId52"/>
    <p:sldLayoutId id="2147483933" r:id="rId53"/>
    <p:sldLayoutId id="2147483934" r:id="rId54"/>
    <p:sldLayoutId id="2147483935" r:id="rId55"/>
    <p:sldLayoutId id="2147483936" r:id="rId56"/>
    <p:sldLayoutId id="2147483937" r:id="rId57"/>
    <p:sldLayoutId id="2147483938" r:id="rId58"/>
    <p:sldLayoutId id="2147483939" r:id="rId59"/>
    <p:sldLayoutId id="2147483940" r:id="rId60"/>
    <p:sldLayoutId id="2147483941" r:id="rId61"/>
    <p:sldLayoutId id="2147483942" r:id="rId62"/>
    <p:sldLayoutId id="2147483943" r:id="rId63"/>
    <p:sldLayoutId id="2147483944" r:id="rId64"/>
    <p:sldLayoutId id="2147483945" r:id="rId65"/>
    <p:sldLayoutId id="2147483946" r:id="rId66"/>
    <p:sldLayoutId id="2147483947" r:id="rId67"/>
    <p:sldLayoutId id="2147483948" r:id="rId68"/>
    <p:sldLayoutId id="2147483949" r:id="rId69"/>
    <p:sldLayoutId id="2147483950" r:id="rId70"/>
    <p:sldLayoutId id="2147483951" r:id="rId71"/>
    <p:sldLayoutId id="2147483952" r:id="rId72"/>
    <p:sldLayoutId id="2147483953" r:id="rId73"/>
    <p:sldLayoutId id="2147483954" r:id="rId74"/>
    <p:sldLayoutId id="2147483955" r:id="rId75"/>
    <p:sldLayoutId id="2147483956" r:id="rId76"/>
    <p:sldLayoutId id="2147483957" r:id="rId77"/>
    <p:sldLayoutId id="2147483958" r:id="rId78"/>
    <p:sldLayoutId id="2147483959" r:id="rId79"/>
    <p:sldLayoutId id="2147483960" r:id="rId80"/>
  </p:sldLayoutIdLst>
  <p:transition spd="med"/>
  <p:txStyles>
    <p:titleStyle>
      <a:lvl1pPr marL="0" indent="0" algn="l" rtl="0" eaLnBrk="1" fontAlgn="base" hangingPunct="1">
        <a:lnSpc>
          <a:spcPts val="3999"/>
        </a:lnSpc>
        <a:spcBef>
          <a:spcPct val="0"/>
        </a:spcBef>
        <a:spcAft>
          <a:spcPct val="0"/>
        </a:spcAft>
        <a:buFont typeface="Arial" panose="020B0604020202020204" pitchFamily="34" charset="0"/>
        <a:buNone/>
        <a:defRPr sz="2999" b="1">
          <a:solidFill>
            <a:schemeClr val="tx1"/>
          </a:solidFill>
          <a:latin typeface="Barlow" pitchFamily="2" charset="77"/>
          <a:ea typeface="+mj-ea"/>
          <a:cs typeface="Arial"/>
        </a:defRPr>
      </a:lvl1pPr>
      <a:lvl2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2pPr>
      <a:lvl3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3pPr>
      <a:lvl4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4pPr>
      <a:lvl5pPr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5pPr>
      <a:lvl6pPr marL="609463"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6pPr>
      <a:lvl7pPr marL="1218926"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7pPr>
      <a:lvl8pPr marL="1828388"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8pPr>
      <a:lvl9pPr marL="2437851" algn="l" rtl="0" eaLnBrk="1" fontAlgn="base" hangingPunct="1">
        <a:lnSpc>
          <a:spcPts val="3999"/>
        </a:lnSpc>
        <a:spcBef>
          <a:spcPct val="0"/>
        </a:spcBef>
        <a:spcAft>
          <a:spcPct val="0"/>
        </a:spcAft>
        <a:defRPr sz="3732">
          <a:solidFill>
            <a:srgbClr val="CC0000"/>
          </a:solidFill>
          <a:latin typeface="Arial Narrow" charset="0"/>
          <a:ea typeface="ＭＳ Ｐゴシック" charset="-128"/>
          <a:cs typeface="ＭＳ Ｐゴシック" charset="-128"/>
        </a:defRPr>
      </a:lvl9pPr>
    </p:titleStyle>
    <p:bodyStyle>
      <a:lvl1pPr marL="230188" indent="-230188" algn="l" rtl="0" eaLnBrk="1" fontAlgn="base" hangingPunct="1">
        <a:lnSpc>
          <a:spcPct val="100000"/>
        </a:lnSpc>
        <a:spcBef>
          <a:spcPts val="0"/>
        </a:spcBef>
        <a:spcAft>
          <a:spcPts val="800"/>
        </a:spcAft>
        <a:buClrTx/>
        <a:buFont typeface="Arial" panose="020B0604020202020204" pitchFamily="34" charset="0"/>
        <a:buChar char="•"/>
        <a:tabLst/>
        <a:defRPr sz="2000">
          <a:solidFill>
            <a:schemeClr val="bg2"/>
          </a:solidFill>
          <a:latin typeface="+mj-lt"/>
          <a:ea typeface="+mn-ea"/>
          <a:cs typeface="+mn-cs"/>
        </a:defRPr>
      </a:lvl1pPr>
      <a:lvl2pPr marL="633413"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600">
          <a:solidFill>
            <a:schemeClr val="bg2"/>
          </a:solidFill>
          <a:latin typeface="+mj-lt"/>
          <a:ea typeface="+mn-ea"/>
        </a:defRPr>
      </a:lvl2pPr>
      <a:lvl3pPr marL="1038225" indent="-173038" algn="l" rtl="0" eaLnBrk="1" fontAlgn="base" hangingPunct="1">
        <a:lnSpc>
          <a:spcPct val="100000"/>
        </a:lnSpc>
        <a:spcBef>
          <a:spcPts val="0"/>
        </a:spcBef>
        <a:spcAft>
          <a:spcPts val="800"/>
        </a:spcAft>
        <a:buClrTx/>
        <a:buSzPct val="80000"/>
        <a:buFont typeface="Arial" panose="020B0604020202020204" pitchFamily="34" charset="0"/>
        <a:buChar char="•"/>
        <a:tabLst/>
        <a:defRPr sz="1400">
          <a:solidFill>
            <a:schemeClr val="bg2"/>
          </a:solidFill>
          <a:latin typeface="+mj-lt"/>
          <a:ea typeface="+mn-ea"/>
        </a:defRPr>
      </a:lvl3pPr>
      <a:lvl4pPr marL="2133120"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4pPr>
      <a:lvl5pPr marL="2742582" indent="-304731" algn="l" rtl="0" eaLnBrk="1" fontAlgn="base" hangingPunct="1">
        <a:lnSpc>
          <a:spcPct val="100000"/>
        </a:lnSpc>
        <a:spcBef>
          <a:spcPts val="0"/>
        </a:spcBef>
        <a:spcAft>
          <a:spcPts val="800"/>
        </a:spcAft>
        <a:buClrTx/>
        <a:buFont typeface="Arial" panose="020B0604020202020204" pitchFamily="34" charset="0"/>
        <a:buChar char="•"/>
        <a:defRPr sz="1200" cap="none">
          <a:solidFill>
            <a:schemeClr val="bg2"/>
          </a:solidFill>
          <a:latin typeface="+mj-lt"/>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p:bodyStyle>
    <p:otherStyle>
      <a:defPPr>
        <a:defRPr lang="en-US"/>
      </a:defPPr>
      <a:lvl1pPr marL="0" algn="l" defTabSz="609463" rtl="0" eaLnBrk="1" latinLnBrk="0" hangingPunct="1">
        <a:defRPr sz="2400" kern="1200">
          <a:solidFill>
            <a:schemeClr val="tx1"/>
          </a:solidFill>
          <a:latin typeface="+mn-lt"/>
          <a:ea typeface="+mn-ea"/>
          <a:cs typeface="+mn-cs"/>
        </a:defRPr>
      </a:lvl1pPr>
      <a:lvl2pPr marL="609463" algn="l" defTabSz="609463" rtl="0" eaLnBrk="1" latinLnBrk="0" hangingPunct="1">
        <a:defRPr sz="2400" kern="1200">
          <a:solidFill>
            <a:schemeClr val="tx1"/>
          </a:solidFill>
          <a:latin typeface="+mn-lt"/>
          <a:ea typeface="+mn-ea"/>
          <a:cs typeface="+mn-cs"/>
        </a:defRPr>
      </a:lvl2pPr>
      <a:lvl3pPr marL="1218926" algn="l" defTabSz="609463" rtl="0" eaLnBrk="1" latinLnBrk="0" hangingPunct="1">
        <a:defRPr sz="2400" kern="1200">
          <a:solidFill>
            <a:schemeClr val="tx1"/>
          </a:solidFill>
          <a:latin typeface="+mn-lt"/>
          <a:ea typeface="+mn-ea"/>
          <a:cs typeface="+mn-cs"/>
        </a:defRPr>
      </a:lvl3pPr>
      <a:lvl4pPr marL="1828388" algn="l" defTabSz="609463" rtl="0" eaLnBrk="1" latinLnBrk="0" hangingPunct="1">
        <a:defRPr sz="2400" kern="1200">
          <a:solidFill>
            <a:schemeClr val="tx1"/>
          </a:solidFill>
          <a:latin typeface="+mn-lt"/>
          <a:ea typeface="+mn-ea"/>
          <a:cs typeface="+mn-cs"/>
        </a:defRPr>
      </a:lvl4pPr>
      <a:lvl5pPr marL="2437851" algn="l" defTabSz="609463" rtl="0" eaLnBrk="1" latinLnBrk="0" hangingPunct="1">
        <a:defRPr sz="2400" kern="1200">
          <a:solidFill>
            <a:schemeClr val="tx1"/>
          </a:solidFill>
          <a:latin typeface="+mn-lt"/>
          <a:ea typeface="+mn-ea"/>
          <a:cs typeface="+mn-cs"/>
        </a:defRPr>
      </a:lvl5pPr>
      <a:lvl6pPr marL="3047314" algn="l" defTabSz="609463" rtl="0" eaLnBrk="1" latinLnBrk="0" hangingPunct="1">
        <a:defRPr sz="2400" kern="1200">
          <a:solidFill>
            <a:schemeClr val="tx1"/>
          </a:solidFill>
          <a:latin typeface="+mn-lt"/>
          <a:ea typeface="+mn-ea"/>
          <a:cs typeface="+mn-cs"/>
        </a:defRPr>
      </a:lvl6pPr>
      <a:lvl7pPr marL="3656777" algn="l" defTabSz="609463" rtl="0" eaLnBrk="1" latinLnBrk="0" hangingPunct="1">
        <a:defRPr sz="2400" kern="1200">
          <a:solidFill>
            <a:schemeClr val="tx1"/>
          </a:solidFill>
          <a:latin typeface="+mn-lt"/>
          <a:ea typeface="+mn-ea"/>
          <a:cs typeface="+mn-cs"/>
        </a:defRPr>
      </a:lvl7pPr>
      <a:lvl8pPr marL="4266240" algn="l" defTabSz="609463" rtl="0" eaLnBrk="1" latinLnBrk="0" hangingPunct="1">
        <a:defRPr sz="2400" kern="1200">
          <a:solidFill>
            <a:schemeClr val="tx1"/>
          </a:solidFill>
          <a:latin typeface="+mn-lt"/>
          <a:ea typeface="+mn-ea"/>
          <a:cs typeface="+mn-cs"/>
        </a:defRPr>
      </a:lvl8pPr>
      <a:lvl9pPr marL="4875703" algn="l" defTabSz="60946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36">
          <p15:clr>
            <a:srgbClr val="A4A3A4"/>
          </p15:clr>
        </p15:guide>
        <p15:guide id="2" pos="240">
          <p15:clr>
            <a:srgbClr val="A4A3A4"/>
          </p15:clr>
        </p15:guide>
        <p15:guide id="3" pos="7440">
          <p15:clr>
            <a:srgbClr val="A4A3A4"/>
          </p15:clr>
        </p15:guide>
        <p15:guide id="4" orient="horz" pos="252">
          <p15:clr>
            <a:srgbClr val="A4A3A4"/>
          </p15:clr>
        </p15:guide>
        <p15:guide id="5" orient="horz" pos="648">
          <p15:clr>
            <a:srgbClr val="A4A3A4"/>
          </p15:clr>
        </p15:guide>
        <p15:guide id="6" orient="horz" pos="864">
          <p15:clr>
            <a:srgbClr val="A4A3A4"/>
          </p15:clr>
        </p15:guide>
        <p15:guide id="7" orient="horz" pos="2160">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39.svg"/><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eg"/></Relationships>
</file>

<file path=ppt/slides/_rels/slide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jpeg"/><Relationship Id="rId3" Type="http://schemas.openxmlformats.org/officeDocument/2006/relationships/image" Target="../media/image40.png"/><Relationship Id="rId7" Type="http://schemas.openxmlformats.org/officeDocument/2006/relationships/image" Target="../media/image44.svg"/><Relationship Id="rId12" Type="http://schemas.openxmlformats.org/officeDocument/2006/relationships/image" Target="../media/image49.jpe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jpeg"/><Relationship Id="rId4" Type="http://schemas.openxmlformats.org/officeDocument/2006/relationships/image" Target="../media/image41.svg"/><Relationship Id="rId9" Type="http://schemas.openxmlformats.org/officeDocument/2006/relationships/image" Target="../media/image46.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3.xml"/><Relationship Id="rId1" Type="http://schemas.openxmlformats.org/officeDocument/2006/relationships/tags" Target="../tags/tag2.xml"/><Relationship Id="rId4" Type="http://schemas.openxmlformats.org/officeDocument/2006/relationships/image" Target="../media/image51.jpeg"/></Relationships>
</file>

<file path=ppt/slides/_rels/slide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3.svg"/><Relationship Id="rId3" Type="http://schemas.openxmlformats.org/officeDocument/2006/relationships/image" Target="../media/image54.svg"/><Relationship Id="rId7" Type="http://schemas.openxmlformats.org/officeDocument/2006/relationships/image" Target="../media/image58.png"/><Relationship Id="rId12" Type="http://schemas.openxmlformats.org/officeDocument/2006/relationships/image" Target="../media/image62.png"/><Relationship Id="rId2" Type="http://schemas.openxmlformats.org/officeDocument/2006/relationships/image" Target="../media/image53.png"/><Relationship Id="rId1" Type="http://schemas.openxmlformats.org/officeDocument/2006/relationships/slideLayout" Target="../slideLayouts/slideLayout115.xml"/><Relationship Id="rId6" Type="http://schemas.openxmlformats.org/officeDocument/2006/relationships/image" Target="../media/image57.png"/><Relationship Id="rId11" Type="http://schemas.microsoft.com/office/2007/relationships/hdphoto" Target="../media/hdphoto1.wdp"/><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2.xml"/></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xml"/><Relationship Id="rId1" Type="http://schemas.openxmlformats.org/officeDocument/2006/relationships/slideLayout" Target="../slideLayouts/slideLayout76.xml"/></Relationships>
</file>

<file path=ppt/slides/_rels/slide10.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7.xml"/><Relationship Id="rId1" Type="http://schemas.openxmlformats.org/officeDocument/2006/relationships/slideLayout" Target="../slideLayouts/slideLayout145.xml"/><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804A4B7-4EB3-E7F8-CD38-1D5DAEB122EA}"/>
              </a:ext>
            </a:extLst>
          </p:cNvPr>
          <p:cNvSpPr>
            <a:spLocks noGrp="1"/>
          </p:cNvSpPr>
          <p:nvPr>
            <p:ph type="title" idx="4294967295"/>
          </p:nvPr>
        </p:nvSpPr>
        <p:spPr>
          <a:xfrm>
            <a:off x="561975" y="253923"/>
            <a:ext cx="6496493" cy="1487487"/>
          </a:xfrm>
          <a:prstGeom prst="rect">
            <a:avLst/>
          </a:prstGeom>
        </p:spPr>
        <p:txBody>
          <a:bodyPr/>
          <a:lstStyle/>
          <a:p>
            <a:r>
              <a:rPr lang="en-US"/>
              <a:t>Continued Improvement on the Contactor Line</a:t>
            </a:r>
          </a:p>
        </p:txBody>
      </p:sp>
      <p:graphicFrame>
        <p:nvGraphicFramePr>
          <p:cNvPr id="7" name="Diagram 6">
            <a:extLst>
              <a:ext uri="{FF2B5EF4-FFF2-40B4-BE49-F238E27FC236}">
                <a16:creationId xmlns:a16="http://schemas.microsoft.com/office/drawing/2014/main" id="{E5C73F6D-2C81-31D4-15A6-17EF334CCB48}"/>
              </a:ext>
            </a:extLst>
          </p:cNvPr>
          <p:cNvGraphicFramePr/>
          <p:nvPr>
            <p:extLst>
              <p:ext uri="{D42A27DB-BD31-4B8C-83A1-F6EECF244321}">
                <p14:modId xmlns:p14="http://schemas.microsoft.com/office/powerpoint/2010/main" val="1707657642"/>
              </p:ext>
            </p:extLst>
          </p:nvPr>
        </p:nvGraphicFramePr>
        <p:xfrm>
          <a:off x="398129" y="873717"/>
          <a:ext cx="11591851"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8FAA989B-4FD3-790F-43E9-A587E496A68F}"/>
              </a:ext>
            </a:extLst>
          </p:cNvPr>
          <p:cNvSpPr txBox="1"/>
          <p:nvPr/>
        </p:nvSpPr>
        <p:spPr>
          <a:xfrm>
            <a:off x="428847" y="3783298"/>
            <a:ext cx="978195" cy="411125"/>
          </a:xfrm>
          <a:prstGeom prst="rect">
            <a:avLst/>
          </a:prstGeom>
        </p:spPr>
        <p:txBody>
          <a:bodyPr wrap="square" rtlCol="0" anchor="t">
            <a:spAutoFit/>
          </a:bodyPr>
          <a:lstStyle/>
          <a:p>
            <a:pPr algn="l" defTabSz="914400">
              <a:buClr>
                <a:schemeClr val="bg2"/>
              </a:buClr>
              <a:tabLst/>
            </a:pPr>
            <a:r>
              <a:rPr lang="en-US" sz="2000" kern="0"/>
              <a:t>2018</a:t>
            </a:r>
          </a:p>
        </p:txBody>
      </p:sp>
      <p:sp>
        <p:nvSpPr>
          <p:cNvPr id="10" name="TextBox 9">
            <a:extLst>
              <a:ext uri="{FF2B5EF4-FFF2-40B4-BE49-F238E27FC236}">
                <a16:creationId xmlns:a16="http://schemas.microsoft.com/office/drawing/2014/main" id="{24CF0D29-8BA9-13A5-9A8E-32E3893F357C}"/>
              </a:ext>
            </a:extLst>
          </p:cNvPr>
          <p:cNvSpPr txBox="1"/>
          <p:nvPr/>
        </p:nvSpPr>
        <p:spPr>
          <a:xfrm>
            <a:off x="2062716" y="3368628"/>
            <a:ext cx="978195" cy="411125"/>
          </a:xfrm>
          <a:prstGeom prst="rect">
            <a:avLst/>
          </a:prstGeom>
        </p:spPr>
        <p:txBody>
          <a:bodyPr wrap="square" rtlCol="0" anchor="t">
            <a:spAutoFit/>
          </a:bodyPr>
          <a:lstStyle/>
          <a:p>
            <a:pPr algn="l" defTabSz="914400">
              <a:buClr>
                <a:schemeClr val="bg2"/>
              </a:buClr>
              <a:tabLst/>
            </a:pPr>
            <a:r>
              <a:rPr lang="en-US" sz="2000" kern="0"/>
              <a:t>2019</a:t>
            </a:r>
          </a:p>
        </p:txBody>
      </p:sp>
      <p:sp>
        <p:nvSpPr>
          <p:cNvPr id="11" name="TextBox 10">
            <a:extLst>
              <a:ext uri="{FF2B5EF4-FFF2-40B4-BE49-F238E27FC236}">
                <a16:creationId xmlns:a16="http://schemas.microsoft.com/office/drawing/2014/main" id="{ECFCB56B-1743-B71A-0064-CEE698D0AFA3}"/>
              </a:ext>
            </a:extLst>
          </p:cNvPr>
          <p:cNvSpPr txBox="1"/>
          <p:nvPr/>
        </p:nvSpPr>
        <p:spPr>
          <a:xfrm>
            <a:off x="3512288" y="3031931"/>
            <a:ext cx="978195" cy="411125"/>
          </a:xfrm>
          <a:prstGeom prst="rect">
            <a:avLst/>
          </a:prstGeom>
        </p:spPr>
        <p:txBody>
          <a:bodyPr wrap="square" rtlCol="0" anchor="t">
            <a:spAutoFit/>
          </a:bodyPr>
          <a:lstStyle/>
          <a:p>
            <a:pPr algn="l" defTabSz="914400">
              <a:buClr>
                <a:schemeClr val="bg2"/>
              </a:buClr>
              <a:tabLst/>
            </a:pPr>
            <a:r>
              <a:rPr lang="en-US" sz="2000" kern="0"/>
              <a:t>2020</a:t>
            </a:r>
          </a:p>
        </p:txBody>
      </p:sp>
      <p:sp>
        <p:nvSpPr>
          <p:cNvPr id="12" name="TextBox 11">
            <a:extLst>
              <a:ext uri="{FF2B5EF4-FFF2-40B4-BE49-F238E27FC236}">
                <a16:creationId xmlns:a16="http://schemas.microsoft.com/office/drawing/2014/main" id="{370D6FC2-B590-D137-E3E5-3FA1B8F4B07E}"/>
              </a:ext>
            </a:extLst>
          </p:cNvPr>
          <p:cNvSpPr txBox="1"/>
          <p:nvPr/>
        </p:nvSpPr>
        <p:spPr>
          <a:xfrm>
            <a:off x="5025656" y="2610173"/>
            <a:ext cx="978195" cy="411125"/>
          </a:xfrm>
          <a:prstGeom prst="rect">
            <a:avLst/>
          </a:prstGeom>
        </p:spPr>
        <p:txBody>
          <a:bodyPr wrap="square" rtlCol="0" anchor="t">
            <a:spAutoFit/>
          </a:bodyPr>
          <a:lstStyle/>
          <a:p>
            <a:pPr algn="l" defTabSz="914400">
              <a:buClr>
                <a:schemeClr val="bg2"/>
              </a:buClr>
              <a:tabLst/>
            </a:pPr>
            <a:r>
              <a:rPr lang="en-US" sz="2000" kern="0"/>
              <a:t>2021</a:t>
            </a:r>
          </a:p>
        </p:txBody>
      </p:sp>
      <p:sp>
        <p:nvSpPr>
          <p:cNvPr id="13" name="TextBox 12">
            <a:extLst>
              <a:ext uri="{FF2B5EF4-FFF2-40B4-BE49-F238E27FC236}">
                <a16:creationId xmlns:a16="http://schemas.microsoft.com/office/drawing/2014/main" id="{2E938311-8F82-3B43-6FE2-8C5FC89C6AD4}"/>
              </a:ext>
            </a:extLst>
          </p:cNvPr>
          <p:cNvSpPr txBox="1"/>
          <p:nvPr/>
        </p:nvSpPr>
        <p:spPr>
          <a:xfrm>
            <a:off x="6496493" y="2245122"/>
            <a:ext cx="978195" cy="411125"/>
          </a:xfrm>
          <a:prstGeom prst="rect">
            <a:avLst/>
          </a:prstGeom>
        </p:spPr>
        <p:txBody>
          <a:bodyPr wrap="square" rtlCol="0" anchor="t">
            <a:spAutoFit/>
          </a:bodyPr>
          <a:lstStyle/>
          <a:p>
            <a:pPr algn="l" defTabSz="914400">
              <a:buClr>
                <a:schemeClr val="bg2"/>
              </a:buClr>
              <a:tabLst/>
            </a:pPr>
            <a:r>
              <a:rPr lang="en-US" sz="2000" kern="0"/>
              <a:t>2022</a:t>
            </a:r>
          </a:p>
        </p:txBody>
      </p:sp>
      <p:sp>
        <p:nvSpPr>
          <p:cNvPr id="14" name="TextBox 13">
            <a:extLst>
              <a:ext uri="{FF2B5EF4-FFF2-40B4-BE49-F238E27FC236}">
                <a16:creationId xmlns:a16="http://schemas.microsoft.com/office/drawing/2014/main" id="{7B5E7B1B-7801-757D-D44A-D578EF50248D}"/>
              </a:ext>
            </a:extLst>
          </p:cNvPr>
          <p:cNvSpPr txBox="1"/>
          <p:nvPr/>
        </p:nvSpPr>
        <p:spPr>
          <a:xfrm>
            <a:off x="7779488" y="1929690"/>
            <a:ext cx="1215655" cy="400110"/>
          </a:xfrm>
          <a:prstGeom prst="rect">
            <a:avLst/>
          </a:prstGeom>
        </p:spPr>
        <p:txBody>
          <a:bodyPr wrap="square" rtlCol="0" anchor="t">
            <a:spAutoFit/>
          </a:bodyPr>
          <a:lstStyle/>
          <a:p>
            <a:pPr algn="l" defTabSz="914400">
              <a:buClr>
                <a:schemeClr val="bg2"/>
              </a:buClr>
              <a:tabLst/>
            </a:pPr>
            <a:r>
              <a:rPr lang="en-US" sz="2000" kern="0"/>
              <a:t>2023-24</a:t>
            </a:r>
          </a:p>
        </p:txBody>
      </p:sp>
      <p:sp>
        <p:nvSpPr>
          <p:cNvPr id="15" name="TextBox 14">
            <a:extLst>
              <a:ext uri="{FF2B5EF4-FFF2-40B4-BE49-F238E27FC236}">
                <a16:creationId xmlns:a16="http://schemas.microsoft.com/office/drawing/2014/main" id="{192A8655-953B-6160-DEE6-E65DF2DC2042}"/>
              </a:ext>
            </a:extLst>
          </p:cNvPr>
          <p:cNvSpPr txBox="1"/>
          <p:nvPr/>
        </p:nvSpPr>
        <p:spPr>
          <a:xfrm>
            <a:off x="9243238" y="1507932"/>
            <a:ext cx="1215655" cy="400110"/>
          </a:xfrm>
          <a:prstGeom prst="rect">
            <a:avLst/>
          </a:prstGeom>
        </p:spPr>
        <p:txBody>
          <a:bodyPr wrap="square" rtlCol="0" anchor="t">
            <a:spAutoFit/>
          </a:bodyPr>
          <a:lstStyle/>
          <a:p>
            <a:pPr algn="l" defTabSz="914400">
              <a:buClr>
                <a:schemeClr val="bg2"/>
              </a:buClr>
              <a:tabLst/>
            </a:pPr>
            <a:r>
              <a:rPr lang="en-US" sz="2000" kern="0"/>
              <a:t>2025</a:t>
            </a:r>
          </a:p>
        </p:txBody>
      </p:sp>
      <p:sp>
        <p:nvSpPr>
          <p:cNvPr id="16" name="TextBox 15">
            <a:extLst>
              <a:ext uri="{FF2B5EF4-FFF2-40B4-BE49-F238E27FC236}">
                <a16:creationId xmlns:a16="http://schemas.microsoft.com/office/drawing/2014/main" id="{1AB4F3C3-063A-0EED-9205-002A30B5164D}"/>
              </a:ext>
            </a:extLst>
          </p:cNvPr>
          <p:cNvSpPr txBox="1"/>
          <p:nvPr/>
        </p:nvSpPr>
        <p:spPr>
          <a:xfrm>
            <a:off x="10714074" y="1178322"/>
            <a:ext cx="1215655" cy="338554"/>
          </a:xfrm>
          <a:prstGeom prst="rect">
            <a:avLst/>
          </a:prstGeom>
        </p:spPr>
        <p:txBody>
          <a:bodyPr wrap="square" rtlCol="0" anchor="t">
            <a:spAutoFit/>
          </a:bodyPr>
          <a:lstStyle/>
          <a:p>
            <a:pPr algn="l" defTabSz="914400">
              <a:buClr>
                <a:schemeClr val="bg2"/>
              </a:buClr>
              <a:tabLst/>
            </a:pPr>
            <a:r>
              <a:rPr lang="en-US" sz="1600" kern="0"/>
              <a:t>What’s next</a:t>
            </a:r>
          </a:p>
        </p:txBody>
      </p:sp>
    </p:spTree>
    <p:extLst>
      <p:ext uri="{BB962C8B-B14F-4D97-AF65-F5344CB8AC3E}">
        <p14:creationId xmlns:p14="http://schemas.microsoft.com/office/powerpoint/2010/main" val="3705610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FA50-BB06-81BA-E00E-7868225945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B704BD-F5BA-4771-7B40-DC87BF7B2106}"/>
              </a:ext>
            </a:extLst>
          </p:cNvPr>
          <p:cNvSpPr txBox="1"/>
          <p:nvPr/>
        </p:nvSpPr>
        <p:spPr>
          <a:xfrm>
            <a:off x="501406" y="7802137"/>
            <a:ext cx="184731" cy="400110"/>
          </a:xfrm>
          <a:prstGeom prst="rect">
            <a:avLst/>
          </a:prstGeom>
        </p:spPr>
        <p:txBody>
          <a:bodyPr wrap="none" rtlCol="0" anchor="t">
            <a:spAutoFit/>
          </a:bodyPr>
          <a:lstStyle/>
          <a:p>
            <a:pPr marL="0" marR="0" lvl="0" indent="0" algn="l" defTabSz="914400" rtl="0" eaLnBrk="1" fontAlgn="auto" latinLnBrk="0" hangingPunct="1">
              <a:lnSpc>
                <a:spcPct val="100000"/>
              </a:lnSpc>
              <a:spcBef>
                <a:spcPts val="0"/>
              </a:spcBef>
              <a:spcAft>
                <a:spcPts val="0"/>
              </a:spcAft>
              <a:buClr>
                <a:srgbClr val="4C4C4C"/>
              </a:buClr>
              <a:buSzTx/>
              <a:buFontTx/>
              <a:buNone/>
              <a:tabLst/>
              <a:defRPr/>
            </a:pPr>
            <a:endParaRPr kumimoji="0" lang="en-US" sz="2000" b="0" i="0" u="none" strike="noStrike" kern="0" cap="none" spc="0" normalizeH="0" baseline="0" noProof="0">
              <a:ln>
                <a:noFill/>
              </a:ln>
              <a:solidFill>
                <a:srgbClr val="4C4C4C"/>
              </a:solidFill>
              <a:effectLst/>
              <a:highlight>
                <a:srgbClr val="FFFF00"/>
              </a:highlight>
              <a:uLnTx/>
              <a:uFillTx/>
              <a:latin typeface="Barlow"/>
              <a:ea typeface="+mn-ea"/>
              <a:cs typeface="+mn-cs"/>
            </a:endParaRPr>
          </a:p>
        </p:txBody>
      </p:sp>
      <p:pic>
        <p:nvPicPr>
          <p:cNvPr id="9" name="Picture Placeholder 8">
            <a:extLst>
              <a:ext uri="{FF2B5EF4-FFF2-40B4-BE49-F238E27FC236}">
                <a16:creationId xmlns:a16="http://schemas.microsoft.com/office/drawing/2014/main" id="{A899FD8B-677D-DB09-E913-C3027BA013EA}"/>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rcRect t="3067" b="3067"/>
          <a:stretch/>
        </p:blipFill>
        <p:spPr>
          <a:xfrm>
            <a:off x="0" y="0"/>
            <a:ext cx="12192000" cy="6858000"/>
          </a:xfrm>
        </p:spPr>
      </p:pic>
      <p:sp>
        <p:nvSpPr>
          <p:cNvPr id="11" name="Rectangle 10">
            <a:extLst>
              <a:ext uri="{FF2B5EF4-FFF2-40B4-BE49-F238E27FC236}">
                <a16:creationId xmlns:a16="http://schemas.microsoft.com/office/drawing/2014/main" id="{A511A753-9C3C-27C1-D709-8AC3D357A038}"/>
              </a:ext>
            </a:extLst>
          </p:cNvPr>
          <p:cNvSpPr/>
          <p:nvPr/>
        </p:nvSpPr>
        <p:spPr>
          <a:xfrm flipH="1">
            <a:off x="0" y="3429000"/>
            <a:ext cx="9865895" cy="3475690"/>
          </a:xfrm>
          <a:prstGeom prst="rect">
            <a:avLst/>
          </a:prstGeom>
          <a:gradFill flip="none" rotWithShape="1">
            <a:gsLst>
              <a:gs pos="0">
                <a:schemeClr val="accent2">
                  <a:lumMod val="60000"/>
                  <a:lumOff val="40000"/>
                </a:schemeClr>
              </a:gs>
              <a:gs pos="29000">
                <a:schemeClr val="accent2">
                  <a:alpha val="0"/>
                </a:schemeClr>
              </a:gs>
            </a:gsLst>
            <a:lin ang="14400000" scaled="0"/>
            <a:tileRect/>
          </a:gradFill>
          <a:ln w="31750" cap="flat">
            <a:noFill/>
            <a:prstDash val="solid"/>
            <a:miter/>
          </a:ln>
          <a:effectLst/>
        </p:spPr>
        <p:txBody>
          <a:bodyPr rtlCol="0" anchor="ctr"/>
          <a:lstStyle/>
          <a:p>
            <a:pPr marL="0" marR="0" lvl="0" indent="0" algn="l" defTabSz="609494"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Barlow"/>
              <a:ea typeface="+mn-ea"/>
              <a:cs typeface="+mn-cs"/>
            </a:endParaRPr>
          </a:p>
        </p:txBody>
      </p:sp>
      <p:sp>
        <p:nvSpPr>
          <p:cNvPr id="45" name="Oval 44">
            <a:extLst>
              <a:ext uri="{FF2B5EF4-FFF2-40B4-BE49-F238E27FC236}">
                <a16:creationId xmlns:a16="http://schemas.microsoft.com/office/drawing/2014/main" id="{0A753C7A-AD61-0A71-2377-48B75A0A4C3F}"/>
              </a:ext>
            </a:extLst>
          </p:cNvPr>
          <p:cNvSpPr/>
          <p:nvPr/>
        </p:nvSpPr>
        <p:spPr>
          <a:xfrm>
            <a:off x="6801029" y="1337237"/>
            <a:ext cx="4034406" cy="4018367"/>
          </a:xfrm>
          <a:prstGeom prst="ellipse">
            <a:avLst/>
          </a:prstGeom>
          <a:gradFill flip="none" rotWithShape="1">
            <a:gsLst>
              <a:gs pos="0">
                <a:schemeClr val="bg1"/>
              </a:gs>
              <a:gs pos="59000">
                <a:srgbClr val="FFFFFF"/>
              </a:gs>
              <a:gs pos="71000">
                <a:srgbClr val="FFFFFF">
                  <a:alpha val="0"/>
                </a:srgbClr>
              </a:gs>
              <a:gs pos="97000">
                <a:schemeClr val="bg1">
                  <a:alpha val="0"/>
                </a:schemeClr>
              </a:gs>
            </a:gsLst>
            <a:path path="circle">
              <a:fillToRect l="50000" t="50000" r="50000" b="50000"/>
            </a:path>
            <a:tileRect/>
          </a:gradFill>
          <a:ln w="19050" cap="flat">
            <a:noFill/>
            <a:prstDash val="solid"/>
            <a:miter/>
          </a:ln>
          <a:effectLst/>
        </p:spPr>
        <p:txBody>
          <a:bodyPr rtlCol="0" anchor="ctr"/>
          <a:lstStyle/>
          <a:p>
            <a:pPr algn="l"/>
            <a:endParaRPr lang="en-US"/>
          </a:p>
        </p:txBody>
      </p:sp>
      <p:sp>
        <p:nvSpPr>
          <p:cNvPr id="12" name="TextBox 11">
            <a:extLst>
              <a:ext uri="{FF2B5EF4-FFF2-40B4-BE49-F238E27FC236}">
                <a16:creationId xmlns:a16="http://schemas.microsoft.com/office/drawing/2014/main" id="{F7786CD9-928E-E345-DDE8-7ACDF43919A4}"/>
              </a:ext>
            </a:extLst>
          </p:cNvPr>
          <p:cNvSpPr txBox="1"/>
          <p:nvPr/>
        </p:nvSpPr>
        <p:spPr>
          <a:xfrm>
            <a:off x="781370" y="224286"/>
            <a:ext cx="5112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9C20A"/>
                </a:solidFill>
                <a:effectLst>
                  <a:outerShdw blurRad="715843" algn="ctr" rotWithShape="0">
                    <a:srgbClr val="003E7E">
                      <a:lumMod val="50000"/>
                      <a:alpha val="79000"/>
                    </a:srgbClr>
                  </a:outerShdw>
                </a:effectLst>
                <a:uLnTx/>
                <a:uFillTx/>
                <a:latin typeface="Barlow"/>
                <a:ea typeface="+mn-ea"/>
                <a:cs typeface="+mn-cs"/>
              </a:rPr>
              <a:t>OUR VISION・LIFECYCLE SERVICES</a:t>
            </a:r>
          </a:p>
        </p:txBody>
      </p:sp>
      <p:sp>
        <p:nvSpPr>
          <p:cNvPr id="13" name="Rectangle 12">
            <a:extLst>
              <a:ext uri="{FF2B5EF4-FFF2-40B4-BE49-F238E27FC236}">
                <a16:creationId xmlns:a16="http://schemas.microsoft.com/office/drawing/2014/main" id="{2272DBE4-061B-2640-8B22-75FFD213F66E}"/>
              </a:ext>
            </a:extLst>
          </p:cNvPr>
          <p:cNvSpPr/>
          <p:nvPr/>
        </p:nvSpPr>
        <p:spPr>
          <a:xfrm>
            <a:off x="781370" y="622845"/>
            <a:ext cx="5160749" cy="5262979"/>
          </a:xfrm>
          <a:prstGeom prst="rect">
            <a:avLst/>
          </a:prstGeom>
          <a:effectLst>
            <a:glow>
              <a:schemeClr val="accent4">
                <a:satMod val="175000"/>
              </a:schemeClr>
            </a:glow>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We are the industry’s trusted advisor in creating the future of industrial operations, </a:t>
            </a:r>
            <a:br>
              <a:rPr kumimoji="0" lang="en-US" sz="3200" b="1" i="0" u="none" strike="noStrike" kern="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br>
            <a:r>
              <a:rPr kumimoji="0" lang="en-US" sz="2400" b="0" i="0" u="none" strike="noStrike" kern="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simplifying the way products are brought to life by transforming how work is done.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Through </a:t>
            </a:r>
            <a:r>
              <a:rPr kumimoji="0" lang="en-US" sz="2400" b="1"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co-innovation</a:t>
            </a:r>
            <a:r>
              <a:rPr kumimoji="0" lang="en-US" sz="2400" b="0"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 we solve our customers’ most difficult challenges </a:t>
            </a:r>
            <a:br>
              <a:rPr kumimoji="0" lang="en-US" sz="2400" b="0"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br>
            <a:r>
              <a:rPr kumimoji="0" lang="en-US" sz="2400" b="0"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and speed their </a:t>
            </a:r>
            <a:r>
              <a:rPr kumimoji="0" lang="en-US" sz="2400" b="1"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time to value</a:t>
            </a:r>
            <a:r>
              <a:rPr kumimoji="0" lang="en-US" sz="2400" b="0" i="0" u="none" strike="noStrike" kern="120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rPr>
              <a:t>.</a:t>
            </a:r>
            <a:endParaRPr kumimoji="0" lang="en-US" sz="2400" b="1" i="0" u="none" strike="noStrike" kern="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0" cap="none" spc="0" normalizeH="0" baseline="0" noProof="0">
              <a:ln>
                <a:noFill/>
              </a:ln>
              <a:solidFill>
                <a:srgbClr val="FFFFFF"/>
              </a:solidFill>
              <a:effectLst>
                <a:outerShdw blurRad="715843" algn="ctr" rotWithShape="0">
                  <a:srgbClr val="003E7E">
                    <a:lumMod val="50000"/>
                    <a:alpha val="79000"/>
                  </a:srgbClr>
                </a:outerShdw>
              </a:effectLst>
              <a:uLnTx/>
              <a:uFillTx/>
              <a:latin typeface="Barlow"/>
              <a:ea typeface="+mn-ea"/>
              <a:cs typeface="+mn-cs"/>
            </a:endParaRPr>
          </a:p>
        </p:txBody>
      </p:sp>
      <p:cxnSp>
        <p:nvCxnSpPr>
          <p:cNvPr id="14" name="Straight Connector 13">
            <a:extLst>
              <a:ext uri="{FF2B5EF4-FFF2-40B4-BE49-F238E27FC236}">
                <a16:creationId xmlns:a16="http://schemas.microsoft.com/office/drawing/2014/main" id="{BAB34F0F-0A9C-7CE7-7233-D57EFD5E640B}"/>
              </a:ext>
            </a:extLst>
          </p:cNvPr>
          <p:cNvCxnSpPr>
            <a:cxnSpLocks/>
          </p:cNvCxnSpPr>
          <p:nvPr/>
        </p:nvCxnSpPr>
        <p:spPr bwMode="auto">
          <a:xfrm>
            <a:off x="850638" y="3969559"/>
            <a:ext cx="1851859" cy="0"/>
          </a:xfrm>
          <a:prstGeom prst="line">
            <a:avLst/>
          </a:prstGeom>
          <a:noFill/>
          <a:ln w="19050" cap="rnd" cmpd="sng" algn="ctr">
            <a:solidFill>
              <a:schemeClr val="accent5"/>
            </a:solidFill>
            <a:prstDash val="solid"/>
            <a:round/>
            <a:headEnd type="none" w="med" len="med"/>
            <a:tailEnd type="none" w="med" len="med"/>
          </a:ln>
          <a:effectLst/>
        </p:spPr>
      </p:cxnSp>
      <p:pic>
        <p:nvPicPr>
          <p:cNvPr id="38" name="Picture 37">
            <a:extLst>
              <a:ext uri="{FF2B5EF4-FFF2-40B4-BE49-F238E27FC236}">
                <a16:creationId xmlns:a16="http://schemas.microsoft.com/office/drawing/2014/main" id="{0870DAFB-7946-909B-CDBE-9461647E4D2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6817067" y="1337237"/>
            <a:ext cx="4018368" cy="4018368"/>
          </a:xfrm>
          <a:prstGeom prst="rect">
            <a:avLst/>
          </a:prstGeom>
        </p:spPr>
      </p:pic>
      <p:sp>
        <p:nvSpPr>
          <p:cNvPr id="39" name="TextBox 38">
            <a:extLst>
              <a:ext uri="{FF2B5EF4-FFF2-40B4-BE49-F238E27FC236}">
                <a16:creationId xmlns:a16="http://schemas.microsoft.com/office/drawing/2014/main" id="{818D98C8-54F0-74AB-CE1E-0B19823800D8}"/>
              </a:ext>
            </a:extLst>
          </p:cNvPr>
          <p:cNvSpPr txBox="1"/>
          <p:nvPr/>
        </p:nvSpPr>
        <p:spPr>
          <a:xfrm>
            <a:off x="8185664" y="1502395"/>
            <a:ext cx="1281174" cy="329332"/>
          </a:xfrm>
          <a:prstGeom prst="rect">
            <a:avLst/>
          </a:prstGeom>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Barlow"/>
                <a:ea typeface="+mn-ea"/>
                <a:cs typeface="+mn-cs"/>
              </a:rPr>
              <a:t>Innovate</a:t>
            </a:r>
          </a:p>
        </p:txBody>
      </p:sp>
      <p:sp>
        <p:nvSpPr>
          <p:cNvPr id="40" name="TextBox 39">
            <a:extLst>
              <a:ext uri="{FF2B5EF4-FFF2-40B4-BE49-F238E27FC236}">
                <a16:creationId xmlns:a16="http://schemas.microsoft.com/office/drawing/2014/main" id="{C9EF159E-E3DA-6145-102F-54F6B0F7B312}"/>
              </a:ext>
            </a:extLst>
          </p:cNvPr>
          <p:cNvSpPr txBox="1"/>
          <p:nvPr/>
        </p:nvSpPr>
        <p:spPr>
          <a:xfrm>
            <a:off x="9785528" y="2889356"/>
            <a:ext cx="1146313" cy="329332"/>
          </a:xfrm>
          <a:prstGeom prst="rect">
            <a:avLst/>
          </a:prstGeom>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Barlow"/>
                <a:ea typeface="+mn-ea"/>
                <a:cs typeface="+mn-cs"/>
              </a:rPr>
              <a:t>Design</a:t>
            </a:r>
          </a:p>
        </p:txBody>
      </p:sp>
      <p:sp>
        <p:nvSpPr>
          <p:cNvPr id="41" name="TextBox 40">
            <a:extLst>
              <a:ext uri="{FF2B5EF4-FFF2-40B4-BE49-F238E27FC236}">
                <a16:creationId xmlns:a16="http://schemas.microsoft.com/office/drawing/2014/main" id="{6450EBAE-B120-5B61-4F7E-2402E522703A}"/>
              </a:ext>
            </a:extLst>
          </p:cNvPr>
          <p:cNvSpPr txBox="1"/>
          <p:nvPr/>
        </p:nvSpPr>
        <p:spPr>
          <a:xfrm>
            <a:off x="6984821" y="3660586"/>
            <a:ext cx="1403755" cy="411665"/>
          </a:xfrm>
          <a:prstGeom prst="rect">
            <a:avLst/>
          </a:prstGeom>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Barlow"/>
                <a:ea typeface="+mn-ea"/>
                <a:cs typeface="+mn-cs"/>
              </a:rPr>
              <a:t>Maintain</a:t>
            </a:r>
          </a:p>
        </p:txBody>
      </p:sp>
      <p:sp>
        <p:nvSpPr>
          <p:cNvPr id="42" name="TextBox 41">
            <a:extLst>
              <a:ext uri="{FF2B5EF4-FFF2-40B4-BE49-F238E27FC236}">
                <a16:creationId xmlns:a16="http://schemas.microsoft.com/office/drawing/2014/main" id="{5EC03E06-8337-3EDF-3BC9-4801519BE2B4}"/>
              </a:ext>
            </a:extLst>
          </p:cNvPr>
          <p:cNvSpPr txBox="1"/>
          <p:nvPr/>
        </p:nvSpPr>
        <p:spPr>
          <a:xfrm>
            <a:off x="8320525" y="4793412"/>
            <a:ext cx="1146313" cy="329332"/>
          </a:xfrm>
          <a:prstGeom prst="rect">
            <a:avLst/>
          </a:prstGeom>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Barlow"/>
                <a:ea typeface="+mn-ea"/>
                <a:cs typeface="+mn-cs"/>
              </a:rPr>
              <a:t>Operate</a:t>
            </a:r>
          </a:p>
        </p:txBody>
      </p:sp>
      <p:pic>
        <p:nvPicPr>
          <p:cNvPr id="43" name="Graphic 42">
            <a:extLst>
              <a:ext uri="{FF2B5EF4-FFF2-40B4-BE49-F238E27FC236}">
                <a16:creationId xmlns:a16="http://schemas.microsoft.com/office/drawing/2014/main" id="{1DE92BC1-8EDB-EE5B-B22F-6B64178AC590}"/>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304"/>
          <a:stretch/>
        </p:blipFill>
        <p:spPr>
          <a:xfrm>
            <a:off x="8005255" y="2908982"/>
            <a:ext cx="1703308" cy="896903"/>
          </a:xfrm>
          <a:prstGeom prst="rect">
            <a:avLst/>
          </a:prstGeom>
        </p:spPr>
      </p:pic>
      <p:sp>
        <p:nvSpPr>
          <p:cNvPr id="47" name="TextBox 46">
            <a:extLst>
              <a:ext uri="{FF2B5EF4-FFF2-40B4-BE49-F238E27FC236}">
                <a16:creationId xmlns:a16="http://schemas.microsoft.com/office/drawing/2014/main" id="{3620908E-9296-9362-ADC3-C670F3D6734D}"/>
              </a:ext>
            </a:extLst>
          </p:cNvPr>
          <p:cNvSpPr txBox="1"/>
          <p:nvPr/>
        </p:nvSpPr>
        <p:spPr>
          <a:xfrm>
            <a:off x="6968096" y="275390"/>
            <a:ext cx="3700271" cy="954107"/>
          </a:xfrm>
          <a:prstGeom prst="rect">
            <a:avLst/>
          </a:prstGeom>
          <a:noFill/>
        </p:spPr>
        <p:txBody>
          <a:bodyPr wrap="square">
            <a:spAutoFit/>
          </a:bodyPr>
          <a:lstStyle/>
          <a:p>
            <a:pPr algn="ctr"/>
            <a:r>
              <a:rPr kumimoji="0" lang="en-US" sz="2800" b="1" i="0" u="none" strike="noStrike" kern="0" cap="none" spc="0" normalizeH="0" baseline="0" noProof="0">
                <a:ln>
                  <a:noFill/>
                </a:ln>
                <a:solidFill>
                  <a:schemeClr val="bg1"/>
                </a:solidFill>
                <a:effectLst/>
                <a:uLnTx/>
                <a:uFillTx/>
                <a:latin typeface="Barlow"/>
                <a:ea typeface="+mn-ea"/>
                <a:cs typeface="+mn-cs"/>
              </a:rPr>
              <a:t>Transforming How Work is Done</a:t>
            </a:r>
            <a:endParaRPr lang="en-US" sz="2800">
              <a:solidFill>
                <a:schemeClr val="bg1"/>
              </a:solidFill>
            </a:endParaRPr>
          </a:p>
        </p:txBody>
      </p:sp>
      <p:sp>
        <p:nvSpPr>
          <p:cNvPr id="55" name="TextBox 54">
            <a:extLst>
              <a:ext uri="{FF2B5EF4-FFF2-40B4-BE49-F238E27FC236}">
                <a16:creationId xmlns:a16="http://schemas.microsoft.com/office/drawing/2014/main" id="{3EFEB575-6796-DE33-F1B8-018B7B106F58}"/>
              </a:ext>
            </a:extLst>
          </p:cNvPr>
          <p:cNvSpPr txBox="1"/>
          <p:nvPr/>
        </p:nvSpPr>
        <p:spPr>
          <a:xfrm>
            <a:off x="190702" y="5624100"/>
            <a:ext cx="1165818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u="none" strike="noStrike" kern="1200" cap="none" spc="0" normalizeH="0" baseline="0" noProof="0">
                <a:ln>
                  <a:noFill/>
                </a:ln>
                <a:solidFill>
                  <a:schemeClr val="bg1"/>
                </a:solidFill>
                <a:effectLst/>
                <a:uLnTx/>
                <a:uFillTx/>
                <a:latin typeface="Barlow Medium" pitchFamily="2" charset="77"/>
              </a:rPr>
              <a:t>Consulting  |  Design &amp; Engineering  |  Development  |  Deployment  |  Integration  |  Onsite Support  |  Remote Support  |  Monitoring &amp; Management</a:t>
            </a:r>
          </a:p>
        </p:txBody>
      </p:sp>
    </p:spTree>
    <p:custDataLst>
      <p:tags r:id="rId1"/>
    </p:custDataLst>
    <p:extLst>
      <p:ext uri="{BB962C8B-B14F-4D97-AF65-F5344CB8AC3E}">
        <p14:creationId xmlns:p14="http://schemas.microsoft.com/office/powerpoint/2010/main" val="2966501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F5CF09EC-2D48-938C-E396-693755507D78}"/>
              </a:ext>
            </a:extLst>
          </p:cNvPr>
          <p:cNvSpPr/>
          <p:nvPr/>
        </p:nvSpPr>
        <p:spPr>
          <a:xfrm>
            <a:off x="0" y="6135880"/>
            <a:ext cx="12192000" cy="72212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algn="l">
              <a:lnSpc>
                <a:spcPct val="90000"/>
              </a:lnSpc>
              <a:spcAft>
                <a:spcPts val="600"/>
              </a:spcAft>
            </a:pPr>
            <a:endParaRPr lang="es-MX" dirty="0">
              <a:solidFill>
                <a:schemeClr val="bg1"/>
              </a:solidFill>
            </a:endParaRPr>
          </a:p>
        </p:txBody>
      </p:sp>
      <p:pic>
        <p:nvPicPr>
          <p:cNvPr id="62" name="Graphic 61">
            <a:extLst>
              <a:ext uri="{FF2B5EF4-FFF2-40B4-BE49-F238E27FC236}">
                <a16:creationId xmlns:a16="http://schemas.microsoft.com/office/drawing/2014/main" id="{1C0562C8-7097-66BC-1F61-1FB2DCEC384D}"/>
              </a:ext>
            </a:extLst>
          </p:cNvPr>
          <p:cNvPicPr>
            <a:picLocks noChangeAspect="1"/>
          </p:cNvPicPr>
          <p:nvPr/>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3513" r="2818"/>
          <a:stretch/>
        </p:blipFill>
        <p:spPr>
          <a:xfrm>
            <a:off x="0" y="1661688"/>
            <a:ext cx="12192000" cy="3579302"/>
          </a:xfrm>
          <a:prstGeom prst="rect">
            <a:avLst/>
          </a:prstGeom>
        </p:spPr>
      </p:pic>
      <p:sp>
        <p:nvSpPr>
          <p:cNvPr id="10" name="Title 9">
            <a:extLst>
              <a:ext uri="{FF2B5EF4-FFF2-40B4-BE49-F238E27FC236}">
                <a16:creationId xmlns:a16="http://schemas.microsoft.com/office/drawing/2014/main" id="{A9C3D985-C865-870D-9D97-B03B9CCA375A}"/>
              </a:ext>
            </a:extLst>
          </p:cNvPr>
          <p:cNvSpPr>
            <a:spLocks noGrp="1"/>
          </p:cNvSpPr>
          <p:nvPr>
            <p:ph type="title"/>
          </p:nvPr>
        </p:nvSpPr>
        <p:spPr>
          <a:xfrm>
            <a:off x="190500" y="463963"/>
            <a:ext cx="11811000" cy="571500"/>
          </a:xfrm>
        </p:spPr>
        <p:txBody>
          <a:bodyPr/>
          <a:lstStyle/>
          <a:p>
            <a:r>
              <a:rPr lang="en-US"/>
              <a:t>Digital can unite data from disparate systems</a:t>
            </a:r>
            <a:r>
              <a:rPr lang="en-US">
                <a:solidFill>
                  <a:schemeClr val="tx1"/>
                </a:solidFill>
              </a:rPr>
              <a:t>, put it in the right context, and use it to generate insight that drives optimal decisions and actions.</a:t>
            </a:r>
          </a:p>
        </p:txBody>
      </p:sp>
      <p:sp>
        <p:nvSpPr>
          <p:cNvPr id="13" name="Content Placeholder 12">
            <a:extLst>
              <a:ext uri="{FF2B5EF4-FFF2-40B4-BE49-F238E27FC236}">
                <a16:creationId xmlns:a16="http://schemas.microsoft.com/office/drawing/2014/main" id="{28574123-6BD9-AE24-9B26-8C0BFDAE1B5E}"/>
              </a:ext>
            </a:extLst>
          </p:cNvPr>
          <p:cNvSpPr>
            <a:spLocks noGrp="1"/>
          </p:cNvSpPr>
          <p:nvPr>
            <p:ph idx="4294967295"/>
          </p:nvPr>
        </p:nvSpPr>
        <p:spPr>
          <a:xfrm>
            <a:off x="247475" y="1454563"/>
            <a:ext cx="8850488" cy="1190625"/>
          </a:xfrm>
        </p:spPr>
        <p:txBody>
          <a:bodyPr/>
          <a:lstStyle/>
          <a:p>
            <a:pPr marL="0" indent="0">
              <a:buNone/>
            </a:pPr>
            <a:r>
              <a:rPr lang="en-US" sz="2000" dirty="0">
                <a:solidFill>
                  <a:schemeClr val="accent1"/>
                </a:solidFill>
              </a:rPr>
              <a:t>This is powerful </a:t>
            </a:r>
            <a:r>
              <a:rPr lang="en-US" sz="2000" dirty="0"/>
              <a:t>– transforming value chain operations, from what products are made to how they come to life – </a:t>
            </a:r>
            <a:r>
              <a:rPr lang="en-US" sz="2000" dirty="0">
                <a:solidFill>
                  <a:schemeClr val="accent1"/>
                </a:solidFill>
              </a:rPr>
              <a:t>but difficult to achieve.</a:t>
            </a:r>
          </a:p>
        </p:txBody>
      </p:sp>
      <p:sp>
        <p:nvSpPr>
          <p:cNvPr id="2908" name="TextBox 2907">
            <a:extLst>
              <a:ext uri="{FF2B5EF4-FFF2-40B4-BE49-F238E27FC236}">
                <a16:creationId xmlns:a16="http://schemas.microsoft.com/office/drawing/2014/main" id="{9333DD9D-72A1-6F45-7475-F149F9B1726B}"/>
              </a:ext>
            </a:extLst>
          </p:cNvPr>
          <p:cNvSpPr txBox="1"/>
          <p:nvPr/>
        </p:nvSpPr>
        <p:spPr>
          <a:xfrm>
            <a:off x="193694" y="4723270"/>
            <a:ext cx="3692505" cy="1600438"/>
          </a:xfrm>
          <a:prstGeom prst="rect">
            <a:avLst/>
          </a:prstGeom>
        </p:spPr>
        <p:txBody>
          <a:bodyPr wrap="square" lIns="182880" tIns="182880" rIns="182880" bIns="18288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BC153F"/>
                </a:solidFill>
                <a:effectLst/>
                <a:uLnTx/>
                <a:uFillTx/>
                <a:latin typeface="Barlow" pitchFamily="2" charset="77"/>
                <a:ea typeface="+mn-ea"/>
                <a:cs typeface="+mn-cs"/>
              </a:rPr>
              <a:t>Digital thread </a:t>
            </a:r>
            <a:r>
              <a:rPr kumimoji="0" lang="en-US" sz="1600" b="0" i="0" u="none" strike="noStrike" kern="1200" cap="none" spc="0" normalizeH="0" baseline="0" noProof="0">
                <a:ln>
                  <a:noFill/>
                </a:ln>
                <a:solidFill>
                  <a:srgbClr val="0F0F0F"/>
                </a:solidFill>
                <a:effectLst/>
                <a:uLnTx/>
                <a:uFillTx/>
                <a:latin typeface="Barlow" pitchFamily="2" charset="77"/>
                <a:ea typeface="+mn-ea"/>
                <a:cs typeface="+mn-cs"/>
              </a:rPr>
              <a:t>throughout the business  (IT) and (OT) sides of the enterprise increases connectivity and enables information and data to flow freely across the value chain.</a:t>
            </a:r>
          </a:p>
        </p:txBody>
      </p:sp>
      <p:sp>
        <p:nvSpPr>
          <p:cNvPr id="2909" name="TextBox 2908">
            <a:extLst>
              <a:ext uri="{FF2B5EF4-FFF2-40B4-BE49-F238E27FC236}">
                <a16:creationId xmlns:a16="http://schemas.microsoft.com/office/drawing/2014/main" id="{C5DD436E-8E86-4E57-ED28-2059AE86E484}"/>
              </a:ext>
            </a:extLst>
          </p:cNvPr>
          <p:cNvSpPr txBox="1"/>
          <p:nvPr/>
        </p:nvSpPr>
        <p:spPr>
          <a:xfrm>
            <a:off x="7826458" y="4723270"/>
            <a:ext cx="3296495" cy="1600438"/>
          </a:xfrm>
          <a:prstGeom prst="rect">
            <a:avLst/>
          </a:prstGeom>
        </p:spPr>
        <p:txBody>
          <a:bodyPr wrap="square" lIns="182880" tIns="182880" rIns="182880" bIns="18288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BC153F"/>
                </a:solidFill>
                <a:effectLst/>
                <a:uLnTx/>
                <a:uFillTx/>
                <a:latin typeface="Barlow" pitchFamily="2" charset="77"/>
                <a:ea typeface="+mn-ea"/>
                <a:cs typeface="+mn-cs"/>
              </a:rPr>
              <a:t>Autonomous operations </a:t>
            </a:r>
            <a:r>
              <a:rPr kumimoji="0" lang="en-US" sz="1600" b="0" i="0" u="none" strike="noStrike" kern="1200" cap="none" spc="0" normalizeH="0" baseline="0" noProof="0">
                <a:ln>
                  <a:noFill/>
                </a:ln>
                <a:solidFill>
                  <a:srgbClr val="0F0F0F"/>
                </a:solidFill>
                <a:effectLst/>
                <a:uLnTx/>
                <a:uFillTx/>
                <a:latin typeface="Barlow" pitchFamily="2" charset="77"/>
                <a:ea typeface="+mn-ea"/>
                <a:cs typeface="+mn-cs"/>
              </a:rPr>
              <a:t>through AI and machine learning enable systems to operate independently and improve themselves continuously.</a:t>
            </a:r>
          </a:p>
        </p:txBody>
      </p:sp>
      <p:pic>
        <p:nvPicPr>
          <p:cNvPr id="63" name="Picture 62">
            <a:extLst>
              <a:ext uri="{FF2B5EF4-FFF2-40B4-BE49-F238E27FC236}">
                <a16:creationId xmlns:a16="http://schemas.microsoft.com/office/drawing/2014/main" id="{0EF2C71F-0C82-1534-3C21-297D60A9CF58}"/>
              </a:ext>
            </a:extLst>
          </p:cNvPr>
          <p:cNvPicPr>
            <a:picLocks noChangeAspect="1"/>
          </p:cNvPicPr>
          <p:nvPr/>
        </p:nvPicPr>
        <p:blipFill>
          <a:blip r:embed="rId5">
            <a:duotone>
              <a:schemeClr val="accent6">
                <a:shade val="45000"/>
                <a:satMod val="135000"/>
              </a:schemeClr>
              <a:prstClr val="white"/>
            </a:duotone>
          </a:blip>
          <a:stretch>
            <a:fillRect/>
          </a:stretch>
        </p:blipFill>
        <p:spPr>
          <a:xfrm>
            <a:off x="6704361" y="2865856"/>
            <a:ext cx="2690448" cy="1737360"/>
          </a:xfrm>
          <a:prstGeom prst="rect">
            <a:avLst/>
          </a:prstGeom>
        </p:spPr>
      </p:pic>
      <p:pic>
        <p:nvPicPr>
          <p:cNvPr id="2880" name="Picture 6">
            <a:extLst>
              <a:ext uri="{FF2B5EF4-FFF2-40B4-BE49-F238E27FC236}">
                <a16:creationId xmlns:a16="http://schemas.microsoft.com/office/drawing/2014/main" id="{B59826CE-A0D1-DBD4-676A-2FC5E97C2D90}"/>
              </a:ext>
            </a:extLst>
          </p:cNvPr>
          <p:cNvPicPr>
            <a:picLocks noChangeAspect="1"/>
          </p:cNvPicPr>
          <p:nvPr/>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7600" r="824"/>
          <a:stretch/>
        </p:blipFill>
        <p:spPr>
          <a:xfrm>
            <a:off x="0" y="2478420"/>
            <a:ext cx="12192000" cy="2281058"/>
          </a:xfrm>
          <a:prstGeom prst="rect">
            <a:avLst/>
          </a:prstGeom>
        </p:spPr>
      </p:pic>
      <p:grpSp>
        <p:nvGrpSpPr>
          <p:cNvPr id="2881" name="Group 2880">
            <a:extLst>
              <a:ext uri="{FF2B5EF4-FFF2-40B4-BE49-F238E27FC236}">
                <a16:creationId xmlns:a16="http://schemas.microsoft.com/office/drawing/2014/main" id="{43768EFA-03E3-296E-492A-7BEEFF81101B}"/>
              </a:ext>
            </a:extLst>
          </p:cNvPr>
          <p:cNvGrpSpPr/>
          <p:nvPr/>
        </p:nvGrpSpPr>
        <p:grpSpPr>
          <a:xfrm>
            <a:off x="6898848" y="2840860"/>
            <a:ext cx="2148978" cy="1590450"/>
            <a:chOff x="6890535" y="2608962"/>
            <a:chExt cx="2148978" cy="1590450"/>
          </a:xfrm>
          <a:solidFill>
            <a:schemeClr val="accent3"/>
          </a:solidFill>
        </p:grpSpPr>
        <p:sp>
          <p:nvSpPr>
            <p:cNvPr id="2882" name="Circular Arrow 7">
              <a:extLst>
                <a:ext uri="{FF2B5EF4-FFF2-40B4-BE49-F238E27FC236}">
                  <a16:creationId xmlns:a16="http://schemas.microsoft.com/office/drawing/2014/main" id="{B95B263B-2932-A496-3B95-A8266FDA0431}"/>
                </a:ext>
              </a:extLst>
            </p:cNvPr>
            <p:cNvSpPr/>
            <p:nvPr/>
          </p:nvSpPr>
          <p:spPr>
            <a:xfrm rot="17398826" flipH="1">
              <a:off x="6928911" y="2570586"/>
              <a:ext cx="1590450" cy="1667202"/>
            </a:xfrm>
            <a:prstGeom prst="circularArrow">
              <a:avLst>
                <a:gd name="adj1" fmla="val 1814"/>
                <a:gd name="adj2" fmla="val 899704"/>
                <a:gd name="adj3" fmla="val 58004"/>
                <a:gd name="adj4" fmla="val 13202443"/>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sp>
          <p:nvSpPr>
            <p:cNvPr id="2883" name="Circular Arrow 7">
              <a:extLst>
                <a:ext uri="{FF2B5EF4-FFF2-40B4-BE49-F238E27FC236}">
                  <a16:creationId xmlns:a16="http://schemas.microsoft.com/office/drawing/2014/main" id="{3B567F04-CB5C-5CA9-7B3F-5B3786F9824D}"/>
                </a:ext>
              </a:extLst>
            </p:cNvPr>
            <p:cNvSpPr/>
            <p:nvPr/>
          </p:nvSpPr>
          <p:spPr>
            <a:xfrm rot="6816052" flipH="1">
              <a:off x="7559188" y="2696517"/>
              <a:ext cx="1504919" cy="1455730"/>
            </a:xfrm>
            <a:prstGeom prst="circularArrow">
              <a:avLst>
                <a:gd name="adj1" fmla="val 1814"/>
                <a:gd name="adj2" fmla="val 899704"/>
                <a:gd name="adj3" fmla="val 58004"/>
                <a:gd name="adj4" fmla="val 13202443"/>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grpSp>
      <p:grpSp>
        <p:nvGrpSpPr>
          <p:cNvPr id="2884" name="Group 2883">
            <a:extLst>
              <a:ext uri="{FF2B5EF4-FFF2-40B4-BE49-F238E27FC236}">
                <a16:creationId xmlns:a16="http://schemas.microsoft.com/office/drawing/2014/main" id="{0A06F5A4-90E1-E848-C0DA-6184A0DAA32B}"/>
              </a:ext>
            </a:extLst>
          </p:cNvPr>
          <p:cNvGrpSpPr/>
          <p:nvPr/>
        </p:nvGrpSpPr>
        <p:grpSpPr>
          <a:xfrm>
            <a:off x="7149448" y="3787151"/>
            <a:ext cx="2449865" cy="515526"/>
            <a:chOff x="6402485" y="3898466"/>
            <a:chExt cx="2449865" cy="515526"/>
          </a:xfrm>
        </p:grpSpPr>
        <p:sp>
          <p:nvSpPr>
            <p:cNvPr id="2885" name="TextBox 2884">
              <a:extLst>
                <a:ext uri="{FF2B5EF4-FFF2-40B4-BE49-F238E27FC236}">
                  <a16:creationId xmlns:a16="http://schemas.microsoft.com/office/drawing/2014/main" id="{648465A8-EF52-0A44-CC6C-00E208051D6B}"/>
                </a:ext>
              </a:extLst>
            </p:cNvPr>
            <p:cNvSpPr txBox="1"/>
            <p:nvPr/>
          </p:nvSpPr>
          <p:spPr>
            <a:xfrm>
              <a:off x="6402485" y="3898466"/>
              <a:ext cx="927411" cy="507831"/>
            </a:xfrm>
            <a:prstGeom prst="rect">
              <a:avLst/>
            </a:prstGeom>
          </p:spPr>
          <p:txBody>
            <a:bodyPr wrap="square" lIns="182880" tIns="182880" rIns="182880" bIns="18288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7E7E7">
                      <a:lumMod val="25000"/>
                    </a:srgbClr>
                  </a:solidFill>
                  <a:effectLst/>
                  <a:uLnTx/>
                  <a:uFillTx/>
                  <a:latin typeface="Barlow"/>
                  <a:ea typeface="+mn-ea"/>
                  <a:cs typeface="+mn-cs"/>
                </a:rPr>
                <a:t>OBSERVE</a:t>
              </a:r>
            </a:p>
          </p:txBody>
        </p:sp>
        <p:sp>
          <p:nvSpPr>
            <p:cNvPr id="2886" name="TextBox 2885">
              <a:extLst>
                <a:ext uri="{FF2B5EF4-FFF2-40B4-BE49-F238E27FC236}">
                  <a16:creationId xmlns:a16="http://schemas.microsoft.com/office/drawing/2014/main" id="{54082305-8586-C7F0-052E-EE586F016C1A}"/>
                </a:ext>
              </a:extLst>
            </p:cNvPr>
            <p:cNvSpPr txBox="1"/>
            <p:nvPr/>
          </p:nvSpPr>
          <p:spPr>
            <a:xfrm>
              <a:off x="6997383" y="3906161"/>
              <a:ext cx="927411" cy="507831"/>
            </a:xfrm>
            <a:prstGeom prst="rect">
              <a:avLst/>
            </a:prstGeom>
          </p:spPr>
          <p:txBody>
            <a:bodyPr wrap="square" lIns="182880" tIns="182880" rIns="182880" bIns="18288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7E7E7">
                      <a:lumMod val="25000"/>
                    </a:srgbClr>
                  </a:solidFill>
                  <a:effectLst/>
                  <a:uLnTx/>
                  <a:uFillTx/>
                  <a:latin typeface="Barlow"/>
                  <a:ea typeface="+mn-ea"/>
                  <a:cs typeface="+mn-cs"/>
                </a:rPr>
                <a:t>INFER</a:t>
              </a:r>
            </a:p>
          </p:txBody>
        </p:sp>
        <p:sp>
          <p:nvSpPr>
            <p:cNvPr id="2887" name="TextBox 2886">
              <a:extLst>
                <a:ext uri="{FF2B5EF4-FFF2-40B4-BE49-F238E27FC236}">
                  <a16:creationId xmlns:a16="http://schemas.microsoft.com/office/drawing/2014/main" id="{0E9503FF-E2AB-C44A-EEF5-A713E4C6D28E}"/>
                </a:ext>
              </a:extLst>
            </p:cNvPr>
            <p:cNvSpPr txBox="1"/>
            <p:nvPr/>
          </p:nvSpPr>
          <p:spPr>
            <a:xfrm>
              <a:off x="7411636" y="3906161"/>
              <a:ext cx="927411" cy="507831"/>
            </a:xfrm>
            <a:prstGeom prst="rect">
              <a:avLst/>
            </a:prstGeom>
          </p:spPr>
          <p:txBody>
            <a:bodyPr wrap="square" lIns="182880" tIns="182880" rIns="182880" bIns="18288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7E7E7">
                      <a:lumMod val="25000"/>
                    </a:srgbClr>
                  </a:solidFill>
                  <a:effectLst/>
                  <a:uLnTx/>
                  <a:uFillTx/>
                  <a:latin typeface="Barlow"/>
                  <a:ea typeface="+mn-ea"/>
                  <a:cs typeface="+mn-cs"/>
                </a:rPr>
                <a:t>DECIDE</a:t>
              </a:r>
            </a:p>
          </p:txBody>
        </p:sp>
        <p:sp>
          <p:nvSpPr>
            <p:cNvPr id="2888" name="TextBox 2887">
              <a:extLst>
                <a:ext uri="{FF2B5EF4-FFF2-40B4-BE49-F238E27FC236}">
                  <a16:creationId xmlns:a16="http://schemas.microsoft.com/office/drawing/2014/main" id="{202A9E2B-B6CD-CBBF-CF1B-51FE262DF81C}"/>
                </a:ext>
              </a:extLst>
            </p:cNvPr>
            <p:cNvSpPr txBox="1"/>
            <p:nvPr/>
          </p:nvSpPr>
          <p:spPr>
            <a:xfrm>
              <a:off x="7924939" y="3906161"/>
              <a:ext cx="927411" cy="507831"/>
            </a:xfrm>
            <a:prstGeom prst="rect">
              <a:avLst/>
            </a:prstGeom>
          </p:spPr>
          <p:txBody>
            <a:bodyPr wrap="square" lIns="182880" tIns="182880" rIns="182880" bIns="18288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E7E7E7">
                      <a:lumMod val="25000"/>
                    </a:srgbClr>
                  </a:solidFill>
                  <a:effectLst/>
                  <a:uLnTx/>
                  <a:uFillTx/>
                  <a:latin typeface="Barlow"/>
                  <a:ea typeface="+mn-ea"/>
                  <a:cs typeface="+mn-cs"/>
                </a:rPr>
                <a:t>ACT</a:t>
              </a:r>
            </a:p>
          </p:txBody>
        </p:sp>
      </p:grpSp>
      <p:pic>
        <p:nvPicPr>
          <p:cNvPr id="2889" name="Graphic 2888">
            <a:extLst>
              <a:ext uri="{FF2B5EF4-FFF2-40B4-BE49-F238E27FC236}">
                <a16:creationId xmlns:a16="http://schemas.microsoft.com/office/drawing/2014/main" id="{9A26C34A-22E9-326D-814D-9429025E3AE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6699" y="3312551"/>
            <a:ext cx="695195" cy="695195"/>
          </a:xfrm>
          <a:prstGeom prst="rect">
            <a:avLst/>
          </a:prstGeom>
        </p:spPr>
      </p:pic>
      <p:sp>
        <p:nvSpPr>
          <p:cNvPr id="2890" name="Oval 2889">
            <a:extLst>
              <a:ext uri="{FF2B5EF4-FFF2-40B4-BE49-F238E27FC236}">
                <a16:creationId xmlns:a16="http://schemas.microsoft.com/office/drawing/2014/main" id="{A75AD371-E7DC-9C4E-ACD5-57E50A740303}"/>
              </a:ext>
            </a:extLst>
          </p:cNvPr>
          <p:cNvSpPr/>
          <p:nvPr/>
        </p:nvSpPr>
        <p:spPr>
          <a:xfrm>
            <a:off x="4478210" y="2958784"/>
            <a:ext cx="1093711" cy="1093712"/>
          </a:xfrm>
          <a:prstGeom prst="ellipse">
            <a:avLst/>
          </a:prstGeom>
          <a:solidFill>
            <a:schemeClr val="accent6"/>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grpSp>
        <p:nvGrpSpPr>
          <p:cNvPr id="2891" name="Group 2890">
            <a:extLst>
              <a:ext uri="{FF2B5EF4-FFF2-40B4-BE49-F238E27FC236}">
                <a16:creationId xmlns:a16="http://schemas.microsoft.com/office/drawing/2014/main" id="{F4D88F22-8C0D-5A7E-7699-722C93944441}"/>
              </a:ext>
            </a:extLst>
          </p:cNvPr>
          <p:cNvGrpSpPr/>
          <p:nvPr/>
        </p:nvGrpSpPr>
        <p:grpSpPr>
          <a:xfrm>
            <a:off x="3582070" y="2716169"/>
            <a:ext cx="2257040" cy="1590450"/>
            <a:chOff x="6890535" y="2608962"/>
            <a:chExt cx="2257040" cy="1590450"/>
          </a:xfrm>
          <a:solidFill>
            <a:schemeClr val="accent3"/>
          </a:solidFill>
        </p:grpSpPr>
        <p:sp>
          <p:nvSpPr>
            <p:cNvPr id="2892" name="Circular Arrow 7">
              <a:extLst>
                <a:ext uri="{FF2B5EF4-FFF2-40B4-BE49-F238E27FC236}">
                  <a16:creationId xmlns:a16="http://schemas.microsoft.com/office/drawing/2014/main" id="{1B7F3E00-A071-8D1D-75DE-31E71280F651}"/>
                </a:ext>
              </a:extLst>
            </p:cNvPr>
            <p:cNvSpPr/>
            <p:nvPr/>
          </p:nvSpPr>
          <p:spPr>
            <a:xfrm rot="17398826" flipH="1">
              <a:off x="6928911" y="2570586"/>
              <a:ext cx="1590450" cy="1667202"/>
            </a:xfrm>
            <a:prstGeom prst="circularArrow">
              <a:avLst>
                <a:gd name="adj1" fmla="val 1814"/>
                <a:gd name="adj2" fmla="val 899704"/>
                <a:gd name="adj3" fmla="val 58004"/>
                <a:gd name="adj4" fmla="val 13202443"/>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sp>
          <p:nvSpPr>
            <p:cNvPr id="2893" name="Circular Arrow 7">
              <a:extLst>
                <a:ext uri="{FF2B5EF4-FFF2-40B4-BE49-F238E27FC236}">
                  <a16:creationId xmlns:a16="http://schemas.microsoft.com/office/drawing/2014/main" id="{D0E492C9-1F8F-7F32-5623-D367A045A0E7}"/>
                </a:ext>
              </a:extLst>
            </p:cNvPr>
            <p:cNvSpPr/>
            <p:nvPr/>
          </p:nvSpPr>
          <p:spPr>
            <a:xfrm rot="6816052" flipH="1">
              <a:off x="7667250" y="2696517"/>
              <a:ext cx="1504919" cy="1455730"/>
            </a:xfrm>
            <a:prstGeom prst="circularArrow">
              <a:avLst>
                <a:gd name="adj1" fmla="val 1814"/>
                <a:gd name="adj2" fmla="val 899704"/>
                <a:gd name="adj3" fmla="val 58004"/>
                <a:gd name="adj4" fmla="val 13202443"/>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grpSp>
      <p:grpSp>
        <p:nvGrpSpPr>
          <p:cNvPr id="2894" name="Group 2893">
            <a:extLst>
              <a:ext uri="{FF2B5EF4-FFF2-40B4-BE49-F238E27FC236}">
                <a16:creationId xmlns:a16="http://schemas.microsoft.com/office/drawing/2014/main" id="{1ED01801-8653-11C1-DE5F-2777C2E7FC23}"/>
              </a:ext>
            </a:extLst>
          </p:cNvPr>
          <p:cNvGrpSpPr/>
          <p:nvPr/>
        </p:nvGrpSpPr>
        <p:grpSpPr>
          <a:xfrm>
            <a:off x="10570887" y="3109536"/>
            <a:ext cx="1195481" cy="1129089"/>
            <a:chOff x="6890535" y="2608962"/>
            <a:chExt cx="1683970" cy="1590450"/>
          </a:xfrm>
          <a:solidFill>
            <a:schemeClr val="accent3"/>
          </a:solidFill>
        </p:grpSpPr>
        <p:sp>
          <p:nvSpPr>
            <p:cNvPr id="2895" name="Circular Arrow 7">
              <a:extLst>
                <a:ext uri="{FF2B5EF4-FFF2-40B4-BE49-F238E27FC236}">
                  <a16:creationId xmlns:a16="http://schemas.microsoft.com/office/drawing/2014/main" id="{9B3479E0-2BFA-311D-3103-319B1CB3991A}"/>
                </a:ext>
              </a:extLst>
            </p:cNvPr>
            <p:cNvSpPr/>
            <p:nvPr/>
          </p:nvSpPr>
          <p:spPr>
            <a:xfrm rot="17398826" flipH="1">
              <a:off x="6928911" y="2570586"/>
              <a:ext cx="1590450" cy="1667202"/>
            </a:xfrm>
            <a:prstGeom prst="circularArrow">
              <a:avLst>
                <a:gd name="adj1" fmla="val 2653"/>
                <a:gd name="adj2" fmla="val 899704"/>
                <a:gd name="adj3" fmla="val 21558133"/>
                <a:gd name="adj4" fmla="val 13202443"/>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sp>
          <p:nvSpPr>
            <p:cNvPr id="2896" name="Circular Arrow 7">
              <a:extLst>
                <a:ext uri="{FF2B5EF4-FFF2-40B4-BE49-F238E27FC236}">
                  <a16:creationId xmlns:a16="http://schemas.microsoft.com/office/drawing/2014/main" id="{30AA3C0A-BADB-D974-661C-2365202E572E}"/>
                </a:ext>
              </a:extLst>
            </p:cNvPr>
            <p:cNvSpPr/>
            <p:nvPr/>
          </p:nvSpPr>
          <p:spPr>
            <a:xfrm rot="6816052" flipH="1">
              <a:off x="7094182" y="2649678"/>
              <a:ext cx="1504919" cy="1455727"/>
            </a:xfrm>
            <a:prstGeom prst="circularArrow">
              <a:avLst>
                <a:gd name="adj1" fmla="val 2619"/>
                <a:gd name="adj2" fmla="val 899704"/>
                <a:gd name="adj3" fmla="val 21579663"/>
                <a:gd name="adj4" fmla="val 13428318"/>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grpSp>
      <p:grpSp>
        <p:nvGrpSpPr>
          <p:cNvPr id="2898" name="Group 2897">
            <a:extLst>
              <a:ext uri="{FF2B5EF4-FFF2-40B4-BE49-F238E27FC236}">
                <a16:creationId xmlns:a16="http://schemas.microsoft.com/office/drawing/2014/main" id="{3F323EF8-7F6D-3313-DE6F-2D7120A587D3}"/>
              </a:ext>
            </a:extLst>
          </p:cNvPr>
          <p:cNvGrpSpPr/>
          <p:nvPr/>
        </p:nvGrpSpPr>
        <p:grpSpPr>
          <a:xfrm>
            <a:off x="1258445" y="3109536"/>
            <a:ext cx="1195481" cy="1129089"/>
            <a:chOff x="6890535" y="2608962"/>
            <a:chExt cx="1683970" cy="1590450"/>
          </a:xfrm>
          <a:solidFill>
            <a:schemeClr val="accent3"/>
          </a:solidFill>
        </p:grpSpPr>
        <p:sp>
          <p:nvSpPr>
            <p:cNvPr id="2900" name="Circular Arrow 7">
              <a:extLst>
                <a:ext uri="{FF2B5EF4-FFF2-40B4-BE49-F238E27FC236}">
                  <a16:creationId xmlns:a16="http://schemas.microsoft.com/office/drawing/2014/main" id="{BEF2D84B-DEFA-20C6-C52A-7B128917178E}"/>
                </a:ext>
              </a:extLst>
            </p:cNvPr>
            <p:cNvSpPr/>
            <p:nvPr/>
          </p:nvSpPr>
          <p:spPr>
            <a:xfrm rot="17398826" flipH="1">
              <a:off x="6928911" y="2570586"/>
              <a:ext cx="1590450" cy="1667202"/>
            </a:xfrm>
            <a:prstGeom prst="circularArrow">
              <a:avLst>
                <a:gd name="adj1" fmla="val 2653"/>
                <a:gd name="adj2" fmla="val 899704"/>
                <a:gd name="adj3" fmla="val 21558133"/>
                <a:gd name="adj4" fmla="val 13202443"/>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sp>
          <p:nvSpPr>
            <p:cNvPr id="2902" name="Circular Arrow 7">
              <a:extLst>
                <a:ext uri="{FF2B5EF4-FFF2-40B4-BE49-F238E27FC236}">
                  <a16:creationId xmlns:a16="http://schemas.microsoft.com/office/drawing/2014/main" id="{90A6CEAD-909D-1A53-1CEC-F1CE7A004448}"/>
                </a:ext>
              </a:extLst>
            </p:cNvPr>
            <p:cNvSpPr/>
            <p:nvPr/>
          </p:nvSpPr>
          <p:spPr>
            <a:xfrm rot="6816052" flipH="1">
              <a:off x="7094182" y="2649678"/>
              <a:ext cx="1504919" cy="1455727"/>
            </a:xfrm>
            <a:prstGeom prst="circularArrow">
              <a:avLst>
                <a:gd name="adj1" fmla="val 2619"/>
                <a:gd name="adj2" fmla="val 899704"/>
                <a:gd name="adj3" fmla="val 21579663"/>
                <a:gd name="adj4" fmla="val 13428318"/>
                <a:gd name="adj5" fmla="val 6439"/>
              </a:avLst>
            </a:prstGeom>
            <a:grp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F0F0F"/>
                </a:solidFill>
                <a:effectLst/>
                <a:uLnTx/>
                <a:uFillTx/>
                <a:latin typeface="Barlow"/>
                <a:ea typeface="+mn-ea"/>
                <a:cs typeface="+mn-cs"/>
              </a:endParaRPr>
            </a:p>
          </p:txBody>
        </p:sp>
      </p:grpSp>
      <p:pic>
        <p:nvPicPr>
          <p:cNvPr id="2903" name="Picture 2902">
            <a:extLst>
              <a:ext uri="{FF2B5EF4-FFF2-40B4-BE49-F238E27FC236}">
                <a16:creationId xmlns:a16="http://schemas.microsoft.com/office/drawing/2014/main" id="{3DC1B659-381F-A9D8-2C2C-02966E64D67C}"/>
              </a:ext>
            </a:extLst>
          </p:cNvPr>
          <p:cNvPicPr>
            <a:picLocks noChangeAspect="1"/>
          </p:cNvPicPr>
          <p:nvPr/>
        </p:nvPicPr>
        <p:blipFill>
          <a:blip r:embed="rId10" cstate="hqprint">
            <a:alphaModFix amt="95000"/>
            <a:duotone>
              <a:prstClr val="black"/>
              <a:schemeClr val="accent6">
                <a:tint val="45000"/>
                <a:satMod val="400000"/>
              </a:schemeClr>
            </a:duotone>
            <a:lum bright="-10000" contrast="5000"/>
            <a:extLst>
              <a:ext uri="{28A0092B-C50C-407E-A947-70E740481C1C}">
                <a14:useLocalDpi xmlns:a14="http://schemas.microsoft.com/office/drawing/2010/main"/>
              </a:ext>
            </a:extLst>
          </a:blip>
          <a:stretch>
            <a:fillRect/>
          </a:stretch>
        </p:blipFill>
        <p:spPr>
          <a:xfrm>
            <a:off x="9282355" y="2981599"/>
            <a:ext cx="1048081" cy="1048081"/>
          </a:xfrm>
          <a:prstGeom prst="ellipse">
            <a:avLst/>
          </a:prstGeom>
        </p:spPr>
      </p:pic>
      <p:pic>
        <p:nvPicPr>
          <p:cNvPr id="2910" name="Picture 2909">
            <a:extLst>
              <a:ext uri="{FF2B5EF4-FFF2-40B4-BE49-F238E27FC236}">
                <a16:creationId xmlns:a16="http://schemas.microsoft.com/office/drawing/2014/main" id="{AD5F148F-C1F3-29C4-FFC7-C67F806ED090}"/>
              </a:ext>
            </a:extLst>
          </p:cNvPr>
          <p:cNvPicPr>
            <a:picLocks noChangeAspect="1"/>
          </p:cNvPicPr>
          <p:nvPr/>
        </p:nvPicPr>
        <p:blipFill>
          <a:blip r:embed="rId11" cstate="hqprint">
            <a:duotone>
              <a:prstClr val="black"/>
              <a:srgbClr val="D9C3A5">
                <a:tint val="50000"/>
                <a:satMod val="180000"/>
              </a:srgbClr>
            </a:duotone>
            <a:alphaModFix amt="60000"/>
            <a:extLst>
              <a:ext uri="{28A0092B-C50C-407E-A947-70E740481C1C}">
                <a14:useLocalDpi xmlns:a14="http://schemas.microsoft.com/office/drawing/2010/main"/>
              </a:ext>
            </a:extLst>
          </a:blip>
          <a:stretch>
            <a:fillRect/>
          </a:stretch>
        </p:blipFill>
        <p:spPr>
          <a:xfrm>
            <a:off x="3866520" y="2923471"/>
            <a:ext cx="1102676" cy="1093712"/>
          </a:xfrm>
          <a:prstGeom prst="rect">
            <a:avLst/>
          </a:prstGeom>
          <a:ln>
            <a:noFill/>
          </a:ln>
        </p:spPr>
      </p:pic>
      <p:pic>
        <p:nvPicPr>
          <p:cNvPr id="2911" name="Picture 2910">
            <a:extLst>
              <a:ext uri="{FF2B5EF4-FFF2-40B4-BE49-F238E27FC236}">
                <a16:creationId xmlns:a16="http://schemas.microsoft.com/office/drawing/2014/main" id="{85EEA4A2-85C4-99B8-2880-E8574C0E79CF}"/>
              </a:ext>
            </a:extLst>
          </p:cNvPr>
          <p:cNvPicPr>
            <a:picLocks noChangeAspect="1"/>
          </p:cNvPicPr>
          <p:nvPr/>
        </p:nvPicPr>
        <p:blipFill>
          <a:blip r:embed="rId12" cstate="hqprint">
            <a:alphaModFix amt="95000"/>
            <a:duotone>
              <a:prstClr val="black"/>
              <a:schemeClr val="accent6">
                <a:tint val="45000"/>
                <a:satMod val="400000"/>
              </a:schemeClr>
            </a:duotone>
            <a:lum bright="-10000" contrast="5000"/>
            <a:extLst>
              <a:ext uri="{28A0092B-C50C-407E-A947-70E740481C1C}">
                <a14:useLocalDpi xmlns:a14="http://schemas.microsoft.com/office/drawing/2010/main"/>
              </a:ext>
            </a:extLst>
          </a:blip>
          <a:stretch>
            <a:fillRect/>
          </a:stretch>
        </p:blipFill>
        <p:spPr>
          <a:xfrm>
            <a:off x="10852511" y="3430782"/>
            <a:ext cx="260219" cy="260219"/>
          </a:xfrm>
          <a:prstGeom prst="ellipse">
            <a:avLst/>
          </a:prstGeom>
        </p:spPr>
      </p:pic>
      <p:pic>
        <p:nvPicPr>
          <p:cNvPr id="2912" name="Picture 2911">
            <a:extLst>
              <a:ext uri="{FF2B5EF4-FFF2-40B4-BE49-F238E27FC236}">
                <a16:creationId xmlns:a16="http://schemas.microsoft.com/office/drawing/2014/main" id="{FE9C1989-6C38-63E9-A92D-3D43B08969E7}"/>
              </a:ext>
            </a:extLst>
          </p:cNvPr>
          <p:cNvPicPr>
            <a:picLocks noChangeAspect="1"/>
          </p:cNvPicPr>
          <p:nvPr/>
        </p:nvPicPr>
        <p:blipFill>
          <a:blip r:embed="rId13" cstate="hqprint">
            <a:alphaModFix amt="95000"/>
            <a:duotone>
              <a:prstClr val="black"/>
              <a:schemeClr val="accent6">
                <a:tint val="45000"/>
                <a:satMod val="400000"/>
              </a:schemeClr>
            </a:duotone>
            <a:lum bright="-10000" contrast="5000"/>
            <a:extLst>
              <a:ext uri="{28A0092B-C50C-407E-A947-70E740481C1C}">
                <a14:useLocalDpi xmlns:a14="http://schemas.microsoft.com/office/drawing/2010/main"/>
              </a:ext>
            </a:extLst>
          </a:blip>
          <a:stretch>
            <a:fillRect/>
          </a:stretch>
        </p:blipFill>
        <p:spPr>
          <a:xfrm>
            <a:off x="11191796" y="3337435"/>
            <a:ext cx="314865" cy="314865"/>
          </a:xfrm>
          <a:prstGeom prst="ellipse">
            <a:avLst/>
          </a:prstGeom>
        </p:spPr>
      </p:pic>
      <p:pic>
        <p:nvPicPr>
          <p:cNvPr id="2913" name="Picture 2912">
            <a:extLst>
              <a:ext uri="{FF2B5EF4-FFF2-40B4-BE49-F238E27FC236}">
                <a16:creationId xmlns:a16="http://schemas.microsoft.com/office/drawing/2014/main" id="{CC1A8AF4-6F5F-1B56-9CC2-354FCB9DFFCF}"/>
              </a:ext>
            </a:extLst>
          </p:cNvPr>
          <p:cNvPicPr>
            <a:picLocks noChangeAspect="1"/>
          </p:cNvPicPr>
          <p:nvPr/>
        </p:nvPicPr>
        <p:blipFill>
          <a:blip r:embed="rId13" cstate="hqprint">
            <a:alphaModFix amt="95000"/>
            <a:duotone>
              <a:prstClr val="black"/>
              <a:schemeClr val="accent6">
                <a:tint val="45000"/>
                <a:satMod val="400000"/>
              </a:schemeClr>
            </a:duotone>
            <a:lum bright="-10000" contrast="5000"/>
            <a:extLst>
              <a:ext uri="{28A0092B-C50C-407E-A947-70E740481C1C}">
                <a14:useLocalDpi xmlns:a14="http://schemas.microsoft.com/office/drawing/2010/main"/>
              </a:ext>
            </a:extLst>
          </a:blip>
          <a:stretch>
            <a:fillRect/>
          </a:stretch>
        </p:blipFill>
        <p:spPr>
          <a:xfrm>
            <a:off x="11034364" y="3690054"/>
            <a:ext cx="314865" cy="314865"/>
          </a:xfrm>
          <a:prstGeom prst="ellipse">
            <a:avLst/>
          </a:prstGeom>
        </p:spPr>
      </p:pic>
      <p:sp>
        <p:nvSpPr>
          <p:cNvPr id="2914" name="Triangle 39">
            <a:extLst>
              <a:ext uri="{FF2B5EF4-FFF2-40B4-BE49-F238E27FC236}">
                <a16:creationId xmlns:a16="http://schemas.microsoft.com/office/drawing/2014/main" id="{C61F4C6B-FF86-7A98-1C7D-6F98B0CB60A7}"/>
              </a:ext>
            </a:extLst>
          </p:cNvPr>
          <p:cNvSpPr/>
          <p:nvPr/>
        </p:nvSpPr>
        <p:spPr>
          <a:xfrm rot="20876971">
            <a:off x="3001540" y="3211920"/>
            <a:ext cx="233464" cy="201262"/>
          </a:xfrm>
          <a:prstGeom prst="triangle">
            <a:avLst/>
          </a:pr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arlow"/>
              <a:ea typeface="+mn-ea"/>
              <a:cs typeface="+mn-cs"/>
            </a:endParaRPr>
          </a:p>
        </p:txBody>
      </p:sp>
      <p:sp>
        <p:nvSpPr>
          <p:cNvPr id="2915" name="Triangle 40">
            <a:extLst>
              <a:ext uri="{FF2B5EF4-FFF2-40B4-BE49-F238E27FC236}">
                <a16:creationId xmlns:a16="http://schemas.microsoft.com/office/drawing/2014/main" id="{4D3A083E-CF6D-46A6-E1D5-292F7ED2E2AD}"/>
              </a:ext>
            </a:extLst>
          </p:cNvPr>
          <p:cNvSpPr/>
          <p:nvPr/>
        </p:nvSpPr>
        <p:spPr>
          <a:xfrm rot="2916442">
            <a:off x="9403149" y="3956600"/>
            <a:ext cx="233464" cy="201262"/>
          </a:xfrm>
          <a:prstGeom prst="triangle">
            <a:avLst/>
          </a:pr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Barlow"/>
              <a:ea typeface="+mn-ea"/>
              <a:cs typeface="+mn-cs"/>
            </a:endParaRPr>
          </a:p>
        </p:txBody>
      </p:sp>
      <p:sp>
        <p:nvSpPr>
          <p:cNvPr id="2916" name="Snip Single Corner Rectangle 99">
            <a:extLst>
              <a:ext uri="{FF2B5EF4-FFF2-40B4-BE49-F238E27FC236}">
                <a16:creationId xmlns:a16="http://schemas.microsoft.com/office/drawing/2014/main" id="{5F9A7ECF-F580-6ACC-7E9C-0A49A44D70ED}"/>
              </a:ext>
            </a:extLst>
          </p:cNvPr>
          <p:cNvSpPr/>
          <p:nvPr/>
        </p:nvSpPr>
        <p:spPr bwMode="auto">
          <a:xfrm>
            <a:off x="10308492" y="2495349"/>
            <a:ext cx="1864583" cy="539894"/>
          </a:xfrm>
          <a:custGeom>
            <a:avLst/>
            <a:gdLst>
              <a:gd name="connsiteX0" fmla="*/ 0 w 2171834"/>
              <a:gd name="connsiteY0" fmla="*/ 0 h 530063"/>
              <a:gd name="connsiteX1" fmla="*/ 1906803 w 2171834"/>
              <a:gd name="connsiteY1" fmla="*/ 0 h 530063"/>
              <a:gd name="connsiteX2" fmla="*/ 2171834 w 2171834"/>
              <a:gd name="connsiteY2" fmla="*/ 265032 h 530063"/>
              <a:gd name="connsiteX3" fmla="*/ 2171834 w 2171834"/>
              <a:gd name="connsiteY3" fmla="*/ 530063 h 530063"/>
              <a:gd name="connsiteX4" fmla="*/ 0 w 2171834"/>
              <a:gd name="connsiteY4" fmla="*/ 530063 h 530063"/>
              <a:gd name="connsiteX5" fmla="*/ 0 w 2171834"/>
              <a:gd name="connsiteY5" fmla="*/ 0 h 530063"/>
              <a:gd name="connsiteX0" fmla="*/ 0 w 2171834"/>
              <a:gd name="connsiteY0" fmla="*/ 10160 h 540223"/>
              <a:gd name="connsiteX1" fmla="*/ 1602003 w 2171834"/>
              <a:gd name="connsiteY1" fmla="*/ 0 h 540223"/>
              <a:gd name="connsiteX2" fmla="*/ 2171834 w 2171834"/>
              <a:gd name="connsiteY2" fmla="*/ 275192 h 540223"/>
              <a:gd name="connsiteX3" fmla="*/ 2171834 w 2171834"/>
              <a:gd name="connsiteY3" fmla="*/ 540223 h 540223"/>
              <a:gd name="connsiteX4" fmla="*/ 0 w 2171834"/>
              <a:gd name="connsiteY4" fmla="*/ 540223 h 540223"/>
              <a:gd name="connsiteX5" fmla="*/ 0 w 2171834"/>
              <a:gd name="connsiteY5" fmla="*/ 10160 h 540223"/>
              <a:gd name="connsiteX0" fmla="*/ 0 w 2171834"/>
              <a:gd name="connsiteY0" fmla="*/ 10160 h 540223"/>
              <a:gd name="connsiteX1" fmla="*/ 1602003 w 2171834"/>
              <a:gd name="connsiteY1" fmla="*/ 0 h 540223"/>
              <a:gd name="connsiteX2" fmla="*/ 1999114 w 2171834"/>
              <a:gd name="connsiteY2" fmla="*/ 386952 h 540223"/>
              <a:gd name="connsiteX3" fmla="*/ 2171834 w 2171834"/>
              <a:gd name="connsiteY3" fmla="*/ 540223 h 540223"/>
              <a:gd name="connsiteX4" fmla="*/ 0 w 2171834"/>
              <a:gd name="connsiteY4" fmla="*/ 540223 h 540223"/>
              <a:gd name="connsiteX5" fmla="*/ 0 w 2171834"/>
              <a:gd name="connsiteY5" fmla="*/ 10160 h 540223"/>
              <a:gd name="connsiteX0" fmla="*/ 0 w 2070234"/>
              <a:gd name="connsiteY0" fmla="*/ 10160 h 540223"/>
              <a:gd name="connsiteX1" fmla="*/ 1602003 w 2070234"/>
              <a:gd name="connsiteY1" fmla="*/ 0 h 540223"/>
              <a:gd name="connsiteX2" fmla="*/ 1999114 w 2070234"/>
              <a:gd name="connsiteY2" fmla="*/ 386952 h 540223"/>
              <a:gd name="connsiteX3" fmla="*/ 2070234 w 2070234"/>
              <a:gd name="connsiteY3" fmla="*/ 540223 h 540223"/>
              <a:gd name="connsiteX4" fmla="*/ 0 w 2070234"/>
              <a:gd name="connsiteY4" fmla="*/ 540223 h 540223"/>
              <a:gd name="connsiteX5" fmla="*/ 0 w 2070234"/>
              <a:gd name="connsiteY5" fmla="*/ 10160 h 540223"/>
              <a:gd name="connsiteX0" fmla="*/ 0 w 2070234"/>
              <a:gd name="connsiteY0" fmla="*/ 10160 h 540223"/>
              <a:gd name="connsiteX1" fmla="*/ 1602003 w 2070234"/>
              <a:gd name="connsiteY1" fmla="*/ 0 h 540223"/>
              <a:gd name="connsiteX2" fmla="*/ 1917912 w 2070234"/>
              <a:gd name="connsiteY2" fmla="*/ 358708 h 540223"/>
              <a:gd name="connsiteX3" fmla="*/ 2070234 w 2070234"/>
              <a:gd name="connsiteY3" fmla="*/ 540223 h 540223"/>
              <a:gd name="connsiteX4" fmla="*/ 0 w 2070234"/>
              <a:gd name="connsiteY4" fmla="*/ 540223 h 540223"/>
              <a:gd name="connsiteX5" fmla="*/ 0 w 2070234"/>
              <a:gd name="connsiteY5" fmla="*/ 10160 h 540223"/>
              <a:gd name="connsiteX0" fmla="*/ 0 w 1932545"/>
              <a:gd name="connsiteY0" fmla="*/ 10160 h 540223"/>
              <a:gd name="connsiteX1" fmla="*/ 1602003 w 1932545"/>
              <a:gd name="connsiteY1" fmla="*/ 0 h 540223"/>
              <a:gd name="connsiteX2" fmla="*/ 1917912 w 1932545"/>
              <a:gd name="connsiteY2" fmla="*/ 358708 h 540223"/>
              <a:gd name="connsiteX3" fmla="*/ 1932545 w 1932545"/>
              <a:gd name="connsiteY3" fmla="*/ 536693 h 540223"/>
              <a:gd name="connsiteX4" fmla="*/ 0 w 1932545"/>
              <a:gd name="connsiteY4" fmla="*/ 540223 h 540223"/>
              <a:gd name="connsiteX5" fmla="*/ 0 w 1932545"/>
              <a:gd name="connsiteY5" fmla="*/ 10160 h 540223"/>
              <a:gd name="connsiteX0" fmla="*/ 0 w 2084356"/>
              <a:gd name="connsiteY0" fmla="*/ 10160 h 540223"/>
              <a:gd name="connsiteX1" fmla="*/ 1602003 w 2084356"/>
              <a:gd name="connsiteY1" fmla="*/ 0 h 540223"/>
              <a:gd name="connsiteX2" fmla="*/ 1917912 w 2084356"/>
              <a:gd name="connsiteY2" fmla="*/ 358708 h 540223"/>
              <a:gd name="connsiteX3" fmla="*/ 2084356 w 2084356"/>
              <a:gd name="connsiteY3" fmla="*/ 536693 h 540223"/>
              <a:gd name="connsiteX4" fmla="*/ 0 w 2084356"/>
              <a:gd name="connsiteY4" fmla="*/ 540223 h 540223"/>
              <a:gd name="connsiteX5" fmla="*/ 0 w 2084356"/>
              <a:gd name="connsiteY5" fmla="*/ 10160 h 540223"/>
              <a:gd name="connsiteX0" fmla="*/ 0 w 2084356"/>
              <a:gd name="connsiteY0" fmla="*/ 6114 h 536177"/>
              <a:gd name="connsiteX1" fmla="*/ 1676810 w 2084356"/>
              <a:gd name="connsiteY1" fmla="*/ 0 h 536177"/>
              <a:gd name="connsiteX2" fmla="*/ 1917912 w 2084356"/>
              <a:gd name="connsiteY2" fmla="*/ 354662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6114 h 536177"/>
              <a:gd name="connsiteX1" fmla="*/ 1676810 w 2084356"/>
              <a:gd name="connsiteY1" fmla="*/ 0 h 536177"/>
              <a:gd name="connsiteX2" fmla="*/ 1945114 w 2084356"/>
              <a:gd name="connsiteY2" fmla="*/ 350616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9831 h 539894"/>
              <a:gd name="connsiteX1" fmla="*/ 1683057 w 2084356"/>
              <a:gd name="connsiteY1" fmla="*/ 0 h 539894"/>
              <a:gd name="connsiteX2" fmla="*/ 1945114 w 2084356"/>
              <a:gd name="connsiteY2" fmla="*/ 354333 h 539894"/>
              <a:gd name="connsiteX3" fmla="*/ 2084356 w 2084356"/>
              <a:gd name="connsiteY3" fmla="*/ 536364 h 539894"/>
              <a:gd name="connsiteX4" fmla="*/ 0 w 2084356"/>
              <a:gd name="connsiteY4" fmla="*/ 539894 h 539894"/>
              <a:gd name="connsiteX5" fmla="*/ 0 w 2084356"/>
              <a:gd name="connsiteY5" fmla="*/ 9831 h 53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4356" h="539894">
                <a:moveTo>
                  <a:pt x="0" y="9831"/>
                </a:moveTo>
                <a:lnTo>
                  <a:pt x="1683057" y="0"/>
                </a:lnTo>
                <a:lnTo>
                  <a:pt x="1945114" y="354333"/>
                </a:lnTo>
                <a:lnTo>
                  <a:pt x="2084356" y="536364"/>
                </a:lnTo>
                <a:lnTo>
                  <a:pt x="0" y="539894"/>
                </a:lnTo>
                <a:lnTo>
                  <a:pt x="0" y="9831"/>
                </a:lnTo>
                <a:close/>
              </a:path>
            </a:pathLst>
          </a:custGeom>
          <a:noFill/>
          <a:ln>
            <a:noFill/>
            <a:headEnd/>
            <a:tailEnd/>
          </a:ln>
          <a:effectLst/>
          <a:scene3d>
            <a:camera prst="orthographicFront"/>
            <a:lightRig rig="threePt" dir="t">
              <a:rot lat="0" lon="0" rev="1200000"/>
            </a:lightRig>
          </a:scene3d>
          <a:sp3d/>
        </p:spPr>
        <p:txBody>
          <a:bodyPr wrap="none" lIns="182880" tIns="91440" rIns="182880" bIns="91440" rtlCol="0" anchor="ctr" anchorCtr="0">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MX" sz="1200" b="0" i="0" u="none" strike="noStrike" kern="0" cap="none" spc="0" normalizeH="0" baseline="0" noProof="0">
                <a:ln>
                  <a:noFill/>
                </a:ln>
                <a:solidFill>
                  <a:srgbClr val="0F0F0F"/>
                </a:solidFill>
                <a:effectLst/>
                <a:uLnTx/>
                <a:uFillTx/>
                <a:latin typeface="Barlow Medium" pitchFamily="2" charset="77"/>
                <a:ea typeface="+mn-ea"/>
                <a:cs typeface="+mn-cs"/>
              </a:rPr>
              <a:t>SELL</a:t>
            </a:r>
          </a:p>
        </p:txBody>
      </p:sp>
      <p:sp>
        <p:nvSpPr>
          <p:cNvPr id="2917" name="Snip Single Corner Rectangle 99">
            <a:extLst>
              <a:ext uri="{FF2B5EF4-FFF2-40B4-BE49-F238E27FC236}">
                <a16:creationId xmlns:a16="http://schemas.microsoft.com/office/drawing/2014/main" id="{50E84F33-EDE8-8C7E-9216-3DBC1A63D031}"/>
              </a:ext>
            </a:extLst>
          </p:cNvPr>
          <p:cNvSpPr/>
          <p:nvPr/>
        </p:nvSpPr>
        <p:spPr bwMode="auto">
          <a:xfrm>
            <a:off x="3759097" y="2504146"/>
            <a:ext cx="1864583" cy="539894"/>
          </a:xfrm>
          <a:custGeom>
            <a:avLst/>
            <a:gdLst>
              <a:gd name="connsiteX0" fmla="*/ 0 w 2171834"/>
              <a:gd name="connsiteY0" fmla="*/ 0 h 530063"/>
              <a:gd name="connsiteX1" fmla="*/ 1906803 w 2171834"/>
              <a:gd name="connsiteY1" fmla="*/ 0 h 530063"/>
              <a:gd name="connsiteX2" fmla="*/ 2171834 w 2171834"/>
              <a:gd name="connsiteY2" fmla="*/ 265032 h 530063"/>
              <a:gd name="connsiteX3" fmla="*/ 2171834 w 2171834"/>
              <a:gd name="connsiteY3" fmla="*/ 530063 h 530063"/>
              <a:gd name="connsiteX4" fmla="*/ 0 w 2171834"/>
              <a:gd name="connsiteY4" fmla="*/ 530063 h 530063"/>
              <a:gd name="connsiteX5" fmla="*/ 0 w 2171834"/>
              <a:gd name="connsiteY5" fmla="*/ 0 h 530063"/>
              <a:gd name="connsiteX0" fmla="*/ 0 w 2171834"/>
              <a:gd name="connsiteY0" fmla="*/ 10160 h 540223"/>
              <a:gd name="connsiteX1" fmla="*/ 1602003 w 2171834"/>
              <a:gd name="connsiteY1" fmla="*/ 0 h 540223"/>
              <a:gd name="connsiteX2" fmla="*/ 2171834 w 2171834"/>
              <a:gd name="connsiteY2" fmla="*/ 275192 h 540223"/>
              <a:gd name="connsiteX3" fmla="*/ 2171834 w 2171834"/>
              <a:gd name="connsiteY3" fmla="*/ 540223 h 540223"/>
              <a:gd name="connsiteX4" fmla="*/ 0 w 2171834"/>
              <a:gd name="connsiteY4" fmla="*/ 540223 h 540223"/>
              <a:gd name="connsiteX5" fmla="*/ 0 w 2171834"/>
              <a:gd name="connsiteY5" fmla="*/ 10160 h 540223"/>
              <a:gd name="connsiteX0" fmla="*/ 0 w 2171834"/>
              <a:gd name="connsiteY0" fmla="*/ 10160 h 540223"/>
              <a:gd name="connsiteX1" fmla="*/ 1602003 w 2171834"/>
              <a:gd name="connsiteY1" fmla="*/ 0 h 540223"/>
              <a:gd name="connsiteX2" fmla="*/ 1999114 w 2171834"/>
              <a:gd name="connsiteY2" fmla="*/ 386952 h 540223"/>
              <a:gd name="connsiteX3" fmla="*/ 2171834 w 2171834"/>
              <a:gd name="connsiteY3" fmla="*/ 540223 h 540223"/>
              <a:gd name="connsiteX4" fmla="*/ 0 w 2171834"/>
              <a:gd name="connsiteY4" fmla="*/ 540223 h 540223"/>
              <a:gd name="connsiteX5" fmla="*/ 0 w 2171834"/>
              <a:gd name="connsiteY5" fmla="*/ 10160 h 540223"/>
              <a:gd name="connsiteX0" fmla="*/ 0 w 2070234"/>
              <a:gd name="connsiteY0" fmla="*/ 10160 h 540223"/>
              <a:gd name="connsiteX1" fmla="*/ 1602003 w 2070234"/>
              <a:gd name="connsiteY1" fmla="*/ 0 h 540223"/>
              <a:gd name="connsiteX2" fmla="*/ 1999114 w 2070234"/>
              <a:gd name="connsiteY2" fmla="*/ 386952 h 540223"/>
              <a:gd name="connsiteX3" fmla="*/ 2070234 w 2070234"/>
              <a:gd name="connsiteY3" fmla="*/ 540223 h 540223"/>
              <a:gd name="connsiteX4" fmla="*/ 0 w 2070234"/>
              <a:gd name="connsiteY4" fmla="*/ 540223 h 540223"/>
              <a:gd name="connsiteX5" fmla="*/ 0 w 2070234"/>
              <a:gd name="connsiteY5" fmla="*/ 10160 h 540223"/>
              <a:gd name="connsiteX0" fmla="*/ 0 w 2070234"/>
              <a:gd name="connsiteY0" fmla="*/ 10160 h 540223"/>
              <a:gd name="connsiteX1" fmla="*/ 1602003 w 2070234"/>
              <a:gd name="connsiteY1" fmla="*/ 0 h 540223"/>
              <a:gd name="connsiteX2" fmla="*/ 1917912 w 2070234"/>
              <a:gd name="connsiteY2" fmla="*/ 358708 h 540223"/>
              <a:gd name="connsiteX3" fmla="*/ 2070234 w 2070234"/>
              <a:gd name="connsiteY3" fmla="*/ 540223 h 540223"/>
              <a:gd name="connsiteX4" fmla="*/ 0 w 2070234"/>
              <a:gd name="connsiteY4" fmla="*/ 540223 h 540223"/>
              <a:gd name="connsiteX5" fmla="*/ 0 w 2070234"/>
              <a:gd name="connsiteY5" fmla="*/ 10160 h 540223"/>
              <a:gd name="connsiteX0" fmla="*/ 0 w 1932545"/>
              <a:gd name="connsiteY0" fmla="*/ 10160 h 540223"/>
              <a:gd name="connsiteX1" fmla="*/ 1602003 w 1932545"/>
              <a:gd name="connsiteY1" fmla="*/ 0 h 540223"/>
              <a:gd name="connsiteX2" fmla="*/ 1917912 w 1932545"/>
              <a:gd name="connsiteY2" fmla="*/ 358708 h 540223"/>
              <a:gd name="connsiteX3" fmla="*/ 1932545 w 1932545"/>
              <a:gd name="connsiteY3" fmla="*/ 536693 h 540223"/>
              <a:gd name="connsiteX4" fmla="*/ 0 w 1932545"/>
              <a:gd name="connsiteY4" fmla="*/ 540223 h 540223"/>
              <a:gd name="connsiteX5" fmla="*/ 0 w 1932545"/>
              <a:gd name="connsiteY5" fmla="*/ 10160 h 540223"/>
              <a:gd name="connsiteX0" fmla="*/ 0 w 2084356"/>
              <a:gd name="connsiteY0" fmla="*/ 10160 h 540223"/>
              <a:gd name="connsiteX1" fmla="*/ 1602003 w 2084356"/>
              <a:gd name="connsiteY1" fmla="*/ 0 h 540223"/>
              <a:gd name="connsiteX2" fmla="*/ 1917912 w 2084356"/>
              <a:gd name="connsiteY2" fmla="*/ 358708 h 540223"/>
              <a:gd name="connsiteX3" fmla="*/ 2084356 w 2084356"/>
              <a:gd name="connsiteY3" fmla="*/ 536693 h 540223"/>
              <a:gd name="connsiteX4" fmla="*/ 0 w 2084356"/>
              <a:gd name="connsiteY4" fmla="*/ 540223 h 540223"/>
              <a:gd name="connsiteX5" fmla="*/ 0 w 2084356"/>
              <a:gd name="connsiteY5" fmla="*/ 10160 h 540223"/>
              <a:gd name="connsiteX0" fmla="*/ 0 w 2084356"/>
              <a:gd name="connsiteY0" fmla="*/ 6114 h 536177"/>
              <a:gd name="connsiteX1" fmla="*/ 1676810 w 2084356"/>
              <a:gd name="connsiteY1" fmla="*/ 0 h 536177"/>
              <a:gd name="connsiteX2" fmla="*/ 1917912 w 2084356"/>
              <a:gd name="connsiteY2" fmla="*/ 354662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6114 h 536177"/>
              <a:gd name="connsiteX1" fmla="*/ 1676810 w 2084356"/>
              <a:gd name="connsiteY1" fmla="*/ 0 h 536177"/>
              <a:gd name="connsiteX2" fmla="*/ 1945114 w 2084356"/>
              <a:gd name="connsiteY2" fmla="*/ 350616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9831 h 539894"/>
              <a:gd name="connsiteX1" fmla="*/ 1683057 w 2084356"/>
              <a:gd name="connsiteY1" fmla="*/ 0 h 539894"/>
              <a:gd name="connsiteX2" fmla="*/ 1945114 w 2084356"/>
              <a:gd name="connsiteY2" fmla="*/ 354333 h 539894"/>
              <a:gd name="connsiteX3" fmla="*/ 2084356 w 2084356"/>
              <a:gd name="connsiteY3" fmla="*/ 536364 h 539894"/>
              <a:gd name="connsiteX4" fmla="*/ 0 w 2084356"/>
              <a:gd name="connsiteY4" fmla="*/ 539894 h 539894"/>
              <a:gd name="connsiteX5" fmla="*/ 0 w 2084356"/>
              <a:gd name="connsiteY5" fmla="*/ 9831 h 53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4356" h="539894">
                <a:moveTo>
                  <a:pt x="0" y="9831"/>
                </a:moveTo>
                <a:lnTo>
                  <a:pt x="1683057" y="0"/>
                </a:lnTo>
                <a:lnTo>
                  <a:pt x="1945114" y="354333"/>
                </a:lnTo>
                <a:lnTo>
                  <a:pt x="2084356" y="536364"/>
                </a:lnTo>
                <a:lnTo>
                  <a:pt x="0" y="539894"/>
                </a:lnTo>
                <a:lnTo>
                  <a:pt x="0" y="9831"/>
                </a:lnTo>
                <a:close/>
              </a:path>
            </a:pathLst>
          </a:custGeom>
          <a:noFill/>
          <a:ln>
            <a:noFill/>
            <a:headEnd/>
            <a:tailEnd/>
          </a:ln>
          <a:effectLst/>
          <a:scene3d>
            <a:camera prst="orthographicFront"/>
            <a:lightRig rig="threePt" dir="t">
              <a:rot lat="0" lon="0" rev="1200000"/>
            </a:lightRig>
          </a:scene3d>
          <a:sp3d/>
        </p:spPr>
        <p:txBody>
          <a:bodyPr wrap="none" lIns="182880" tIns="91440" rIns="182880" bIns="91440" rtlCol="0" anchor="ctr" anchorCtr="0">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MX" sz="1200" b="0" i="0" u="none" strike="noStrike" kern="0" cap="none" spc="0" normalizeH="0" baseline="0" noProof="0">
                <a:ln>
                  <a:noFill/>
                </a:ln>
                <a:solidFill>
                  <a:srgbClr val="0F0F0F"/>
                </a:solidFill>
                <a:effectLst/>
                <a:uLnTx/>
                <a:uFillTx/>
                <a:latin typeface="Barlow Medium" pitchFamily="2" charset="77"/>
                <a:ea typeface="+mn-ea"/>
                <a:cs typeface="+mn-cs"/>
              </a:rPr>
              <a:t>CREATE</a:t>
            </a:r>
          </a:p>
        </p:txBody>
      </p:sp>
      <p:sp>
        <p:nvSpPr>
          <p:cNvPr id="2918" name="Snip Single Corner Rectangle 99">
            <a:extLst>
              <a:ext uri="{FF2B5EF4-FFF2-40B4-BE49-F238E27FC236}">
                <a16:creationId xmlns:a16="http://schemas.microsoft.com/office/drawing/2014/main" id="{AAE02BC5-CB88-05BD-E3C0-755BAF0437EA}"/>
              </a:ext>
            </a:extLst>
          </p:cNvPr>
          <p:cNvSpPr/>
          <p:nvPr/>
        </p:nvSpPr>
        <p:spPr bwMode="auto">
          <a:xfrm>
            <a:off x="390516" y="2502735"/>
            <a:ext cx="1864583" cy="539894"/>
          </a:xfrm>
          <a:custGeom>
            <a:avLst/>
            <a:gdLst>
              <a:gd name="connsiteX0" fmla="*/ 0 w 2171834"/>
              <a:gd name="connsiteY0" fmla="*/ 0 h 530063"/>
              <a:gd name="connsiteX1" fmla="*/ 1906803 w 2171834"/>
              <a:gd name="connsiteY1" fmla="*/ 0 h 530063"/>
              <a:gd name="connsiteX2" fmla="*/ 2171834 w 2171834"/>
              <a:gd name="connsiteY2" fmla="*/ 265032 h 530063"/>
              <a:gd name="connsiteX3" fmla="*/ 2171834 w 2171834"/>
              <a:gd name="connsiteY3" fmla="*/ 530063 h 530063"/>
              <a:gd name="connsiteX4" fmla="*/ 0 w 2171834"/>
              <a:gd name="connsiteY4" fmla="*/ 530063 h 530063"/>
              <a:gd name="connsiteX5" fmla="*/ 0 w 2171834"/>
              <a:gd name="connsiteY5" fmla="*/ 0 h 530063"/>
              <a:gd name="connsiteX0" fmla="*/ 0 w 2171834"/>
              <a:gd name="connsiteY0" fmla="*/ 10160 h 540223"/>
              <a:gd name="connsiteX1" fmla="*/ 1602003 w 2171834"/>
              <a:gd name="connsiteY1" fmla="*/ 0 h 540223"/>
              <a:gd name="connsiteX2" fmla="*/ 2171834 w 2171834"/>
              <a:gd name="connsiteY2" fmla="*/ 275192 h 540223"/>
              <a:gd name="connsiteX3" fmla="*/ 2171834 w 2171834"/>
              <a:gd name="connsiteY3" fmla="*/ 540223 h 540223"/>
              <a:gd name="connsiteX4" fmla="*/ 0 w 2171834"/>
              <a:gd name="connsiteY4" fmla="*/ 540223 h 540223"/>
              <a:gd name="connsiteX5" fmla="*/ 0 w 2171834"/>
              <a:gd name="connsiteY5" fmla="*/ 10160 h 540223"/>
              <a:gd name="connsiteX0" fmla="*/ 0 w 2171834"/>
              <a:gd name="connsiteY0" fmla="*/ 10160 h 540223"/>
              <a:gd name="connsiteX1" fmla="*/ 1602003 w 2171834"/>
              <a:gd name="connsiteY1" fmla="*/ 0 h 540223"/>
              <a:gd name="connsiteX2" fmla="*/ 1999114 w 2171834"/>
              <a:gd name="connsiteY2" fmla="*/ 386952 h 540223"/>
              <a:gd name="connsiteX3" fmla="*/ 2171834 w 2171834"/>
              <a:gd name="connsiteY3" fmla="*/ 540223 h 540223"/>
              <a:gd name="connsiteX4" fmla="*/ 0 w 2171834"/>
              <a:gd name="connsiteY4" fmla="*/ 540223 h 540223"/>
              <a:gd name="connsiteX5" fmla="*/ 0 w 2171834"/>
              <a:gd name="connsiteY5" fmla="*/ 10160 h 540223"/>
              <a:gd name="connsiteX0" fmla="*/ 0 w 2070234"/>
              <a:gd name="connsiteY0" fmla="*/ 10160 h 540223"/>
              <a:gd name="connsiteX1" fmla="*/ 1602003 w 2070234"/>
              <a:gd name="connsiteY1" fmla="*/ 0 h 540223"/>
              <a:gd name="connsiteX2" fmla="*/ 1999114 w 2070234"/>
              <a:gd name="connsiteY2" fmla="*/ 386952 h 540223"/>
              <a:gd name="connsiteX3" fmla="*/ 2070234 w 2070234"/>
              <a:gd name="connsiteY3" fmla="*/ 540223 h 540223"/>
              <a:gd name="connsiteX4" fmla="*/ 0 w 2070234"/>
              <a:gd name="connsiteY4" fmla="*/ 540223 h 540223"/>
              <a:gd name="connsiteX5" fmla="*/ 0 w 2070234"/>
              <a:gd name="connsiteY5" fmla="*/ 10160 h 540223"/>
              <a:gd name="connsiteX0" fmla="*/ 0 w 2070234"/>
              <a:gd name="connsiteY0" fmla="*/ 10160 h 540223"/>
              <a:gd name="connsiteX1" fmla="*/ 1602003 w 2070234"/>
              <a:gd name="connsiteY1" fmla="*/ 0 h 540223"/>
              <a:gd name="connsiteX2" fmla="*/ 1917912 w 2070234"/>
              <a:gd name="connsiteY2" fmla="*/ 358708 h 540223"/>
              <a:gd name="connsiteX3" fmla="*/ 2070234 w 2070234"/>
              <a:gd name="connsiteY3" fmla="*/ 540223 h 540223"/>
              <a:gd name="connsiteX4" fmla="*/ 0 w 2070234"/>
              <a:gd name="connsiteY4" fmla="*/ 540223 h 540223"/>
              <a:gd name="connsiteX5" fmla="*/ 0 w 2070234"/>
              <a:gd name="connsiteY5" fmla="*/ 10160 h 540223"/>
              <a:gd name="connsiteX0" fmla="*/ 0 w 1932545"/>
              <a:gd name="connsiteY0" fmla="*/ 10160 h 540223"/>
              <a:gd name="connsiteX1" fmla="*/ 1602003 w 1932545"/>
              <a:gd name="connsiteY1" fmla="*/ 0 h 540223"/>
              <a:gd name="connsiteX2" fmla="*/ 1917912 w 1932545"/>
              <a:gd name="connsiteY2" fmla="*/ 358708 h 540223"/>
              <a:gd name="connsiteX3" fmla="*/ 1932545 w 1932545"/>
              <a:gd name="connsiteY3" fmla="*/ 536693 h 540223"/>
              <a:gd name="connsiteX4" fmla="*/ 0 w 1932545"/>
              <a:gd name="connsiteY4" fmla="*/ 540223 h 540223"/>
              <a:gd name="connsiteX5" fmla="*/ 0 w 1932545"/>
              <a:gd name="connsiteY5" fmla="*/ 10160 h 540223"/>
              <a:gd name="connsiteX0" fmla="*/ 0 w 2084356"/>
              <a:gd name="connsiteY0" fmla="*/ 10160 h 540223"/>
              <a:gd name="connsiteX1" fmla="*/ 1602003 w 2084356"/>
              <a:gd name="connsiteY1" fmla="*/ 0 h 540223"/>
              <a:gd name="connsiteX2" fmla="*/ 1917912 w 2084356"/>
              <a:gd name="connsiteY2" fmla="*/ 358708 h 540223"/>
              <a:gd name="connsiteX3" fmla="*/ 2084356 w 2084356"/>
              <a:gd name="connsiteY3" fmla="*/ 536693 h 540223"/>
              <a:gd name="connsiteX4" fmla="*/ 0 w 2084356"/>
              <a:gd name="connsiteY4" fmla="*/ 540223 h 540223"/>
              <a:gd name="connsiteX5" fmla="*/ 0 w 2084356"/>
              <a:gd name="connsiteY5" fmla="*/ 10160 h 540223"/>
              <a:gd name="connsiteX0" fmla="*/ 0 w 2084356"/>
              <a:gd name="connsiteY0" fmla="*/ 6114 h 536177"/>
              <a:gd name="connsiteX1" fmla="*/ 1676810 w 2084356"/>
              <a:gd name="connsiteY1" fmla="*/ 0 h 536177"/>
              <a:gd name="connsiteX2" fmla="*/ 1917912 w 2084356"/>
              <a:gd name="connsiteY2" fmla="*/ 354662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6114 h 536177"/>
              <a:gd name="connsiteX1" fmla="*/ 1676810 w 2084356"/>
              <a:gd name="connsiteY1" fmla="*/ 0 h 536177"/>
              <a:gd name="connsiteX2" fmla="*/ 1945114 w 2084356"/>
              <a:gd name="connsiteY2" fmla="*/ 350616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9831 h 539894"/>
              <a:gd name="connsiteX1" fmla="*/ 1683057 w 2084356"/>
              <a:gd name="connsiteY1" fmla="*/ 0 h 539894"/>
              <a:gd name="connsiteX2" fmla="*/ 1945114 w 2084356"/>
              <a:gd name="connsiteY2" fmla="*/ 354333 h 539894"/>
              <a:gd name="connsiteX3" fmla="*/ 2084356 w 2084356"/>
              <a:gd name="connsiteY3" fmla="*/ 536364 h 539894"/>
              <a:gd name="connsiteX4" fmla="*/ 0 w 2084356"/>
              <a:gd name="connsiteY4" fmla="*/ 539894 h 539894"/>
              <a:gd name="connsiteX5" fmla="*/ 0 w 2084356"/>
              <a:gd name="connsiteY5" fmla="*/ 9831 h 53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4356" h="539894">
                <a:moveTo>
                  <a:pt x="0" y="9831"/>
                </a:moveTo>
                <a:lnTo>
                  <a:pt x="1683057" y="0"/>
                </a:lnTo>
                <a:lnTo>
                  <a:pt x="1945114" y="354333"/>
                </a:lnTo>
                <a:lnTo>
                  <a:pt x="2084356" y="536364"/>
                </a:lnTo>
                <a:lnTo>
                  <a:pt x="0" y="539894"/>
                </a:lnTo>
                <a:lnTo>
                  <a:pt x="0" y="9831"/>
                </a:lnTo>
                <a:close/>
              </a:path>
            </a:pathLst>
          </a:custGeom>
          <a:noFill/>
          <a:ln>
            <a:noFill/>
            <a:headEnd/>
            <a:tailEnd/>
          </a:ln>
          <a:effectLst/>
          <a:scene3d>
            <a:camera prst="orthographicFront"/>
            <a:lightRig rig="threePt" dir="t">
              <a:rot lat="0" lon="0" rev="1200000"/>
            </a:lightRig>
          </a:scene3d>
          <a:sp3d/>
        </p:spPr>
        <p:txBody>
          <a:bodyPr wrap="none" lIns="182880" tIns="91440" rIns="182880" bIns="91440" rtlCol="0" anchor="ctr" anchorCtr="0">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MX" sz="1200" b="0" i="0" u="none" strike="noStrike" kern="0" cap="none" spc="0" normalizeH="0" baseline="0" noProof="0">
                <a:ln>
                  <a:noFill/>
                </a:ln>
                <a:solidFill>
                  <a:srgbClr val="0F0F0F"/>
                </a:solidFill>
                <a:effectLst/>
                <a:uLnTx/>
                <a:uFillTx/>
                <a:latin typeface="Barlow Medium" pitchFamily="2" charset="77"/>
                <a:ea typeface="+mn-ea"/>
                <a:cs typeface="+mn-cs"/>
              </a:rPr>
              <a:t>DISCOVER</a:t>
            </a:r>
          </a:p>
        </p:txBody>
      </p:sp>
      <p:sp>
        <p:nvSpPr>
          <p:cNvPr id="2919" name="Snip Single Corner Rectangle 99">
            <a:extLst>
              <a:ext uri="{FF2B5EF4-FFF2-40B4-BE49-F238E27FC236}">
                <a16:creationId xmlns:a16="http://schemas.microsoft.com/office/drawing/2014/main" id="{32FD1E23-0971-E9D0-5AF8-0948AFBC9D12}"/>
              </a:ext>
            </a:extLst>
          </p:cNvPr>
          <p:cNvSpPr/>
          <p:nvPr/>
        </p:nvSpPr>
        <p:spPr bwMode="auto">
          <a:xfrm>
            <a:off x="7070574" y="2493938"/>
            <a:ext cx="1864583" cy="539894"/>
          </a:xfrm>
          <a:custGeom>
            <a:avLst/>
            <a:gdLst>
              <a:gd name="connsiteX0" fmla="*/ 0 w 2171834"/>
              <a:gd name="connsiteY0" fmla="*/ 0 h 530063"/>
              <a:gd name="connsiteX1" fmla="*/ 1906803 w 2171834"/>
              <a:gd name="connsiteY1" fmla="*/ 0 h 530063"/>
              <a:gd name="connsiteX2" fmla="*/ 2171834 w 2171834"/>
              <a:gd name="connsiteY2" fmla="*/ 265032 h 530063"/>
              <a:gd name="connsiteX3" fmla="*/ 2171834 w 2171834"/>
              <a:gd name="connsiteY3" fmla="*/ 530063 h 530063"/>
              <a:gd name="connsiteX4" fmla="*/ 0 w 2171834"/>
              <a:gd name="connsiteY4" fmla="*/ 530063 h 530063"/>
              <a:gd name="connsiteX5" fmla="*/ 0 w 2171834"/>
              <a:gd name="connsiteY5" fmla="*/ 0 h 530063"/>
              <a:gd name="connsiteX0" fmla="*/ 0 w 2171834"/>
              <a:gd name="connsiteY0" fmla="*/ 10160 h 540223"/>
              <a:gd name="connsiteX1" fmla="*/ 1602003 w 2171834"/>
              <a:gd name="connsiteY1" fmla="*/ 0 h 540223"/>
              <a:gd name="connsiteX2" fmla="*/ 2171834 w 2171834"/>
              <a:gd name="connsiteY2" fmla="*/ 275192 h 540223"/>
              <a:gd name="connsiteX3" fmla="*/ 2171834 w 2171834"/>
              <a:gd name="connsiteY3" fmla="*/ 540223 h 540223"/>
              <a:gd name="connsiteX4" fmla="*/ 0 w 2171834"/>
              <a:gd name="connsiteY4" fmla="*/ 540223 h 540223"/>
              <a:gd name="connsiteX5" fmla="*/ 0 w 2171834"/>
              <a:gd name="connsiteY5" fmla="*/ 10160 h 540223"/>
              <a:gd name="connsiteX0" fmla="*/ 0 w 2171834"/>
              <a:gd name="connsiteY0" fmla="*/ 10160 h 540223"/>
              <a:gd name="connsiteX1" fmla="*/ 1602003 w 2171834"/>
              <a:gd name="connsiteY1" fmla="*/ 0 h 540223"/>
              <a:gd name="connsiteX2" fmla="*/ 1999114 w 2171834"/>
              <a:gd name="connsiteY2" fmla="*/ 386952 h 540223"/>
              <a:gd name="connsiteX3" fmla="*/ 2171834 w 2171834"/>
              <a:gd name="connsiteY3" fmla="*/ 540223 h 540223"/>
              <a:gd name="connsiteX4" fmla="*/ 0 w 2171834"/>
              <a:gd name="connsiteY4" fmla="*/ 540223 h 540223"/>
              <a:gd name="connsiteX5" fmla="*/ 0 w 2171834"/>
              <a:gd name="connsiteY5" fmla="*/ 10160 h 540223"/>
              <a:gd name="connsiteX0" fmla="*/ 0 w 2070234"/>
              <a:gd name="connsiteY0" fmla="*/ 10160 h 540223"/>
              <a:gd name="connsiteX1" fmla="*/ 1602003 w 2070234"/>
              <a:gd name="connsiteY1" fmla="*/ 0 h 540223"/>
              <a:gd name="connsiteX2" fmla="*/ 1999114 w 2070234"/>
              <a:gd name="connsiteY2" fmla="*/ 386952 h 540223"/>
              <a:gd name="connsiteX3" fmla="*/ 2070234 w 2070234"/>
              <a:gd name="connsiteY3" fmla="*/ 540223 h 540223"/>
              <a:gd name="connsiteX4" fmla="*/ 0 w 2070234"/>
              <a:gd name="connsiteY4" fmla="*/ 540223 h 540223"/>
              <a:gd name="connsiteX5" fmla="*/ 0 w 2070234"/>
              <a:gd name="connsiteY5" fmla="*/ 10160 h 540223"/>
              <a:gd name="connsiteX0" fmla="*/ 0 w 2070234"/>
              <a:gd name="connsiteY0" fmla="*/ 10160 h 540223"/>
              <a:gd name="connsiteX1" fmla="*/ 1602003 w 2070234"/>
              <a:gd name="connsiteY1" fmla="*/ 0 h 540223"/>
              <a:gd name="connsiteX2" fmla="*/ 1917912 w 2070234"/>
              <a:gd name="connsiteY2" fmla="*/ 358708 h 540223"/>
              <a:gd name="connsiteX3" fmla="*/ 2070234 w 2070234"/>
              <a:gd name="connsiteY3" fmla="*/ 540223 h 540223"/>
              <a:gd name="connsiteX4" fmla="*/ 0 w 2070234"/>
              <a:gd name="connsiteY4" fmla="*/ 540223 h 540223"/>
              <a:gd name="connsiteX5" fmla="*/ 0 w 2070234"/>
              <a:gd name="connsiteY5" fmla="*/ 10160 h 540223"/>
              <a:gd name="connsiteX0" fmla="*/ 0 w 1932545"/>
              <a:gd name="connsiteY0" fmla="*/ 10160 h 540223"/>
              <a:gd name="connsiteX1" fmla="*/ 1602003 w 1932545"/>
              <a:gd name="connsiteY1" fmla="*/ 0 h 540223"/>
              <a:gd name="connsiteX2" fmla="*/ 1917912 w 1932545"/>
              <a:gd name="connsiteY2" fmla="*/ 358708 h 540223"/>
              <a:gd name="connsiteX3" fmla="*/ 1932545 w 1932545"/>
              <a:gd name="connsiteY3" fmla="*/ 536693 h 540223"/>
              <a:gd name="connsiteX4" fmla="*/ 0 w 1932545"/>
              <a:gd name="connsiteY4" fmla="*/ 540223 h 540223"/>
              <a:gd name="connsiteX5" fmla="*/ 0 w 1932545"/>
              <a:gd name="connsiteY5" fmla="*/ 10160 h 540223"/>
              <a:gd name="connsiteX0" fmla="*/ 0 w 2084356"/>
              <a:gd name="connsiteY0" fmla="*/ 10160 h 540223"/>
              <a:gd name="connsiteX1" fmla="*/ 1602003 w 2084356"/>
              <a:gd name="connsiteY1" fmla="*/ 0 h 540223"/>
              <a:gd name="connsiteX2" fmla="*/ 1917912 w 2084356"/>
              <a:gd name="connsiteY2" fmla="*/ 358708 h 540223"/>
              <a:gd name="connsiteX3" fmla="*/ 2084356 w 2084356"/>
              <a:gd name="connsiteY3" fmla="*/ 536693 h 540223"/>
              <a:gd name="connsiteX4" fmla="*/ 0 w 2084356"/>
              <a:gd name="connsiteY4" fmla="*/ 540223 h 540223"/>
              <a:gd name="connsiteX5" fmla="*/ 0 w 2084356"/>
              <a:gd name="connsiteY5" fmla="*/ 10160 h 540223"/>
              <a:gd name="connsiteX0" fmla="*/ 0 w 2084356"/>
              <a:gd name="connsiteY0" fmla="*/ 6114 h 536177"/>
              <a:gd name="connsiteX1" fmla="*/ 1676810 w 2084356"/>
              <a:gd name="connsiteY1" fmla="*/ 0 h 536177"/>
              <a:gd name="connsiteX2" fmla="*/ 1917912 w 2084356"/>
              <a:gd name="connsiteY2" fmla="*/ 354662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6114 h 536177"/>
              <a:gd name="connsiteX1" fmla="*/ 1676810 w 2084356"/>
              <a:gd name="connsiteY1" fmla="*/ 0 h 536177"/>
              <a:gd name="connsiteX2" fmla="*/ 1945114 w 2084356"/>
              <a:gd name="connsiteY2" fmla="*/ 350616 h 536177"/>
              <a:gd name="connsiteX3" fmla="*/ 2084356 w 2084356"/>
              <a:gd name="connsiteY3" fmla="*/ 532647 h 536177"/>
              <a:gd name="connsiteX4" fmla="*/ 0 w 2084356"/>
              <a:gd name="connsiteY4" fmla="*/ 536177 h 536177"/>
              <a:gd name="connsiteX5" fmla="*/ 0 w 2084356"/>
              <a:gd name="connsiteY5" fmla="*/ 6114 h 536177"/>
              <a:gd name="connsiteX0" fmla="*/ 0 w 2084356"/>
              <a:gd name="connsiteY0" fmla="*/ 9831 h 539894"/>
              <a:gd name="connsiteX1" fmla="*/ 1683057 w 2084356"/>
              <a:gd name="connsiteY1" fmla="*/ 0 h 539894"/>
              <a:gd name="connsiteX2" fmla="*/ 1945114 w 2084356"/>
              <a:gd name="connsiteY2" fmla="*/ 354333 h 539894"/>
              <a:gd name="connsiteX3" fmla="*/ 2084356 w 2084356"/>
              <a:gd name="connsiteY3" fmla="*/ 536364 h 539894"/>
              <a:gd name="connsiteX4" fmla="*/ 0 w 2084356"/>
              <a:gd name="connsiteY4" fmla="*/ 539894 h 539894"/>
              <a:gd name="connsiteX5" fmla="*/ 0 w 2084356"/>
              <a:gd name="connsiteY5" fmla="*/ 9831 h 539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4356" h="539894">
                <a:moveTo>
                  <a:pt x="0" y="9831"/>
                </a:moveTo>
                <a:lnTo>
                  <a:pt x="1683057" y="0"/>
                </a:lnTo>
                <a:lnTo>
                  <a:pt x="1945114" y="354333"/>
                </a:lnTo>
                <a:lnTo>
                  <a:pt x="2084356" y="536364"/>
                </a:lnTo>
                <a:lnTo>
                  <a:pt x="0" y="539894"/>
                </a:lnTo>
                <a:lnTo>
                  <a:pt x="0" y="9831"/>
                </a:lnTo>
                <a:close/>
              </a:path>
            </a:pathLst>
          </a:custGeom>
          <a:noFill/>
          <a:ln>
            <a:noFill/>
            <a:headEnd/>
            <a:tailEnd/>
          </a:ln>
          <a:effectLst/>
          <a:scene3d>
            <a:camera prst="orthographicFront"/>
            <a:lightRig rig="threePt" dir="t">
              <a:rot lat="0" lon="0" rev="1200000"/>
            </a:lightRig>
          </a:scene3d>
          <a:sp3d/>
        </p:spPr>
        <p:txBody>
          <a:bodyPr wrap="none" lIns="182880" tIns="91440" rIns="182880" bIns="91440" rtlCol="0" anchor="ctr" anchorCtr="0">
            <a:prstTxWarp prst="textNoShape">
              <a:avLst/>
            </a:prstTxWarp>
          </a:bodyP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MX" sz="1200" b="0" i="0" u="none" strike="noStrike" kern="0" cap="none" spc="0" normalizeH="0" baseline="0" noProof="0">
                <a:ln>
                  <a:noFill/>
                </a:ln>
                <a:solidFill>
                  <a:srgbClr val="0F0F0F"/>
                </a:solidFill>
                <a:effectLst/>
                <a:uLnTx/>
                <a:uFillTx/>
                <a:latin typeface="Barlow Medium" pitchFamily="2" charset="77"/>
                <a:ea typeface="+mn-ea"/>
                <a:cs typeface="+mn-cs"/>
              </a:rPr>
              <a:t>MAKE</a:t>
            </a:r>
          </a:p>
        </p:txBody>
      </p:sp>
    </p:spTree>
    <p:extLst>
      <p:ext uri="{BB962C8B-B14F-4D97-AF65-F5344CB8AC3E}">
        <p14:creationId xmlns:p14="http://schemas.microsoft.com/office/powerpoint/2010/main" val="493499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9D53-8ACA-57DE-A9BF-436A84C287F2}"/>
            </a:ext>
          </a:extLst>
        </p:cNvPr>
        <p:cNvGrpSpPr/>
        <p:nvPr/>
      </p:nvGrpSpPr>
      <p:grpSpPr>
        <a:xfrm>
          <a:off x="0" y="0"/>
          <a:ext cx="0" cy="0"/>
          <a:chOff x="0" y="0"/>
          <a:chExt cx="0" cy="0"/>
        </a:xfrm>
      </p:grpSpPr>
      <p:pic>
        <p:nvPicPr>
          <p:cNvPr id="3" name="Picture Placeholder 3" descr="A blue grid with dots&#10;&#10;Description automatically generated with medium confidence">
            <a:extLst>
              <a:ext uri="{FF2B5EF4-FFF2-40B4-BE49-F238E27FC236}">
                <a16:creationId xmlns:a16="http://schemas.microsoft.com/office/drawing/2014/main" id="{884E5809-48C3-46B9-E853-6F63B773CDA7}"/>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1" y="1580163"/>
            <a:ext cx="12192000" cy="2341366"/>
          </a:xfrm>
          <a:prstGeom prst="rect">
            <a:avLst/>
          </a:prstGeom>
        </p:spPr>
      </p:pic>
      <p:sp>
        <p:nvSpPr>
          <p:cNvPr id="2" name="Title 1">
            <a:extLst>
              <a:ext uri="{FF2B5EF4-FFF2-40B4-BE49-F238E27FC236}">
                <a16:creationId xmlns:a16="http://schemas.microsoft.com/office/drawing/2014/main" id="{1D74AFE8-9F6E-9BDD-E955-E3C89ED3A454}"/>
              </a:ext>
            </a:extLst>
          </p:cNvPr>
          <p:cNvSpPr>
            <a:spLocks noGrp="1"/>
          </p:cNvSpPr>
          <p:nvPr>
            <p:ph type="title"/>
          </p:nvPr>
        </p:nvSpPr>
        <p:spPr/>
        <p:txBody>
          <a:bodyPr lIns="91440" tIns="45720" rIns="91440" bIns="45720" anchor="t">
            <a:spAutoFit/>
          </a:bodyPr>
          <a:lstStyle/>
          <a:p>
            <a:r>
              <a:rPr lang="en-US"/>
              <a:t>The Lifecycle Services Difference</a:t>
            </a:r>
          </a:p>
        </p:txBody>
      </p:sp>
      <p:sp>
        <p:nvSpPr>
          <p:cNvPr id="14" name="TextBox 13">
            <a:extLst>
              <a:ext uri="{FF2B5EF4-FFF2-40B4-BE49-F238E27FC236}">
                <a16:creationId xmlns:a16="http://schemas.microsoft.com/office/drawing/2014/main" id="{31A10908-9842-0EC6-93EC-F2108EDD2B7A}"/>
              </a:ext>
            </a:extLst>
          </p:cNvPr>
          <p:cNvSpPr txBox="1"/>
          <p:nvPr/>
        </p:nvSpPr>
        <p:spPr>
          <a:xfrm>
            <a:off x="5975096" y="4652764"/>
            <a:ext cx="2930335" cy="1107996"/>
          </a:xfrm>
          <a:prstGeom prst="rect">
            <a:avLst/>
          </a:prstGeom>
        </p:spPr>
        <p:txBody>
          <a:bodyPr wrap="square" lIns="274320" tIns="45720" rIns="274320" bIns="45720" rtlCol="0" anchor="t" anchorCtr="0">
            <a:spAutoFit/>
          </a:bodyPr>
          <a:lstStyle/>
          <a:p>
            <a:pPr marL="0" marR="0" lvl="0" indent="0" algn="ctr" defTabSz="914400" rtl="0" eaLnBrk="1" fontAlgn="auto" latinLnBrk="0" hangingPunct="1">
              <a:lnSpc>
                <a:spcPct val="100000"/>
              </a:lnSpc>
              <a:spcBef>
                <a:spcPts val="0"/>
              </a:spcBef>
              <a:spcAft>
                <a:spcPts val="0"/>
              </a:spcAft>
              <a:buClr>
                <a:srgbClr val="4C4C4C"/>
              </a:buClr>
              <a:buSzTx/>
              <a:buFontTx/>
              <a:buNone/>
              <a:tabLst/>
              <a:defRPr/>
            </a:pPr>
            <a:r>
              <a:rPr kumimoji="0" lang="en-US" sz="2400" b="1" i="0" u="none" strike="noStrike" kern="0" cap="none" spc="0" normalizeH="0" baseline="0" noProof="0">
                <a:ln>
                  <a:noFill/>
                </a:ln>
                <a:solidFill>
                  <a:srgbClr val="4C4C4C"/>
                </a:solidFill>
                <a:effectLst/>
                <a:uLnTx/>
                <a:uFillTx/>
                <a:latin typeface="Barlow"/>
                <a:ea typeface="+mn-ea"/>
                <a:cs typeface="+mn-cs"/>
              </a:rPr>
              <a:t>Discrete, hybrid and process </a:t>
            </a:r>
            <a:r>
              <a:rPr kumimoji="0" lang="en-US" sz="1800" b="0" i="0" u="none" strike="noStrike" kern="0" cap="none" spc="0" normalizeH="0" baseline="0" noProof="0">
                <a:ln>
                  <a:noFill/>
                </a:ln>
                <a:solidFill>
                  <a:srgbClr val="4C4C4C"/>
                </a:solidFill>
                <a:effectLst/>
                <a:uLnTx/>
                <a:uFillTx/>
                <a:latin typeface="Barlow"/>
                <a:ea typeface="+mn-ea"/>
                <a:cs typeface="+mn-cs"/>
              </a:rPr>
              <a:t>industries</a:t>
            </a:r>
          </a:p>
        </p:txBody>
      </p:sp>
      <p:sp>
        <p:nvSpPr>
          <p:cNvPr id="15" name="TextBox 14">
            <a:extLst>
              <a:ext uri="{FF2B5EF4-FFF2-40B4-BE49-F238E27FC236}">
                <a16:creationId xmlns:a16="http://schemas.microsoft.com/office/drawing/2014/main" id="{3B70310F-332A-F339-4FEA-E64AA21692FB}"/>
              </a:ext>
            </a:extLst>
          </p:cNvPr>
          <p:cNvSpPr txBox="1"/>
          <p:nvPr/>
        </p:nvSpPr>
        <p:spPr>
          <a:xfrm>
            <a:off x="8995286" y="4560431"/>
            <a:ext cx="2382043" cy="1292662"/>
          </a:xfrm>
          <a:prstGeom prst="rect">
            <a:avLst/>
          </a:prstGeom>
        </p:spPr>
        <p:txBody>
          <a:bodyPr wrap="square" lIns="91440" tIns="45720" rIns="91440" bIns="45720" rtlCol="0" anchor="t" anchorCtr="0">
            <a:spAutoFit/>
          </a:bodyPr>
          <a:lstStyle/>
          <a:p>
            <a:pPr marL="0" marR="0" lvl="0" indent="0" algn="ctr" defTabSz="914400" rtl="0" eaLnBrk="1" fontAlgn="auto" latinLnBrk="0" hangingPunct="1">
              <a:lnSpc>
                <a:spcPct val="100000"/>
              </a:lnSpc>
              <a:spcBef>
                <a:spcPts val="0"/>
              </a:spcBef>
              <a:spcAft>
                <a:spcPts val="0"/>
              </a:spcAft>
              <a:buClr>
                <a:srgbClr val="4C4C4C"/>
              </a:buClr>
              <a:buSzTx/>
              <a:buFontTx/>
              <a:buNone/>
              <a:tabLst/>
              <a:defRPr/>
            </a:pPr>
            <a:r>
              <a:rPr kumimoji="0" lang="en-US" sz="2400" b="1" i="0" u="none" strike="noStrike" kern="0" cap="none" spc="0" normalizeH="0" baseline="0" noProof="0">
                <a:ln>
                  <a:noFill/>
                </a:ln>
                <a:solidFill>
                  <a:srgbClr val="4C4C4C"/>
                </a:solidFill>
                <a:effectLst/>
                <a:uLnTx/>
                <a:uFillTx/>
                <a:latin typeface="Barlow"/>
                <a:ea typeface="+mn-ea"/>
                <a:cs typeface="+mn-cs"/>
              </a:rPr>
              <a:t>Supporting </a:t>
            </a:r>
            <a:br>
              <a:rPr kumimoji="0" lang="en-US" sz="1800" b="0" i="0" u="none" strike="noStrike" kern="0" cap="none" spc="0" normalizeH="0" baseline="0" noProof="0">
                <a:ln>
                  <a:noFill/>
                </a:ln>
                <a:solidFill>
                  <a:srgbClr val="4C4C4C"/>
                </a:solidFill>
                <a:effectLst/>
                <a:uLnTx/>
                <a:uFillTx/>
                <a:latin typeface="Barlow"/>
                <a:ea typeface="+mn-ea"/>
                <a:cs typeface="+mn-cs"/>
              </a:rPr>
            </a:br>
            <a:r>
              <a:rPr kumimoji="0" lang="en-US" sz="1800" b="0" i="0" u="none" strike="noStrike" kern="0" cap="none" spc="0" normalizeH="0" baseline="0" noProof="0">
                <a:ln>
                  <a:noFill/>
                </a:ln>
                <a:solidFill>
                  <a:srgbClr val="4C4C4C"/>
                </a:solidFill>
                <a:effectLst/>
                <a:uLnTx/>
                <a:uFillTx/>
                <a:latin typeface="Barlow"/>
                <a:ea typeface="+mn-ea"/>
                <a:cs typeface="+mn-cs"/>
              </a:rPr>
              <a:t>Rockwell Automation </a:t>
            </a:r>
            <a:br>
              <a:rPr kumimoji="0" lang="en-US" sz="1800" b="0" i="0" u="none" strike="noStrike" kern="0" cap="none" spc="0" normalizeH="0" baseline="0" noProof="0">
                <a:ln>
                  <a:noFill/>
                </a:ln>
                <a:solidFill>
                  <a:srgbClr val="4C4C4C"/>
                </a:solidFill>
                <a:effectLst/>
                <a:uLnTx/>
                <a:uFillTx/>
                <a:latin typeface="Barlow"/>
                <a:ea typeface="+mn-ea"/>
                <a:cs typeface="+mn-cs"/>
              </a:rPr>
            </a:br>
            <a:r>
              <a:rPr kumimoji="0" lang="en-US" sz="1800" b="0" i="0" u="none" strike="noStrike" kern="0" cap="none" spc="0" normalizeH="0" baseline="0" noProof="0">
                <a:ln>
                  <a:noFill/>
                </a:ln>
                <a:solidFill>
                  <a:srgbClr val="4C4C4C"/>
                </a:solidFill>
                <a:effectLst/>
                <a:uLnTx/>
                <a:uFillTx/>
                <a:latin typeface="Barlow"/>
                <a:ea typeface="+mn-ea"/>
                <a:cs typeface="+mn-cs"/>
              </a:rPr>
              <a:t>and third-party </a:t>
            </a:r>
            <a:br>
              <a:rPr kumimoji="0" lang="en-US" sz="1800" b="0" i="0" u="none" strike="noStrike" kern="0" cap="none" spc="0" normalizeH="0" baseline="0" noProof="0">
                <a:ln>
                  <a:noFill/>
                </a:ln>
                <a:solidFill>
                  <a:srgbClr val="4C4C4C"/>
                </a:solidFill>
                <a:effectLst/>
                <a:uLnTx/>
                <a:uFillTx/>
                <a:latin typeface="Barlow"/>
                <a:ea typeface="+mn-ea"/>
                <a:cs typeface="+mn-cs"/>
              </a:rPr>
            </a:br>
            <a:r>
              <a:rPr kumimoji="0" lang="en-US" sz="1800" b="0" i="0" u="none" strike="noStrike" kern="0" cap="none" spc="0" normalizeH="0" baseline="0" noProof="0">
                <a:ln>
                  <a:noFill/>
                </a:ln>
                <a:solidFill>
                  <a:srgbClr val="4C4C4C"/>
                </a:solidFill>
                <a:effectLst/>
                <a:uLnTx/>
                <a:uFillTx/>
                <a:latin typeface="Barlow"/>
                <a:ea typeface="+mn-ea"/>
                <a:cs typeface="+mn-cs"/>
              </a:rPr>
              <a:t>platforms</a:t>
            </a:r>
          </a:p>
        </p:txBody>
      </p:sp>
      <p:grpSp>
        <p:nvGrpSpPr>
          <p:cNvPr id="46" name="Group 45">
            <a:extLst>
              <a:ext uri="{FF2B5EF4-FFF2-40B4-BE49-F238E27FC236}">
                <a16:creationId xmlns:a16="http://schemas.microsoft.com/office/drawing/2014/main" id="{9AA792C9-09D1-3E86-6CB8-F28E8C7C53E8}"/>
              </a:ext>
            </a:extLst>
          </p:cNvPr>
          <p:cNvGrpSpPr/>
          <p:nvPr/>
        </p:nvGrpSpPr>
        <p:grpSpPr>
          <a:xfrm>
            <a:off x="1386877" y="4727016"/>
            <a:ext cx="1237630" cy="959493"/>
            <a:chOff x="1562408" y="4745458"/>
            <a:chExt cx="1237630" cy="959493"/>
          </a:xfrm>
        </p:grpSpPr>
        <p:sp>
          <p:nvSpPr>
            <p:cNvPr id="12" name="TextBox 11">
              <a:extLst>
                <a:ext uri="{FF2B5EF4-FFF2-40B4-BE49-F238E27FC236}">
                  <a16:creationId xmlns:a16="http://schemas.microsoft.com/office/drawing/2014/main" id="{7EA1053B-0176-86C2-FE1B-C62F2E9F3F55}"/>
                </a:ext>
              </a:extLst>
            </p:cNvPr>
            <p:cNvSpPr txBox="1"/>
            <p:nvPr/>
          </p:nvSpPr>
          <p:spPr>
            <a:xfrm>
              <a:off x="1562408" y="5335619"/>
              <a:ext cx="1237630" cy="369332"/>
            </a:xfrm>
            <a:prstGeom prst="rect">
              <a:avLst/>
            </a:prstGeom>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
                  <a:srgbClr val="4C4C4C"/>
                </a:buClr>
                <a:buSzTx/>
                <a:buFontTx/>
                <a:buNone/>
                <a:tabLst/>
                <a:defRPr/>
              </a:pPr>
              <a:r>
                <a:rPr kumimoji="0" lang="en-US" sz="1800" b="0" i="0" u="none" strike="noStrike" kern="0" cap="none" spc="0" normalizeH="0" baseline="0" noProof="0">
                  <a:ln>
                    <a:noFill/>
                  </a:ln>
                  <a:solidFill>
                    <a:srgbClr val="4C4C4C"/>
                  </a:solidFill>
                  <a:effectLst/>
                  <a:uLnTx/>
                  <a:uFillTx/>
                  <a:latin typeface="Barlow"/>
                  <a:ea typeface="+mn-ea"/>
                  <a:cs typeface="+mn-cs"/>
                </a:rPr>
                <a:t>countries</a:t>
              </a:r>
            </a:p>
          </p:txBody>
        </p:sp>
        <p:sp>
          <p:nvSpPr>
            <p:cNvPr id="16" name="TextBox 15">
              <a:extLst>
                <a:ext uri="{FF2B5EF4-FFF2-40B4-BE49-F238E27FC236}">
                  <a16:creationId xmlns:a16="http://schemas.microsoft.com/office/drawing/2014/main" id="{32C142B0-0204-E92C-12FC-CA700B08597F}"/>
                </a:ext>
              </a:extLst>
            </p:cNvPr>
            <p:cNvSpPr txBox="1"/>
            <p:nvPr/>
          </p:nvSpPr>
          <p:spPr>
            <a:xfrm>
              <a:off x="1562408" y="4745458"/>
              <a:ext cx="1237630" cy="707886"/>
            </a:xfrm>
            <a:prstGeom prst="rect">
              <a:avLst/>
            </a:prstGeom>
            <a:noFill/>
          </p:spPr>
          <p:txBody>
            <a:bodyPr wrap="square"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a:ln>
                    <a:noFill/>
                  </a:ln>
                  <a:solidFill>
                    <a:srgbClr val="4C4C4C"/>
                  </a:solidFill>
                  <a:effectLst/>
                  <a:uLnTx/>
                  <a:uFillTx/>
                  <a:latin typeface="Barlow"/>
                  <a:ea typeface="+mn-ea"/>
                  <a:cs typeface="+mn-cs"/>
                </a:rPr>
                <a:t>100+ </a:t>
              </a:r>
              <a:endParaRPr kumimoji="0" lang="en-US" sz="4000" b="1" i="0" u="none" strike="noStrike" kern="1200" cap="none" spc="0" normalizeH="0" baseline="0" noProof="0">
                <a:ln>
                  <a:noFill/>
                </a:ln>
                <a:solidFill>
                  <a:srgbClr val="4C4C4C"/>
                </a:solidFill>
                <a:effectLst/>
                <a:uLnTx/>
                <a:uFillTx/>
                <a:latin typeface="Barlow"/>
                <a:ea typeface="+mn-ea"/>
                <a:cs typeface="+mn-cs"/>
              </a:endParaRPr>
            </a:p>
          </p:txBody>
        </p:sp>
      </p:grpSp>
      <p:grpSp>
        <p:nvGrpSpPr>
          <p:cNvPr id="47" name="Group 46">
            <a:extLst>
              <a:ext uri="{FF2B5EF4-FFF2-40B4-BE49-F238E27FC236}">
                <a16:creationId xmlns:a16="http://schemas.microsoft.com/office/drawing/2014/main" id="{F4DFC88E-360B-82AF-1F09-F64C2491194F}"/>
              </a:ext>
            </a:extLst>
          </p:cNvPr>
          <p:cNvGrpSpPr/>
          <p:nvPr/>
        </p:nvGrpSpPr>
        <p:grpSpPr>
          <a:xfrm>
            <a:off x="3796895" y="4576704"/>
            <a:ext cx="1871338" cy="1260116"/>
            <a:chOff x="3704478" y="4745458"/>
            <a:chExt cx="1871338" cy="1260116"/>
          </a:xfrm>
        </p:grpSpPr>
        <p:sp>
          <p:nvSpPr>
            <p:cNvPr id="13" name="TextBox 12">
              <a:extLst>
                <a:ext uri="{FF2B5EF4-FFF2-40B4-BE49-F238E27FC236}">
                  <a16:creationId xmlns:a16="http://schemas.microsoft.com/office/drawing/2014/main" id="{ECF55DAE-E91D-9C82-F14F-6AB589BEA711}"/>
                </a:ext>
              </a:extLst>
            </p:cNvPr>
            <p:cNvSpPr txBox="1"/>
            <p:nvPr/>
          </p:nvSpPr>
          <p:spPr>
            <a:xfrm>
              <a:off x="3704478" y="5359243"/>
              <a:ext cx="1871338" cy="646331"/>
            </a:xfrm>
            <a:prstGeom prst="rect">
              <a:avLst/>
            </a:prstGeom>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
                  <a:srgbClr val="4C4C4C"/>
                </a:buClr>
                <a:buSzTx/>
                <a:buFontTx/>
                <a:buNone/>
                <a:tabLst/>
                <a:defRPr/>
              </a:pPr>
              <a:r>
                <a:rPr kumimoji="0" lang="en-US" sz="1800" b="0" i="0" u="none" strike="noStrike" kern="0" cap="none" spc="0" normalizeH="0" baseline="0" noProof="0">
                  <a:ln>
                    <a:noFill/>
                  </a:ln>
                  <a:solidFill>
                    <a:srgbClr val="4C4C4C"/>
                  </a:solidFill>
                  <a:effectLst/>
                  <a:uLnTx/>
                  <a:uFillTx/>
                  <a:latin typeface="Barlow"/>
                  <a:ea typeface="+mn-ea"/>
                  <a:cs typeface="+mn-cs"/>
                </a:rPr>
                <a:t>24x7x365 </a:t>
              </a:r>
              <a:br>
                <a:rPr kumimoji="0" lang="en-US" sz="1800" b="0" i="0" u="none" strike="noStrike" kern="0" cap="none" spc="0" normalizeH="0" baseline="0" noProof="0">
                  <a:ln>
                    <a:noFill/>
                  </a:ln>
                  <a:solidFill>
                    <a:srgbClr val="4C4C4C"/>
                  </a:solidFill>
                  <a:effectLst/>
                  <a:uLnTx/>
                  <a:uFillTx/>
                  <a:latin typeface="Barlow"/>
                  <a:ea typeface="+mn-ea"/>
                  <a:cs typeface="+mn-cs"/>
                </a:rPr>
              </a:br>
              <a:r>
                <a:rPr kumimoji="0" lang="en-US" sz="1800" b="0" i="0" u="none" strike="noStrike" kern="0" cap="none" spc="0" normalizeH="0" baseline="0" noProof="0">
                  <a:ln>
                    <a:noFill/>
                  </a:ln>
                  <a:solidFill>
                    <a:srgbClr val="4C4C4C"/>
                  </a:solidFill>
                  <a:effectLst/>
                  <a:uLnTx/>
                  <a:uFillTx/>
                  <a:latin typeface="Barlow"/>
                  <a:ea typeface="+mn-ea"/>
                  <a:cs typeface="+mn-cs"/>
                </a:rPr>
                <a:t>Support Centers</a:t>
              </a:r>
            </a:p>
          </p:txBody>
        </p:sp>
        <p:sp>
          <p:nvSpPr>
            <p:cNvPr id="17" name="TextBox 16">
              <a:extLst>
                <a:ext uri="{FF2B5EF4-FFF2-40B4-BE49-F238E27FC236}">
                  <a16:creationId xmlns:a16="http://schemas.microsoft.com/office/drawing/2014/main" id="{06FA920A-A203-43B4-3880-3481C2F80002}"/>
                </a:ext>
              </a:extLst>
            </p:cNvPr>
            <p:cNvSpPr txBox="1"/>
            <p:nvPr/>
          </p:nvSpPr>
          <p:spPr>
            <a:xfrm>
              <a:off x="4222410" y="4745458"/>
              <a:ext cx="802584" cy="707886"/>
            </a:xfrm>
            <a:prstGeom prst="rect">
              <a:avLst/>
            </a:prstGeom>
            <a:noFill/>
          </p:spPr>
          <p:txBody>
            <a:bodyPr wrap="square" lIns="91440" tIns="45720" rIns="91440" bIns="4572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a:ln>
                    <a:noFill/>
                  </a:ln>
                  <a:solidFill>
                    <a:srgbClr val="4C4C4C"/>
                  </a:solidFill>
                  <a:effectLst/>
                  <a:uLnTx/>
                  <a:uFillTx/>
                  <a:latin typeface="Barlow"/>
                  <a:ea typeface="+mn-ea"/>
                  <a:cs typeface="+mn-cs"/>
                </a:rPr>
                <a:t>24</a:t>
              </a:r>
              <a:endParaRPr kumimoji="0" lang="en-US" sz="4000" b="1" i="0" u="none" strike="noStrike" kern="1200" cap="none" spc="0" normalizeH="0" baseline="0" noProof="0">
                <a:ln>
                  <a:noFill/>
                </a:ln>
                <a:solidFill>
                  <a:srgbClr val="4C4C4C"/>
                </a:solidFill>
                <a:effectLst/>
                <a:uLnTx/>
                <a:uFillTx/>
                <a:latin typeface="Barlow"/>
                <a:ea typeface="+mn-ea"/>
                <a:cs typeface="+mn-cs"/>
              </a:endParaRPr>
            </a:p>
          </p:txBody>
        </p:sp>
      </p:grpSp>
      <p:grpSp>
        <p:nvGrpSpPr>
          <p:cNvPr id="4" name="Group 3">
            <a:extLst>
              <a:ext uri="{FF2B5EF4-FFF2-40B4-BE49-F238E27FC236}">
                <a16:creationId xmlns:a16="http://schemas.microsoft.com/office/drawing/2014/main" id="{DC64028D-4BCF-EA11-D79A-558C0AD4DBE9}"/>
              </a:ext>
            </a:extLst>
          </p:cNvPr>
          <p:cNvGrpSpPr/>
          <p:nvPr/>
        </p:nvGrpSpPr>
        <p:grpSpPr>
          <a:xfrm>
            <a:off x="3369128" y="4461324"/>
            <a:ext cx="5453744" cy="1490877"/>
            <a:chOff x="3369128" y="4318984"/>
            <a:chExt cx="5453744" cy="1280160"/>
          </a:xfrm>
        </p:grpSpPr>
        <p:cxnSp>
          <p:nvCxnSpPr>
            <p:cNvPr id="40" name="Straight Connector 39">
              <a:extLst>
                <a:ext uri="{FF2B5EF4-FFF2-40B4-BE49-F238E27FC236}">
                  <a16:creationId xmlns:a16="http://schemas.microsoft.com/office/drawing/2014/main" id="{65A72D08-7CC1-56B5-6FB0-E6BCF3FB2C9C}"/>
                </a:ext>
              </a:extLst>
            </p:cNvPr>
            <p:cNvCxnSpPr>
              <a:cxnSpLocks/>
            </p:cNvCxnSpPr>
            <p:nvPr/>
          </p:nvCxnSpPr>
          <p:spPr bwMode="auto">
            <a:xfrm>
              <a:off x="3369128" y="4318984"/>
              <a:ext cx="0" cy="1280160"/>
            </a:xfrm>
            <a:prstGeom prst="line">
              <a:avLst/>
            </a:prstGeom>
            <a:noFill/>
            <a:ln w="19050" cap="rnd" cmpd="sng" algn="ctr">
              <a:solidFill>
                <a:schemeClr val="accent4"/>
              </a:solidFill>
              <a:prstDash val="solid"/>
              <a:round/>
              <a:headEnd type="none" w="med" len="med"/>
              <a:tailEnd type="none" w="med" len="med"/>
            </a:ln>
            <a:effectLst/>
          </p:spPr>
        </p:cxnSp>
        <p:cxnSp>
          <p:nvCxnSpPr>
            <p:cNvPr id="42" name="Straight Connector 41">
              <a:extLst>
                <a:ext uri="{FF2B5EF4-FFF2-40B4-BE49-F238E27FC236}">
                  <a16:creationId xmlns:a16="http://schemas.microsoft.com/office/drawing/2014/main" id="{AA952C11-3C31-DDD4-268B-274CE41CE781}"/>
                </a:ext>
              </a:extLst>
            </p:cNvPr>
            <p:cNvCxnSpPr>
              <a:cxnSpLocks/>
            </p:cNvCxnSpPr>
            <p:nvPr/>
          </p:nvCxnSpPr>
          <p:spPr bwMode="auto">
            <a:xfrm>
              <a:off x="6096000" y="4318984"/>
              <a:ext cx="0" cy="1280160"/>
            </a:xfrm>
            <a:prstGeom prst="line">
              <a:avLst/>
            </a:prstGeom>
            <a:noFill/>
            <a:ln w="19050" cap="rnd" cmpd="sng" algn="ctr">
              <a:solidFill>
                <a:schemeClr val="accent4"/>
              </a:solidFill>
              <a:prstDash val="solid"/>
              <a:round/>
              <a:headEnd type="none" w="med" len="med"/>
              <a:tailEnd type="none" w="med" len="med"/>
            </a:ln>
            <a:effectLst/>
          </p:spPr>
        </p:cxnSp>
        <p:cxnSp>
          <p:nvCxnSpPr>
            <p:cNvPr id="43" name="Straight Connector 42">
              <a:extLst>
                <a:ext uri="{FF2B5EF4-FFF2-40B4-BE49-F238E27FC236}">
                  <a16:creationId xmlns:a16="http://schemas.microsoft.com/office/drawing/2014/main" id="{431B445C-3B6B-11A4-C78F-BAC75C1AC27A}"/>
                </a:ext>
              </a:extLst>
            </p:cNvPr>
            <p:cNvCxnSpPr>
              <a:cxnSpLocks/>
            </p:cNvCxnSpPr>
            <p:nvPr/>
          </p:nvCxnSpPr>
          <p:spPr bwMode="auto">
            <a:xfrm>
              <a:off x="8822872" y="4318984"/>
              <a:ext cx="0" cy="1280160"/>
            </a:xfrm>
            <a:prstGeom prst="line">
              <a:avLst/>
            </a:prstGeom>
            <a:noFill/>
            <a:ln w="19050" cap="rnd" cmpd="sng" algn="ctr">
              <a:solidFill>
                <a:schemeClr val="accent4"/>
              </a:solidFill>
              <a:prstDash val="solid"/>
              <a:round/>
              <a:headEnd type="none" w="med" len="med"/>
              <a:tailEnd type="none" w="med" len="med"/>
            </a:ln>
            <a:effectLst/>
          </p:spPr>
        </p:cxnSp>
      </p:grpSp>
      <p:sp>
        <p:nvSpPr>
          <p:cNvPr id="5" name="TextBox 4">
            <a:extLst>
              <a:ext uri="{FF2B5EF4-FFF2-40B4-BE49-F238E27FC236}">
                <a16:creationId xmlns:a16="http://schemas.microsoft.com/office/drawing/2014/main" id="{4854AE14-74BC-9A4D-31F1-393E632F6F6E}"/>
              </a:ext>
            </a:extLst>
          </p:cNvPr>
          <p:cNvSpPr txBox="1"/>
          <p:nvPr/>
        </p:nvSpPr>
        <p:spPr>
          <a:xfrm>
            <a:off x="1100773" y="3639412"/>
            <a:ext cx="9990453" cy="563231"/>
          </a:xfrm>
          <a:prstGeom prst="roundRect">
            <a:avLst>
              <a:gd name="adj" fmla="val 50000"/>
            </a:avLst>
          </a:prstGeom>
          <a:gradFill flip="none" rotWithShape="1">
            <a:gsLst>
              <a:gs pos="0">
                <a:schemeClr val="accent3"/>
              </a:gs>
              <a:gs pos="89000">
                <a:schemeClr val="accent1"/>
              </a:gs>
            </a:gsLst>
            <a:lin ang="4200000" scaled="0"/>
            <a:tileRect/>
          </a:gradFill>
          <a:effectLst>
            <a:outerShdw blurRad="63500" sx="90000" sy="90000" algn="ctr" rotWithShape="0">
              <a:prstClr val="black">
                <a:alpha val="56000"/>
              </a:prstClr>
            </a:outerShdw>
          </a:effectLst>
        </p:spPr>
        <p:txBody>
          <a:bodyPr wrap="none" lIns="0" tIns="0" bIns="0" anchor="ctr" anchorCtr="0">
            <a:noAutofit/>
          </a:bodyPr>
          <a:lstStyle/>
          <a:p>
            <a:pPr marL="0" marR="0" lvl="0" indent="0" algn="ctr" defTabSz="914400" rtl="0" eaLnBrk="1" fontAlgn="auto" latinLnBrk="0" hangingPunct="1">
              <a:lnSpc>
                <a:spcPct val="85000"/>
              </a:lnSpc>
              <a:spcBef>
                <a:spcPts val="0"/>
              </a:spcBef>
              <a:spcAft>
                <a:spcPts val="0"/>
              </a:spcAft>
              <a:buClr>
                <a:srgbClr val="4C4C4C"/>
              </a:buClr>
              <a:buSzTx/>
              <a:buFontTx/>
              <a:buNone/>
              <a:tabLst/>
              <a:defRPr/>
            </a:pPr>
            <a:r>
              <a:rPr kumimoji="0" lang="en-US" sz="2000" b="1" i="0" u="none" strike="noStrike" kern="0" cap="none" spc="0" normalizeH="0" baseline="0" noProof="0">
                <a:ln>
                  <a:noFill/>
                </a:ln>
                <a:solidFill>
                  <a:srgbClr val="FFFFFF"/>
                </a:solidFill>
                <a:effectLst/>
                <a:uLnTx/>
                <a:uFillTx/>
                <a:latin typeface="Barlow"/>
                <a:ea typeface="+mn-ea"/>
                <a:cs typeface="+mn-cs"/>
              </a:rPr>
              <a:t>Enabled by 7,000+ experts and innovators around the world</a:t>
            </a:r>
          </a:p>
        </p:txBody>
      </p:sp>
      <p:grpSp>
        <p:nvGrpSpPr>
          <p:cNvPr id="9" name="Group 8">
            <a:extLst>
              <a:ext uri="{FF2B5EF4-FFF2-40B4-BE49-F238E27FC236}">
                <a16:creationId xmlns:a16="http://schemas.microsoft.com/office/drawing/2014/main" id="{17631591-BD7E-D08F-C51F-BDCA8AFFD2D0}"/>
              </a:ext>
            </a:extLst>
          </p:cNvPr>
          <p:cNvGrpSpPr/>
          <p:nvPr/>
        </p:nvGrpSpPr>
        <p:grpSpPr>
          <a:xfrm>
            <a:off x="0" y="1580163"/>
            <a:ext cx="12191999" cy="1849192"/>
            <a:chOff x="569033" y="1744132"/>
            <a:chExt cx="9408670" cy="1147865"/>
          </a:xfrm>
          <a:gradFill flip="none" rotWithShape="1">
            <a:gsLst>
              <a:gs pos="0">
                <a:schemeClr val="accent4">
                  <a:alpha val="0"/>
                </a:schemeClr>
              </a:gs>
              <a:gs pos="23000">
                <a:schemeClr val="accent2">
                  <a:alpha val="35898"/>
                </a:schemeClr>
              </a:gs>
              <a:gs pos="100000">
                <a:schemeClr val="accent2"/>
              </a:gs>
            </a:gsLst>
            <a:lin ang="16200000" scaled="1"/>
            <a:tileRect/>
          </a:gradFill>
        </p:grpSpPr>
        <p:sp>
          <p:nvSpPr>
            <p:cNvPr id="31" name="TextBox 30">
              <a:extLst>
                <a:ext uri="{FF2B5EF4-FFF2-40B4-BE49-F238E27FC236}">
                  <a16:creationId xmlns:a16="http://schemas.microsoft.com/office/drawing/2014/main" id="{B4A7907A-7F84-4402-A51D-10AD4B5E666E}"/>
                </a:ext>
              </a:extLst>
            </p:cNvPr>
            <p:cNvSpPr txBox="1">
              <a:spLocks noChangeAspect="1"/>
            </p:cNvSpPr>
            <p:nvPr/>
          </p:nvSpPr>
          <p:spPr>
            <a:xfrm>
              <a:off x="2943256" y="1744132"/>
              <a:ext cx="2286000" cy="1147865"/>
            </a:xfrm>
            <a:prstGeom prst="rect">
              <a:avLst/>
            </a:prstGeom>
            <a:grpFill/>
          </p:spPr>
          <p:txBody>
            <a:bodyPr wrap="square" lIns="0" tIns="0" rIns="0" bIns="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Manufacturing </a:t>
              </a:r>
              <a:b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b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value chain expertise</a:t>
              </a:r>
            </a:p>
          </p:txBody>
        </p:sp>
        <p:sp>
          <p:nvSpPr>
            <p:cNvPr id="32" name="TextBox 31">
              <a:extLst>
                <a:ext uri="{FF2B5EF4-FFF2-40B4-BE49-F238E27FC236}">
                  <a16:creationId xmlns:a16="http://schemas.microsoft.com/office/drawing/2014/main" id="{4A152B0E-0A21-980F-0E07-2C2F934DF68D}"/>
                </a:ext>
              </a:extLst>
            </p:cNvPr>
            <p:cNvSpPr txBox="1">
              <a:spLocks noChangeAspect="1"/>
            </p:cNvSpPr>
            <p:nvPr/>
          </p:nvSpPr>
          <p:spPr>
            <a:xfrm>
              <a:off x="5317480" y="1744132"/>
              <a:ext cx="2286000" cy="1147865"/>
            </a:xfrm>
            <a:prstGeom prst="rect">
              <a:avLst/>
            </a:prstGeom>
            <a:grpFill/>
          </p:spPr>
          <p:txBody>
            <a:bodyPr wrap="square" lIns="0" tIns="0" rIns="0" bIns="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IT/OT </a:t>
              </a:r>
              <a:b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b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integration</a:t>
              </a:r>
            </a:p>
          </p:txBody>
        </p:sp>
        <p:sp>
          <p:nvSpPr>
            <p:cNvPr id="33" name="TextBox 32">
              <a:extLst>
                <a:ext uri="{FF2B5EF4-FFF2-40B4-BE49-F238E27FC236}">
                  <a16:creationId xmlns:a16="http://schemas.microsoft.com/office/drawing/2014/main" id="{916717D0-EA5D-A7D1-B89E-AB846FE60AD1}"/>
                </a:ext>
              </a:extLst>
            </p:cNvPr>
            <p:cNvSpPr txBox="1">
              <a:spLocks noChangeAspect="1"/>
            </p:cNvSpPr>
            <p:nvPr/>
          </p:nvSpPr>
          <p:spPr>
            <a:xfrm>
              <a:off x="569033" y="1744132"/>
              <a:ext cx="2286000" cy="1147865"/>
            </a:xfrm>
            <a:prstGeom prst="rect">
              <a:avLst/>
            </a:prstGeom>
            <a:grpFill/>
          </p:spPr>
          <p:txBody>
            <a:bodyPr wrap="square" lIns="0" tIns="0" rIns="0" bIns="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Consultative </a:t>
              </a:r>
              <a:b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b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approach</a:t>
              </a:r>
            </a:p>
          </p:txBody>
        </p:sp>
        <p:sp>
          <p:nvSpPr>
            <p:cNvPr id="7" name="TextBox 6">
              <a:extLst>
                <a:ext uri="{FF2B5EF4-FFF2-40B4-BE49-F238E27FC236}">
                  <a16:creationId xmlns:a16="http://schemas.microsoft.com/office/drawing/2014/main" id="{4A087F2D-FAAD-DA89-F084-412EEAF41E1B}"/>
                </a:ext>
              </a:extLst>
            </p:cNvPr>
            <p:cNvSpPr txBox="1">
              <a:spLocks noChangeAspect="1"/>
            </p:cNvSpPr>
            <p:nvPr/>
          </p:nvSpPr>
          <p:spPr>
            <a:xfrm>
              <a:off x="7691703" y="1744132"/>
              <a:ext cx="2286000" cy="1147865"/>
            </a:xfrm>
            <a:prstGeom prst="rect">
              <a:avLst/>
            </a:prstGeom>
            <a:grpFill/>
          </p:spPr>
          <p:txBody>
            <a:bodyPr wrap="square" lIns="0" tIns="0" rIns="0" bIns="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Scalable </a:t>
              </a:r>
              <a:b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br>
              <a:r>
                <a:rPr kumimoji="0" lang="en-US" sz="2000" b="1" i="0" u="none" strike="noStrike" kern="1200" cap="none" spc="0" normalizeH="0" baseline="0" noProof="0">
                  <a:ln>
                    <a:noFill/>
                  </a:ln>
                  <a:solidFill>
                    <a:srgbClr val="FFFFFF"/>
                  </a:solidFill>
                  <a:effectLst>
                    <a:outerShdw blurRad="434740" algn="ctr" rotWithShape="0">
                      <a:srgbClr val="003E7E">
                        <a:lumMod val="50000"/>
                      </a:srgbClr>
                    </a:outerShdw>
                  </a:effectLst>
                  <a:uLnTx/>
                  <a:uFillTx/>
                  <a:latin typeface="Barlow"/>
                  <a:ea typeface="+mn-ea"/>
                  <a:cs typeface="+mn-cs"/>
                </a:rPr>
                <a:t>innovation</a:t>
              </a:r>
            </a:p>
          </p:txBody>
        </p:sp>
      </p:grpSp>
      <p:grpSp>
        <p:nvGrpSpPr>
          <p:cNvPr id="19" name="Group 18">
            <a:extLst>
              <a:ext uri="{FF2B5EF4-FFF2-40B4-BE49-F238E27FC236}">
                <a16:creationId xmlns:a16="http://schemas.microsoft.com/office/drawing/2014/main" id="{646FE444-8E8B-22F6-2AF6-225A2AA11D28}"/>
              </a:ext>
            </a:extLst>
          </p:cNvPr>
          <p:cNvGrpSpPr/>
          <p:nvPr/>
        </p:nvGrpSpPr>
        <p:grpSpPr>
          <a:xfrm>
            <a:off x="1301828" y="1433801"/>
            <a:ext cx="9591831" cy="377684"/>
            <a:chOff x="1301829" y="1444416"/>
            <a:chExt cx="9591831" cy="377684"/>
          </a:xfrm>
          <a:gradFill flip="none" rotWithShape="1">
            <a:gsLst>
              <a:gs pos="0">
                <a:schemeClr val="accent3"/>
              </a:gs>
              <a:gs pos="100000">
                <a:schemeClr val="accent1"/>
              </a:gs>
            </a:gsLst>
            <a:lin ang="0" scaled="1"/>
            <a:tileRect/>
          </a:gradFill>
        </p:grpSpPr>
        <p:sp>
          <p:nvSpPr>
            <p:cNvPr id="8" name="Oval 7">
              <a:extLst>
                <a:ext uri="{FF2B5EF4-FFF2-40B4-BE49-F238E27FC236}">
                  <a16:creationId xmlns:a16="http://schemas.microsoft.com/office/drawing/2014/main" id="{CA50A086-2A4A-1288-757E-8B9B9930AD61}"/>
                </a:ext>
              </a:extLst>
            </p:cNvPr>
            <p:cNvSpPr/>
            <p:nvPr/>
          </p:nvSpPr>
          <p:spPr>
            <a:xfrm>
              <a:off x="1301829" y="1444416"/>
              <a:ext cx="377686" cy="377684"/>
            </a:xfrm>
            <a:prstGeom prst="ellipse">
              <a:avLst/>
            </a:prstGeom>
            <a:grpFill/>
            <a:ln w="31750"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Barlow"/>
                  <a:ea typeface="+mn-ea"/>
                  <a:cs typeface="+mn-cs"/>
                </a:rPr>
                <a:t>1</a:t>
              </a:r>
            </a:p>
          </p:txBody>
        </p:sp>
        <p:sp>
          <p:nvSpPr>
            <p:cNvPr id="10" name="Oval 9">
              <a:extLst>
                <a:ext uri="{FF2B5EF4-FFF2-40B4-BE49-F238E27FC236}">
                  <a16:creationId xmlns:a16="http://schemas.microsoft.com/office/drawing/2014/main" id="{E389A137-2917-E551-CC80-BEF72162CAEC}"/>
                </a:ext>
              </a:extLst>
            </p:cNvPr>
            <p:cNvSpPr/>
            <p:nvPr/>
          </p:nvSpPr>
          <p:spPr>
            <a:xfrm>
              <a:off x="4378410" y="1444416"/>
              <a:ext cx="377686" cy="377684"/>
            </a:xfrm>
            <a:prstGeom prst="ellipse">
              <a:avLst/>
            </a:prstGeom>
            <a:grpFill/>
            <a:ln w="31750"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Barlow"/>
                  <a:ea typeface="+mn-ea"/>
                  <a:cs typeface="+mn-cs"/>
                </a:rPr>
                <a:t>2</a:t>
              </a:r>
            </a:p>
          </p:txBody>
        </p:sp>
        <p:sp>
          <p:nvSpPr>
            <p:cNvPr id="11" name="Oval 10">
              <a:extLst>
                <a:ext uri="{FF2B5EF4-FFF2-40B4-BE49-F238E27FC236}">
                  <a16:creationId xmlns:a16="http://schemas.microsoft.com/office/drawing/2014/main" id="{315B5955-CB9F-A559-4B76-1A69A54D87D9}"/>
                </a:ext>
              </a:extLst>
            </p:cNvPr>
            <p:cNvSpPr/>
            <p:nvPr/>
          </p:nvSpPr>
          <p:spPr>
            <a:xfrm>
              <a:off x="7440265" y="1444416"/>
              <a:ext cx="377686" cy="377684"/>
            </a:xfrm>
            <a:prstGeom prst="ellipse">
              <a:avLst/>
            </a:prstGeom>
            <a:grpFill/>
            <a:ln w="31750"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Barlow"/>
                  <a:ea typeface="+mn-ea"/>
                  <a:cs typeface="+mn-cs"/>
                </a:rPr>
                <a:t>3</a:t>
              </a:r>
            </a:p>
          </p:txBody>
        </p:sp>
        <p:sp>
          <p:nvSpPr>
            <p:cNvPr id="18" name="Oval 17">
              <a:extLst>
                <a:ext uri="{FF2B5EF4-FFF2-40B4-BE49-F238E27FC236}">
                  <a16:creationId xmlns:a16="http://schemas.microsoft.com/office/drawing/2014/main" id="{8A62DA5A-60E6-44E7-8401-A33AEBA1E8C2}"/>
                </a:ext>
              </a:extLst>
            </p:cNvPr>
            <p:cNvSpPr/>
            <p:nvPr/>
          </p:nvSpPr>
          <p:spPr>
            <a:xfrm>
              <a:off x="10515974" y="1444416"/>
              <a:ext cx="377686" cy="377684"/>
            </a:xfrm>
            <a:prstGeom prst="ellipse">
              <a:avLst/>
            </a:prstGeom>
            <a:grpFill/>
            <a:ln w="31750" cap="flat">
              <a:noFill/>
              <a:prstDash val="solid"/>
              <a:miter/>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Barlow"/>
                  <a:ea typeface="+mn-ea"/>
                  <a:cs typeface="+mn-cs"/>
                </a:rPr>
                <a:t>4</a:t>
              </a:r>
            </a:p>
          </p:txBody>
        </p:sp>
      </p:grpSp>
      <p:sp>
        <p:nvSpPr>
          <p:cNvPr id="25" name="Rectángulo 24">
            <a:extLst>
              <a:ext uri="{FF2B5EF4-FFF2-40B4-BE49-F238E27FC236}">
                <a16:creationId xmlns:a16="http://schemas.microsoft.com/office/drawing/2014/main" id="{0E85B0EB-429C-7219-096E-CF7369C3E1F6}"/>
              </a:ext>
            </a:extLst>
          </p:cNvPr>
          <p:cNvSpPr/>
          <p:nvPr/>
        </p:nvSpPr>
        <p:spPr>
          <a:xfrm>
            <a:off x="0" y="6135880"/>
            <a:ext cx="12192000" cy="72212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algn="l">
              <a:lnSpc>
                <a:spcPct val="90000"/>
              </a:lnSpc>
              <a:spcAft>
                <a:spcPts val="600"/>
              </a:spcAft>
            </a:pPr>
            <a:endParaRPr lang="es-MX" dirty="0">
              <a:solidFill>
                <a:schemeClr val="bg1"/>
              </a:solidFill>
            </a:endParaRPr>
          </a:p>
        </p:txBody>
      </p:sp>
    </p:spTree>
    <p:custDataLst>
      <p:tags r:id="rId1"/>
    </p:custDataLst>
    <p:extLst>
      <p:ext uri="{BB962C8B-B14F-4D97-AF65-F5344CB8AC3E}">
        <p14:creationId xmlns:p14="http://schemas.microsoft.com/office/powerpoint/2010/main" val="377606901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264F1E30-3CF3-F59D-C193-2AE443DB283F}"/>
              </a:ext>
            </a:extLst>
          </p:cNvPr>
          <p:cNvSpPr/>
          <p:nvPr/>
        </p:nvSpPr>
        <p:spPr>
          <a:xfrm>
            <a:off x="0" y="6135880"/>
            <a:ext cx="12192000" cy="72212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p>
            <a:pPr algn="l">
              <a:lnSpc>
                <a:spcPct val="90000"/>
              </a:lnSpc>
              <a:spcAft>
                <a:spcPts val="600"/>
              </a:spcAft>
            </a:pPr>
            <a:endParaRPr lang="es-MX" dirty="0">
              <a:solidFill>
                <a:schemeClr val="bg1"/>
              </a:solidFill>
            </a:endParaRPr>
          </a:p>
        </p:txBody>
      </p:sp>
      <p:sp>
        <p:nvSpPr>
          <p:cNvPr id="5" name="TextBox 4">
            <a:extLst>
              <a:ext uri="{FF2B5EF4-FFF2-40B4-BE49-F238E27FC236}">
                <a16:creationId xmlns:a16="http://schemas.microsoft.com/office/drawing/2014/main" id="{0DC619D1-6BFA-E5F8-857C-F08988AA551D}"/>
              </a:ext>
            </a:extLst>
          </p:cNvPr>
          <p:cNvSpPr txBox="1"/>
          <p:nvPr/>
        </p:nvSpPr>
        <p:spPr>
          <a:xfrm>
            <a:off x="2161344" y="270568"/>
            <a:ext cx="7869309" cy="523220"/>
          </a:xfrm>
          <a:prstGeom prst="rect">
            <a:avLst/>
          </a:prstGeom>
          <a:noFill/>
        </p:spPr>
        <p:txBody>
          <a:bodyPr wrap="square">
            <a:spAutoFit/>
          </a:bodyPr>
          <a:lstStyle/>
          <a:p>
            <a:pPr algn="ctr"/>
            <a:r>
              <a:rPr kumimoji="0" lang="en-US" sz="2800" b="1" i="0" u="none" strike="noStrike" kern="0" cap="none" spc="0" normalizeH="0" baseline="0" noProof="0" dirty="0">
                <a:ln>
                  <a:noFill/>
                </a:ln>
                <a:effectLst/>
                <a:uLnTx/>
                <a:uFillTx/>
                <a:latin typeface="Barlow"/>
                <a:ea typeface="+mn-ea"/>
                <a:cs typeface="+mn-cs"/>
              </a:rPr>
              <a:t>Reference Architecture</a:t>
            </a:r>
            <a:endParaRPr lang="en-US" sz="2800" dirty="0"/>
          </a:p>
        </p:txBody>
      </p:sp>
      <p:pic>
        <p:nvPicPr>
          <p:cNvPr id="6" name="Picture 5">
            <a:extLst>
              <a:ext uri="{FF2B5EF4-FFF2-40B4-BE49-F238E27FC236}">
                <a16:creationId xmlns:a16="http://schemas.microsoft.com/office/drawing/2014/main" id="{860E7E55-2D48-4A7B-AABA-2B86887AE741}"/>
              </a:ext>
            </a:extLst>
          </p:cNvPr>
          <p:cNvPicPr>
            <a:picLocks noChangeAspect="1"/>
          </p:cNvPicPr>
          <p:nvPr/>
        </p:nvPicPr>
        <p:blipFill>
          <a:blip r:embed="rId2"/>
          <a:stretch>
            <a:fillRect/>
          </a:stretch>
        </p:blipFill>
        <p:spPr>
          <a:xfrm>
            <a:off x="1114456" y="793788"/>
            <a:ext cx="9963088" cy="5615558"/>
          </a:xfrm>
          <a:prstGeom prst="rect">
            <a:avLst/>
          </a:prstGeom>
        </p:spPr>
      </p:pic>
    </p:spTree>
    <p:extLst>
      <p:ext uri="{BB962C8B-B14F-4D97-AF65-F5344CB8AC3E}">
        <p14:creationId xmlns:p14="http://schemas.microsoft.com/office/powerpoint/2010/main" val="292130924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6011125-9AD8-382A-9F03-F4EE39F38E6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rPr>
              <a:t>Rockwell AF 2025</a:t>
            </a:r>
          </a:p>
        </p:txBody>
      </p:sp>
      <p:graphicFrame>
        <p:nvGraphicFramePr>
          <p:cNvPr id="5" name="Content Placeholder 4">
            <a:extLst>
              <a:ext uri="{FF2B5EF4-FFF2-40B4-BE49-F238E27FC236}">
                <a16:creationId xmlns:a16="http://schemas.microsoft.com/office/drawing/2014/main" id="{5A51DB38-C01A-980A-9623-35513D91394D}"/>
              </a:ext>
            </a:extLst>
          </p:cNvPr>
          <p:cNvGraphicFramePr>
            <a:graphicFrameLocks noGrp="1"/>
          </p:cNvGraphicFramePr>
          <p:nvPr>
            <p:ph idx="1"/>
          </p:nvPr>
        </p:nvGraphicFramePr>
        <p:xfrm>
          <a:off x="838200" y="83733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a:extLst>
              <a:ext uri="{FF2B5EF4-FFF2-40B4-BE49-F238E27FC236}">
                <a16:creationId xmlns:a16="http://schemas.microsoft.com/office/drawing/2014/main" id="{A968E824-1320-D441-B670-51C93EF1BE14}"/>
              </a:ext>
            </a:extLst>
          </p:cNvPr>
          <p:cNvSpPr>
            <a:spLocks noGrp="1"/>
          </p:cNvSpPr>
          <p:nvPr>
            <p:ph type="title"/>
          </p:nvPr>
        </p:nvSpPr>
        <p:spPr>
          <a:xfrm>
            <a:off x="838200" y="365125"/>
            <a:ext cx="10515600" cy="1325563"/>
          </a:xfrm>
        </p:spPr>
        <p:txBody>
          <a:bodyPr>
            <a:normAutofit/>
          </a:bodyPr>
          <a:lstStyle/>
          <a:p>
            <a:pPr algn="ctr"/>
            <a:r>
              <a:rPr lang="en-US" kern="0">
                <a:latin typeface="Barlow Light" panose="00000400000000000000" pitchFamily="2" charset="0"/>
              </a:rPr>
              <a:t>Continued Improvement on the Contactor Line</a:t>
            </a:r>
            <a:endParaRPr lang="en-US">
              <a:latin typeface="Barlow Light" panose="00000400000000000000" pitchFamily="2" charset="0"/>
            </a:endParaRPr>
          </a:p>
        </p:txBody>
      </p:sp>
    </p:spTree>
    <p:extLst>
      <p:ext uri="{BB962C8B-B14F-4D97-AF65-F5344CB8AC3E}">
        <p14:creationId xmlns:p14="http://schemas.microsoft.com/office/powerpoint/2010/main" val="1635544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27CC55F-7A4A-97A2-2706-E1F9F8D7B2E4}"/>
              </a:ext>
            </a:extLst>
          </p:cNvPr>
          <p:cNvSpPr/>
          <p:nvPr/>
        </p:nvSpPr>
        <p:spPr>
          <a:xfrm>
            <a:off x="-23390" y="-21047"/>
            <a:ext cx="12215389" cy="442686"/>
          </a:xfrm>
          <a:prstGeom prst="rect">
            <a:avLst/>
          </a:prstGeom>
          <a:solidFill>
            <a:srgbClr val="242A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Rectangle 3">
            <a:extLst>
              <a:ext uri="{FF2B5EF4-FFF2-40B4-BE49-F238E27FC236}">
                <a16:creationId xmlns:a16="http://schemas.microsoft.com/office/drawing/2014/main" id="{27ACBE6A-EA26-CC00-CBCE-95F5FB5375D2}"/>
              </a:ext>
            </a:extLst>
          </p:cNvPr>
          <p:cNvSpPr/>
          <p:nvPr/>
        </p:nvSpPr>
        <p:spPr>
          <a:xfrm>
            <a:off x="-1815" y="442686"/>
            <a:ext cx="459015" cy="6415314"/>
          </a:xfrm>
          <a:prstGeom prst="rect">
            <a:avLst/>
          </a:prstGeom>
          <a:gradFill>
            <a:gsLst>
              <a:gs pos="92000">
                <a:schemeClr val="bg1"/>
              </a:gs>
              <a:gs pos="100000">
                <a:schemeClr val="bg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 name="Graphic 2" descr="Hamburger Menu Icon outline">
            <a:extLst>
              <a:ext uri="{FF2B5EF4-FFF2-40B4-BE49-F238E27FC236}">
                <a16:creationId xmlns:a16="http://schemas.microsoft.com/office/drawing/2014/main" id="{DBB8CC32-E685-02E8-13DC-3E57562DC4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632" y="545374"/>
            <a:ext cx="200296" cy="200296"/>
          </a:xfrm>
          <a:prstGeom prst="rect">
            <a:avLst/>
          </a:prstGeom>
        </p:spPr>
      </p:pic>
      <p:pic>
        <p:nvPicPr>
          <p:cNvPr id="5" name="Picture 2">
            <a:extLst>
              <a:ext uri="{FF2B5EF4-FFF2-40B4-BE49-F238E27FC236}">
                <a16:creationId xmlns:a16="http://schemas.microsoft.com/office/drawing/2014/main" id="{DA8FFC72-3058-67E2-36B1-7C8C717878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6786" b="94143"/>
          <a:stretch>
            <a:fillRect/>
          </a:stretch>
        </p:blipFill>
        <p:spPr bwMode="auto">
          <a:xfrm>
            <a:off x="-1815" y="21772"/>
            <a:ext cx="1612902" cy="34108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5F0602E9-8B17-5690-11AA-E0548938AF26}"/>
              </a:ext>
            </a:extLst>
          </p:cNvPr>
          <p:cNvSpPr/>
          <p:nvPr/>
        </p:nvSpPr>
        <p:spPr>
          <a:xfrm>
            <a:off x="822960" y="876475"/>
            <a:ext cx="3284220" cy="144762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8" name="TextBox 7">
            <a:extLst>
              <a:ext uri="{FF2B5EF4-FFF2-40B4-BE49-F238E27FC236}">
                <a16:creationId xmlns:a16="http://schemas.microsoft.com/office/drawing/2014/main" id="{54DF098D-E4F9-6820-4C49-9985E1C23091}"/>
              </a:ext>
            </a:extLst>
          </p:cNvPr>
          <p:cNvSpPr txBox="1"/>
          <p:nvPr/>
        </p:nvSpPr>
        <p:spPr>
          <a:xfrm>
            <a:off x="925800" y="1007280"/>
            <a:ext cx="83388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Line: 100C</a:t>
            </a:r>
          </a:p>
        </p:txBody>
      </p:sp>
      <p:sp>
        <p:nvSpPr>
          <p:cNvPr id="9" name="TextBox 8">
            <a:extLst>
              <a:ext uri="{FF2B5EF4-FFF2-40B4-BE49-F238E27FC236}">
                <a16:creationId xmlns:a16="http://schemas.microsoft.com/office/drawing/2014/main" id="{D14994A5-B450-8286-5695-24D4793DD890}"/>
              </a:ext>
            </a:extLst>
          </p:cNvPr>
          <p:cNvSpPr txBox="1"/>
          <p:nvPr/>
        </p:nvSpPr>
        <p:spPr>
          <a:xfrm>
            <a:off x="2368572" y="1009862"/>
            <a:ext cx="134363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 DATE</a:t>
            </a:r>
          </a:p>
        </p:txBody>
      </p:sp>
      <p:sp>
        <p:nvSpPr>
          <p:cNvPr id="10" name="TextBox 9">
            <a:extLst>
              <a:ext uri="{FF2B5EF4-FFF2-40B4-BE49-F238E27FC236}">
                <a16:creationId xmlns:a16="http://schemas.microsoft.com/office/drawing/2014/main" id="{F5DC385B-2684-4CAA-E230-A1BB967DEA01}"/>
              </a:ext>
            </a:extLst>
          </p:cNvPr>
          <p:cNvSpPr txBox="1"/>
          <p:nvPr/>
        </p:nvSpPr>
        <p:spPr>
          <a:xfrm>
            <a:off x="980410" y="745670"/>
            <a:ext cx="1048685" cy="261610"/>
          </a:xfrm>
          <a:prstGeom prst="rect">
            <a:avLst/>
          </a:prstGeom>
          <a:solidFill>
            <a:srgbClr val="F5F5F5"/>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Black" panose="00000A00000000000000" pitchFamily="2" charset="0"/>
                <a:ea typeface="+mn-ea"/>
                <a:cs typeface="+mn-cs"/>
              </a:rPr>
              <a:t>OEE FOR LINE</a:t>
            </a:r>
          </a:p>
        </p:txBody>
      </p:sp>
      <p:graphicFrame>
        <p:nvGraphicFramePr>
          <p:cNvPr id="12" name="Table 11">
            <a:extLst>
              <a:ext uri="{FF2B5EF4-FFF2-40B4-BE49-F238E27FC236}">
                <a16:creationId xmlns:a16="http://schemas.microsoft.com/office/drawing/2014/main" id="{1036B88F-E1B4-DED9-DCA4-88646156637C}"/>
              </a:ext>
            </a:extLst>
          </p:cNvPr>
          <p:cNvGraphicFramePr>
            <a:graphicFrameLocks noGrp="1"/>
          </p:cNvGraphicFramePr>
          <p:nvPr/>
        </p:nvGraphicFramePr>
        <p:xfrm>
          <a:off x="2491741" y="1436573"/>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21" name="Picture 20" descr="A green and black scale&#10;&#10;AI-generated content may be incorrect.">
            <a:extLst>
              <a:ext uri="{FF2B5EF4-FFF2-40B4-BE49-F238E27FC236}">
                <a16:creationId xmlns:a16="http://schemas.microsoft.com/office/drawing/2014/main" id="{D9FCA62B-2573-642A-8D61-09236E699636}"/>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5706" y="1224950"/>
            <a:ext cx="1698706" cy="1132470"/>
          </a:xfrm>
          <a:prstGeom prst="rect">
            <a:avLst/>
          </a:prstGeom>
        </p:spPr>
      </p:pic>
      <p:sp>
        <p:nvSpPr>
          <p:cNvPr id="23" name="Rectangle 22">
            <a:extLst>
              <a:ext uri="{FF2B5EF4-FFF2-40B4-BE49-F238E27FC236}">
                <a16:creationId xmlns:a16="http://schemas.microsoft.com/office/drawing/2014/main" id="{F598CFDF-81B6-1C9D-34A8-4E30BDDA2EEE}"/>
              </a:ext>
            </a:extLst>
          </p:cNvPr>
          <p:cNvSpPr/>
          <p:nvPr/>
        </p:nvSpPr>
        <p:spPr>
          <a:xfrm>
            <a:off x="4404548" y="879315"/>
            <a:ext cx="7535992" cy="1447625"/>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1039" name="Rectangle: Rounded Corners 1038">
            <a:extLst>
              <a:ext uri="{FF2B5EF4-FFF2-40B4-BE49-F238E27FC236}">
                <a16:creationId xmlns:a16="http://schemas.microsoft.com/office/drawing/2014/main" id="{FE90EA7C-53D4-8476-D6E5-867FD6A395E0}"/>
              </a:ext>
            </a:extLst>
          </p:cNvPr>
          <p:cNvSpPr/>
          <p:nvPr/>
        </p:nvSpPr>
        <p:spPr>
          <a:xfrm>
            <a:off x="4607983" y="1092200"/>
            <a:ext cx="1144559" cy="285750"/>
          </a:xfrm>
          <a:prstGeom prst="roundRect">
            <a:avLst>
              <a:gd name="adj" fmla="val 13452"/>
            </a:avLst>
          </a:prstGeom>
          <a:solidFill>
            <a:schemeClr val="bg1"/>
          </a:solidFill>
          <a:ln w="952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F3D2CEC6-E533-3A92-4964-7A568EA73C90}"/>
              </a:ext>
            </a:extLst>
          </p:cNvPr>
          <p:cNvSpPr txBox="1"/>
          <p:nvPr/>
        </p:nvSpPr>
        <p:spPr>
          <a:xfrm>
            <a:off x="4507388" y="1010120"/>
            <a:ext cx="1048685" cy="7232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Barlow" panose="000005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    Zone: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Barlow Medium" panose="000006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Barlow Medium" panose="00000600000000000000" pitchFamily="2" charset="0"/>
                <a:ea typeface="+mn-ea"/>
                <a:cs typeface="+mn-cs"/>
              </a:rPr>
              <a:t>Base Assm</a:t>
            </a:r>
          </a:p>
        </p:txBody>
      </p:sp>
      <p:sp>
        <p:nvSpPr>
          <p:cNvPr id="25" name="TextBox 24">
            <a:extLst>
              <a:ext uri="{FF2B5EF4-FFF2-40B4-BE49-F238E27FC236}">
                <a16:creationId xmlns:a16="http://schemas.microsoft.com/office/drawing/2014/main" id="{684D8FB1-9312-9E54-2562-9912849F9BB5}"/>
              </a:ext>
            </a:extLst>
          </p:cNvPr>
          <p:cNvSpPr txBox="1"/>
          <p:nvPr/>
        </p:nvSpPr>
        <p:spPr>
          <a:xfrm>
            <a:off x="5950160" y="1012702"/>
            <a:ext cx="134363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 DATE</a:t>
            </a:r>
          </a:p>
        </p:txBody>
      </p:sp>
      <p:sp>
        <p:nvSpPr>
          <p:cNvPr id="26" name="TextBox 25">
            <a:extLst>
              <a:ext uri="{FF2B5EF4-FFF2-40B4-BE49-F238E27FC236}">
                <a16:creationId xmlns:a16="http://schemas.microsoft.com/office/drawing/2014/main" id="{744DCE3F-DB36-F3EA-7411-A11902E6E9F1}"/>
              </a:ext>
            </a:extLst>
          </p:cNvPr>
          <p:cNvSpPr txBox="1"/>
          <p:nvPr/>
        </p:nvSpPr>
        <p:spPr>
          <a:xfrm>
            <a:off x="4561998" y="748510"/>
            <a:ext cx="1083951" cy="261610"/>
          </a:xfrm>
          <a:prstGeom prst="rect">
            <a:avLst/>
          </a:prstGeom>
          <a:solidFill>
            <a:srgbClr val="F5F5F5"/>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Black" panose="00000A00000000000000" pitchFamily="2" charset="0"/>
                <a:ea typeface="+mn-ea"/>
                <a:cs typeface="+mn-cs"/>
              </a:rPr>
              <a:t>OEE FOR ZONE</a:t>
            </a:r>
          </a:p>
        </p:txBody>
      </p:sp>
      <p:graphicFrame>
        <p:nvGraphicFramePr>
          <p:cNvPr id="27" name="Table 26">
            <a:extLst>
              <a:ext uri="{FF2B5EF4-FFF2-40B4-BE49-F238E27FC236}">
                <a16:creationId xmlns:a16="http://schemas.microsoft.com/office/drawing/2014/main" id="{31D8C990-DEF1-5A7B-59D0-D7BBE91F6060}"/>
              </a:ext>
            </a:extLst>
          </p:cNvPr>
          <p:cNvGraphicFramePr>
            <a:graphicFrameLocks noGrp="1"/>
          </p:cNvGraphicFramePr>
          <p:nvPr/>
        </p:nvGraphicFramePr>
        <p:xfrm>
          <a:off x="6073329" y="1439413"/>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28" name="Picture 27" descr="A green and black scale&#10;&#10;AI-generated content may be incorrect.">
            <a:extLst>
              <a:ext uri="{FF2B5EF4-FFF2-40B4-BE49-F238E27FC236}">
                <a16:creationId xmlns:a16="http://schemas.microsoft.com/office/drawing/2014/main" id="{36F1DDE2-305D-A290-1537-35401A69D01A}"/>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453398" y="807894"/>
            <a:ext cx="2400039" cy="1600025"/>
          </a:xfrm>
          <a:prstGeom prst="rect">
            <a:avLst/>
          </a:prstGeom>
        </p:spPr>
      </p:pic>
      <p:pic>
        <p:nvPicPr>
          <p:cNvPr id="31" name="Picture 30" descr="A diagram of a machine&#10;&#10;AI-generated content may be incorrect.">
            <a:extLst>
              <a:ext uri="{FF2B5EF4-FFF2-40B4-BE49-F238E27FC236}">
                <a16:creationId xmlns:a16="http://schemas.microsoft.com/office/drawing/2014/main" id="{79372786-68C4-E38A-7B25-3465D9F01EB8}"/>
              </a:ext>
            </a:extLst>
          </p:cNvPr>
          <p:cNvPicPr>
            <a:picLocks noChangeAspect="1"/>
          </p:cNvPicPr>
          <p:nvPr/>
        </p:nvPicPr>
        <p:blipFill>
          <a:blip r:embed="rId7" cstate="print">
            <a:extLst>
              <a:ext uri="{28A0092B-C50C-407E-A947-70E740481C1C}">
                <a14:useLocalDpi xmlns:a14="http://schemas.microsoft.com/office/drawing/2010/main" val="0"/>
              </a:ext>
            </a:extLst>
          </a:blip>
          <a:srcRect r="53548" b="46860"/>
          <a:stretch>
            <a:fillRect/>
          </a:stretch>
        </p:blipFill>
        <p:spPr>
          <a:xfrm>
            <a:off x="9831048" y="952182"/>
            <a:ext cx="2065108" cy="1311450"/>
          </a:xfrm>
          <a:prstGeom prst="rect">
            <a:avLst/>
          </a:prstGeom>
        </p:spPr>
      </p:pic>
      <p:sp>
        <p:nvSpPr>
          <p:cNvPr id="32" name="Rectangle 31">
            <a:extLst>
              <a:ext uri="{FF2B5EF4-FFF2-40B4-BE49-F238E27FC236}">
                <a16:creationId xmlns:a16="http://schemas.microsoft.com/office/drawing/2014/main" id="{BEC33BAD-313C-3576-2AEA-3CC8C00DE4A3}"/>
              </a:ext>
            </a:extLst>
          </p:cNvPr>
          <p:cNvSpPr/>
          <p:nvPr/>
        </p:nvSpPr>
        <p:spPr>
          <a:xfrm>
            <a:off x="831978" y="2744346"/>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33" name="TextBox 32">
            <a:extLst>
              <a:ext uri="{FF2B5EF4-FFF2-40B4-BE49-F238E27FC236}">
                <a16:creationId xmlns:a16="http://schemas.microsoft.com/office/drawing/2014/main" id="{F4BE98A3-74F4-ADA7-D2A0-64E42471BB0C}"/>
              </a:ext>
            </a:extLst>
          </p:cNvPr>
          <p:cNvSpPr txBox="1"/>
          <p:nvPr/>
        </p:nvSpPr>
        <p:spPr>
          <a:xfrm>
            <a:off x="934818" y="2875151"/>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1100</a:t>
            </a:r>
          </a:p>
        </p:txBody>
      </p:sp>
      <p:sp>
        <p:nvSpPr>
          <p:cNvPr id="34" name="TextBox 33">
            <a:extLst>
              <a:ext uri="{FF2B5EF4-FFF2-40B4-BE49-F238E27FC236}">
                <a16:creationId xmlns:a16="http://schemas.microsoft.com/office/drawing/2014/main" id="{82608CB2-8DBA-232E-41E1-A4CABCBA2334}"/>
              </a:ext>
            </a:extLst>
          </p:cNvPr>
          <p:cNvSpPr txBox="1"/>
          <p:nvPr/>
        </p:nvSpPr>
        <p:spPr>
          <a:xfrm>
            <a:off x="2523430" y="2877377"/>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36" name="Table 35">
            <a:extLst>
              <a:ext uri="{FF2B5EF4-FFF2-40B4-BE49-F238E27FC236}">
                <a16:creationId xmlns:a16="http://schemas.microsoft.com/office/drawing/2014/main" id="{DFDB6A7A-84E6-DD45-D11D-3FDBA39C1A39}"/>
              </a:ext>
            </a:extLst>
          </p:cNvPr>
          <p:cNvGraphicFramePr>
            <a:graphicFrameLocks noGrp="1"/>
          </p:cNvGraphicFramePr>
          <p:nvPr/>
        </p:nvGraphicFramePr>
        <p:xfrm>
          <a:off x="1015689" y="3438721"/>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37" name="Picture 36" descr="A green and black scale&#10;&#10;AI-generated content may be incorrect.">
            <a:extLst>
              <a:ext uri="{FF2B5EF4-FFF2-40B4-BE49-F238E27FC236}">
                <a16:creationId xmlns:a16="http://schemas.microsoft.com/office/drawing/2014/main" id="{8120504E-27CE-BC40-5F1A-2D27F9A9AB10}"/>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08474" y="3215126"/>
            <a:ext cx="1698706" cy="1132470"/>
          </a:xfrm>
          <a:prstGeom prst="rect">
            <a:avLst/>
          </a:prstGeom>
        </p:spPr>
      </p:pic>
      <p:sp>
        <p:nvSpPr>
          <p:cNvPr id="38" name="Rectangle 37">
            <a:extLst>
              <a:ext uri="{FF2B5EF4-FFF2-40B4-BE49-F238E27FC236}">
                <a16:creationId xmlns:a16="http://schemas.microsoft.com/office/drawing/2014/main" id="{37DA16BD-4573-1AC9-1283-368A338EAD92}"/>
              </a:ext>
            </a:extLst>
          </p:cNvPr>
          <p:cNvSpPr/>
          <p:nvPr/>
        </p:nvSpPr>
        <p:spPr>
          <a:xfrm>
            <a:off x="4301179" y="2744346"/>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39" name="TextBox 38">
            <a:extLst>
              <a:ext uri="{FF2B5EF4-FFF2-40B4-BE49-F238E27FC236}">
                <a16:creationId xmlns:a16="http://schemas.microsoft.com/office/drawing/2014/main" id="{0EDBC774-0EE4-C2F7-3B66-C86B7AA4B3D7}"/>
              </a:ext>
            </a:extLst>
          </p:cNvPr>
          <p:cNvSpPr txBox="1"/>
          <p:nvPr/>
        </p:nvSpPr>
        <p:spPr>
          <a:xfrm>
            <a:off x="4404019" y="2875151"/>
            <a:ext cx="1164101"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1100 AC</a:t>
            </a:r>
          </a:p>
        </p:txBody>
      </p:sp>
      <p:sp>
        <p:nvSpPr>
          <p:cNvPr id="40" name="TextBox 39">
            <a:extLst>
              <a:ext uri="{FF2B5EF4-FFF2-40B4-BE49-F238E27FC236}">
                <a16:creationId xmlns:a16="http://schemas.microsoft.com/office/drawing/2014/main" id="{3DF5C00B-5439-F46A-364C-FEB1DC23DCEA}"/>
              </a:ext>
            </a:extLst>
          </p:cNvPr>
          <p:cNvSpPr txBox="1"/>
          <p:nvPr/>
        </p:nvSpPr>
        <p:spPr>
          <a:xfrm>
            <a:off x="5992631" y="2877377"/>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41" name="Table 40">
            <a:extLst>
              <a:ext uri="{FF2B5EF4-FFF2-40B4-BE49-F238E27FC236}">
                <a16:creationId xmlns:a16="http://schemas.microsoft.com/office/drawing/2014/main" id="{6E3FEA54-0022-B2F9-1A9D-1F22AE742A02}"/>
              </a:ext>
            </a:extLst>
          </p:cNvPr>
          <p:cNvGraphicFramePr>
            <a:graphicFrameLocks noGrp="1"/>
          </p:cNvGraphicFramePr>
          <p:nvPr/>
        </p:nvGraphicFramePr>
        <p:xfrm>
          <a:off x="4484890" y="3438721"/>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42" name="Picture 41" descr="A green and black scale&#10;&#10;AI-generated content may be incorrect.">
            <a:extLst>
              <a:ext uri="{FF2B5EF4-FFF2-40B4-BE49-F238E27FC236}">
                <a16:creationId xmlns:a16="http://schemas.microsoft.com/office/drawing/2014/main" id="{1E2A30EA-F727-5EDF-90C8-2398085DE65D}"/>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77675" y="3215126"/>
            <a:ext cx="1698706" cy="1132470"/>
          </a:xfrm>
          <a:prstGeom prst="rect">
            <a:avLst/>
          </a:prstGeom>
        </p:spPr>
      </p:pic>
      <p:sp>
        <p:nvSpPr>
          <p:cNvPr id="43" name="Rectangle 42">
            <a:extLst>
              <a:ext uri="{FF2B5EF4-FFF2-40B4-BE49-F238E27FC236}">
                <a16:creationId xmlns:a16="http://schemas.microsoft.com/office/drawing/2014/main" id="{CE587F5C-85E2-9FF7-DB3D-E7A499338FF9}"/>
              </a:ext>
            </a:extLst>
          </p:cNvPr>
          <p:cNvSpPr/>
          <p:nvPr/>
        </p:nvSpPr>
        <p:spPr>
          <a:xfrm>
            <a:off x="7761362" y="2744346"/>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44" name="TextBox 43">
            <a:extLst>
              <a:ext uri="{FF2B5EF4-FFF2-40B4-BE49-F238E27FC236}">
                <a16:creationId xmlns:a16="http://schemas.microsoft.com/office/drawing/2014/main" id="{26588C7D-4624-40FA-14F9-D7C590F5BDF1}"/>
              </a:ext>
            </a:extLst>
          </p:cNvPr>
          <p:cNvSpPr txBox="1"/>
          <p:nvPr/>
        </p:nvSpPr>
        <p:spPr>
          <a:xfrm>
            <a:off x="7864202" y="2875151"/>
            <a:ext cx="116570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1100 DC</a:t>
            </a:r>
          </a:p>
        </p:txBody>
      </p:sp>
      <p:sp>
        <p:nvSpPr>
          <p:cNvPr id="45" name="TextBox 44">
            <a:extLst>
              <a:ext uri="{FF2B5EF4-FFF2-40B4-BE49-F238E27FC236}">
                <a16:creationId xmlns:a16="http://schemas.microsoft.com/office/drawing/2014/main" id="{F36EF065-02C8-EF11-CEB8-B54AF3D3A621}"/>
              </a:ext>
            </a:extLst>
          </p:cNvPr>
          <p:cNvSpPr txBox="1"/>
          <p:nvPr/>
        </p:nvSpPr>
        <p:spPr>
          <a:xfrm>
            <a:off x="9452814" y="2877377"/>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46" name="Table 45">
            <a:extLst>
              <a:ext uri="{FF2B5EF4-FFF2-40B4-BE49-F238E27FC236}">
                <a16:creationId xmlns:a16="http://schemas.microsoft.com/office/drawing/2014/main" id="{9634E049-8E76-CBB3-B2E1-8E4B8E4E914F}"/>
              </a:ext>
            </a:extLst>
          </p:cNvPr>
          <p:cNvGraphicFramePr>
            <a:graphicFrameLocks noGrp="1"/>
          </p:cNvGraphicFramePr>
          <p:nvPr/>
        </p:nvGraphicFramePr>
        <p:xfrm>
          <a:off x="7945073" y="3438721"/>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47" name="Picture 46" descr="A green and black scale&#10;&#10;AI-generated content may be incorrect.">
            <a:extLst>
              <a:ext uri="{FF2B5EF4-FFF2-40B4-BE49-F238E27FC236}">
                <a16:creationId xmlns:a16="http://schemas.microsoft.com/office/drawing/2014/main" id="{E805AA5F-9CBB-4B26-A971-51F3D7ED56BA}"/>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37858" y="3215126"/>
            <a:ext cx="1698706" cy="1132470"/>
          </a:xfrm>
          <a:prstGeom prst="rect">
            <a:avLst/>
          </a:prstGeom>
        </p:spPr>
      </p:pic>
      <p:sp>
        <p:nvSpPr>
          <p:cNvPr id="48" name="Rectangle 47">
            <a:extLst>
              <a:ext uri="{FF2B5EF4-FFF2-40B4-BE49-F238E27FC236}">
                <a16:creationId xmlns:a16="http://schemas.microsoft.com/office/drawing/2014/main" id="{78879087-AA54-0678-EDA8-565ABEFF2F70}"/>
              </a:ext>
            </a:extLst>
          </p:cNvPr>
          <p:cNvSpPr/>
          <p:nvPr/>
        </p:nvSpPr>
        <p:spPr>
          <a:xfrm>
            <a:off x="831978" y="4431879"/>
            <a:ext cx="3284220" cy="1556728"/>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49" name="TextBox 48">
            <a:extLst>
              <a:ext uri="{FF2B5EF4-FFF2-40B4-BE49-F238E27FC236}">
                <a16:creationId xmlns:a16="http://schemas.microsoft.com/office/drawing/2014/main" id="{BFA19B57-67B6-E00D-A9C4-F0D7469453C3}"/>
              </a:ext>
            </a:extLst>
          </p:cNvPr>
          <p:cNvSpPr txBox="1"/>
          <p:nvPr/>
        </p:nvSpPr>
        <p:spPr>
          <a:xfrm>
            <a:off x="934818" y="4562684"/>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1200</a:t>
            </a:r>
          </a:p>
        </p:txBody>
      </p:sp>
      <p:sp>
        <p:nvSpPr>
          <p:cNvPr id="50" name="TextBox 49">
            <a:extLst>
              <a:ext uri="{FF2B5EF4-FFF2-40B4-BE49-F238E27FC236}">
                <a16:creationId xmlns:a16="http://schemas.microsoft.com/office/drawing/2014/main" id="{B3782E56-28FC-C304-F79D-EDB27E2C7803}"/>
              </a:ext>
            </a:extLst>
          </p:cNvPr>
          <p:cNvSpPr txBox="1"/>
          <p:nvPr/>
        </p:nvSpPr>
        <p:spPr>
          <a:xfrm>
            <a:off x="2523430" y="4564910"/>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51" name="Table 50">
            <a:extLst>
              <a:ext uri="{FF2B5EF4-FFF2-40B4-BE49-F238E27FC236}">
                <a16:creationId xmlns:a16="http://schemas.microsoft.com/office/drawing/2014/main" id="{74DC7E17-66A4-33C8-79E9-80817AE54BFD}"/>
              </a:ext>
            </a:extLst>
          </p:cNvPr>
          <p:cNvGraphicFramePr>
            <a:graphicFrameLocks noGrp="1"/>
          </p:cNvGraphicFramePr>
          <p:nvPr/>
        </p:nvGraphicFramePr>
        <p:xfrm>
          <a:off x="1015689" y="5126254"/>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52" name="Picture 51" descr="A green and black scale&#10;&#10;AI-generated content may be incorrect.">
            <a:extLst>
              <a:ext uri="{FF2B5EF4-FFF2-40B4-BE49-F238E27FC236}">
                <a16:creationId xmlns:a16="http://schemas.microsoft.com/office/drawing/2014/main" id="{D110F9A9-B44D-7D5D-AFD2-E15B8926E901}"/>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08474" y="4902659"/>
            <a:ext cx="1698706" cy="1132470"/>
          </a:xfrm>
          <a:prstGeom prst="rect">
            <a:avLst/>
          </a:prstGeom>
        </p:spPr>
      </p:pic>
      <p:sp>
        <p:nvSpPr>
          <p:cNvPr id="53" name="Rectangle 52">
            <a:extLst>
              <a:ext uri="{FF2B5EF4-FFF2-40B4-BE49-F238E27FC236}">
                <a16:creationId xmlns:a16="http://schemas.microsoft.com/office/drawing/2014/main" id="{C0FF7310-31E4-E80D-607C-81025ADE3546}"/>
              </a:ext>
            </a:extLst>
          </p:cNvPr>
          <p:cNvSpPr/>
          <p:nvPr/>
        </p:nvSpPr>
        <p:spPr>
          <a:xfrm>
            <a:off x="4301179" y="4431879"/>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54" name="TextBox 53">
            <a:extLst>
              <a:ext uri="{FF2B5EF4-FFF2-40B4-BE49-F238E27FC236}">
                <a16:creationId xmlns:a16="http://schemas.microsoft.com/office/drawing/2014/main" id="{881B5789-5DEE-7A21-05B1-758CD6441938}"/>
              </a:ext>
            </a:extLst>
          </p:cNvPr>
          <p:cNvSpPr txBox="1"/>
          <p:nvPr/>
        </p:nvSpPr>
        <p:spPr>
          <a:xfrm>
            <a:off x="4404019" y="4562684"/>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1300</a:t>
            </a:r>
          </a:p>
        </p:txBody>
      </p:sp>
      <p:sp>
        <p:nvSpPr>
          <p:cNvPr id="55" name="TextBox 54">
            <a:extLst>
              <a:ext uri="{FF2B5EF4-FFF2-40B4-BE49-F238E27FC236}">
                <a16:creationId xmlns:a16="http://schemas.microsoft.com/office/drawing/2014/main" id="{9B6D80ED-DAE9-100F-44FE-8B22DA173DC4}"/>
              </a:ext>
            </a:extLst>
          </p:cNvPr>
          <p:cNvSpPr txBox="1"/>
          <p:nvPr/>
        </p:nvSpPr>
        <p:spPr>
          <a:xfrm>
            <a:off x="5992631" y="4564910"/>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56" name="Table 55">
            <a:extLst>
              <a:ext uri="{FF2B5EF4-FFF2-40B4-BE49-F238E27FC236}">
                <a16:creationId xmlns:a16="http://schemas.microsoft.com/office/drawing/2014/main" id="{9614B315-F4EC-FE61-2E9D-AE21D2BAEC97}"/>
              </a:ext>
            </a:extLst>
          </p:cNvPr>
          <p:cNvGraphicFramePr>
            <a:graphicFrameLocks noGrp="1"/>
          </p:cNvGraphicFramePr>
          <p:nvPr/>
        </p:nvGraphicFramePr>
        <p:xfrm>
          <a:off x="4484890" y="5126254"/>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57" name="Picture 56" descr="A green and black scale&#10;&#10;AI-generated content may be incorrect.">
            <a:extLst>
              <a:ext uri="{FF2B5EF4-FFF2-40B4-BE49-F238E27FC236}">
                <a16:creationId xmlns:a16="http://schemas.microsoft.com/office/drawing/2014/main" id="{86BD4981-8E74-4CCA-7EFC-2D334996804C}"/>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77675" y="4902659"/>
            <a:ext cx="1698706" cy="1132470"/>
          </a:xfrm>
          <a:prstGeom prst="rect">
            <a:avLst/>
          </a:prstGeom>
        </p:spPr>
      </p:pic>
      <p:sp>
        <p:nvSpPr>
          <p:cNvPr id="58" name="Rectangle 57">
            <a:extLst>
              <a:ext uri="{FF2B5EF4-FFF2-40B4-BE49-F238E27FC236}">
                <a16:creationId xmlns:a16="http://schemas.microsoft.com/office/drawing/2014/main" id="{CEE9F3A4-828B-6B8A-B7CB-7BD9301F8DBB}"/>
              </a:ext>
            </a:extLst>
          </p:cNvPr>
          <p:cNvSpPr/>
          <p:nvPr/>
        </p:nvSpPr>
        <p:spPr>
          <a:xfrm>
            <a:off x="7761362" y="4431879"/>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59" name="TextBox 58">
            <a:extLst>
              <a:ext uri="{FF2B5EF4-FFF2-40B4-BE49-F238E27FC236}">
                <a16:creationId xmlns:a16="http://schemas.microsoft.com/office/drawing/2014/main" id="{EC98CFD6-E7D3-DF77-3601-99C29D67B5F3}"/>
              </a:ext>
            </a:extLst>
          </p:cNvPr>
          <p:cNvSpPr txBox="1"/>
          <p:nvPr/>
        </p:nvSpPr>
        <p:spPr>
          <a:xfrm>
            <a:off x="7864202" y="4562684"/>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1400</a:t>
            </a:r>
          </a:p>
        </p:txBody>
      </p:sp>
      <p:sp>
        <p:nvSpPr>
          <p:cNvPr id="60" name="TextBox 59">
            <a:extLst>
              <a:ext uri="{FF2B5EF4-FFF2-40B4-BE49-F238E27FC236}">
                <a16:creationId xmlns:a16="http://schemas.microsoft.com/office/drawing/2014/main" id="{10714AC5-BCC5-382C-7EC0-C5357EFB5E18}"/>
              </a:ext>
            </a:extLst>
          </p:cNvPr>
          <p:cNvSpPr txBox="1"/>
          <p:nvPr/>
        </p:nvSpPr>
        <p:spPr>
          <a:xfrm>
            <a:off x="9452814" y="4564910"/>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61" name="Table 60">
            <a:extLst>
              <a:ext uri="{FF2B5EF4-FFF2-40B4-BE49-F238E27FC236}">
                <a16:creationId xmlns:a16="http://schemas.microsoft.com/office/drawing/2014/main" id="{632EE0CF-614A-085A-56A1-3E5CE6003A9D}"/>
              </a:ext>
            </a:extLst>
          </p:cNvPr>
          <p:cNvGraphicFramePr>
            <a:graphicFrameLocks noGrp="1"/>
          </p:cNvGraphicFramePr>
          <p:nvPr/>
        </p:nvGraphicFramePr>
        <p:xfrm>
          <a:off x="7945073" y="5126254"/>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62" name="Picture 61" descr="A green and black scale&#10;&#10;AI-generated content may be incorrect.">
            <a:extLst>
              <a:ext uri="{FF2B5EF4-FFF2-40B4-BE49-F238E27FC236}">
                <a16:creationId xmlns:a16="http://schemas.microsoft.com/office/drawing/2014/main" id="{9BD07BDD-4A8B-A03F-FF4E-1777190079D6}"/>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37858" y="4902659"/>
            <a:ext cx="1698706" cy="1132470"/>
          </a:xfrm>
          <a:prstGeom prst="rect">
            <a:avLst/>
          </a:prstGeom>
        </p:spPr>
      </p:pic>
      <p:sp>
        <p:nvSpPr>
          <p:cNvPr id="63" name="Rectangle 62">
            <a:extLst>
              <a:ext uri="{FF2B5EF4-FFF2-40B4-BE49-F238E27FC236}">
                <a16:creationId xmlns:a16="http://schemas.microsoft.com/office/drawing/2014/main" id="{3944FF9E-3E34-DDF4-7171-3911D05185CA}"/>
              </a:ext>
            </a:extLst>
          </p:cNvPr>
          <p:cNvSpPr/>
          <p:nvPr/>
        </p:nvSpPr>
        <p:spPr>
          <a:xfrm>
            <a:off x="831978" y="6133926"/>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1024" name="TextBox 1023">
            <a:extLst>
              <a:ext uri="{FF2B5EF4-FFF2-40B4-BE49-F238E27FC236}">
                <a16:creationId xmlns:a16="http://schemas.microsoft.com/office/drawing/2014/main" id="{C1EF0A12-2E8B-4C7A-3A70-432C20129B60}"/>
              </a:ext>
            </a:extLst>
          </p:cNvPr>
          <p:cNvSpPr txBox="1"/>
          <p:nvPr/>
        </p:nvSpPr>
        <p:spPr>
          <a:xfrm>
            <a:off x="934818" y="6264731"/>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1500</a:t>
            </a:r>
          </a:p>
        </p:txBody>
      </p:sp>
      <p:sp>
        <p:nvSpPr>
          <p:cNvPr id="1025" name="TextBox 1024">
            <a:extLst>
              <a:ext uri="{FF2B5EF4-FFF2-40B4-BE49-F238E27FC236}">
                <a16:creationId xmlns:a16="http://schemas.microsoft.com/office/drawing/2014/main" id="{EB1FDCF8-95E1-9A9E-9F80-C811B687F4B0}"/>
              </a:ext>
            </a:extLst>
          </p:cNvPr>
          <p:cNvSpPr txBox="1"/>
          <p:nvPr/>
        </p:nvSpPr>
        <p:spPr>
          <a:xfrm>
            <a:off x="2523430" y="6266957"/>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1027" name="Table 1026">
            <a:extLst>
              <a:ext uri="{FF2B5EF4-FFF2-40B4-BE49-F238E27FC236}">
                <a16:creationId xmlns:a16="http://schemas.microsoft.com/office/drawing/2014/main" id="{5188F8AD-D48F-D924-F630-92A99FDA0166}"/>
              </a:ext>
            </a:extLst>
          </p:cNvPr>
          <p:cNvGraphicFramePr>
            <a:graphicFrameLocks noGrp="1"/>
          </p:cNvGraphicFramePr>
          <p:nvPr/>
        </p:nvGraphicFramePr>
        <p:xfrm>
          <a:off x="1015689" y="6828301"/>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1028" name="Picture 1027" descr="A green and black scale&#10;&#10;AI-generated content may be incorrect.">
            <a:extLst>
              <a:ext uri="{FF2B5EF4-FFF2-40B4-BE49-F238E27FC236}">
                <a16:creationId xmlns:a16="http://schemas.microsoft.com/office/drawing/2014/main" id="{5F2F9ABD-BA3C-0EED-7B91-4D2C5A398FFD}"/>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08474" y="6604706"/>
            <a:ext cx="1698706" cy="1132470"/>
          </a:xfrm>
          <a:prstGeom prst="rect">
            <a:avLst/>
          </a:prstGeom>
        </p:spPr>
      </p:pic>
      <p:sp>
        <p:nvSpPr>
          <p:cNvPr id="1029" name="Rectangle 1028">
            <a:extLst>
              <a:ext uri="{FF2B5EF4-FFF2-40B4-BE49-F238E27FC236}">
                <a16:creationId xmlns:a16="http://schemas.microsoft.com/office/drawing/2014/main" id="{1EBD3130-D902-8BBE-22AA-E7912EC9C335}"/>
              </a:ext>
            </a:extLst>
          </p:cNvPr>
          <p:cNvSpPr/>
          <p:nvPr/>
        </p:nvSpPr>
        <p:spPr>
          <a:xfrm>
            <a:off x="4301179" y="6133926"/>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1030" name="TextBox 1029">
            <a:extLst>
              <a:ext uri="{FF2B5EF4-FFF2-40B4-BE49-F238E27FC236}">
                <a16:creationId xmlns:a16="http://schemas.microsoft.com/office/drawing/2014/main" id="{BC3CF929-73EC-92C4-0BB4-A8A8B9F150B5}"/>
              </a:ext>
            </a:extLst>
          </p:cNvPr>
          <p:cNvSpPr txBox="1"/>
          <p:nvPr/>
        </p:nvSpPr>
        <p:spPr>
          <a:xfrm>
            <a:off x="4404019" y="6264731"/>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1600</a:t>
            </a:r>
          </a:p>
        </p:txBody>
      </p:sp>
      <p:sp>
        <p:nvSpPr>
          <p:cNvPr id="1031" name="TextBox 1030">
            <a:extLst>
              <a:ext uri="{FF2B5EF4-FFF2-40B4-BE49-F238E27FC236}">
                <a16:creationId xmlns:a16="http://schemas.microsoft.com/office/drawing/2014/main" id="{38E4A199-AD57-1117-4894-D95E2588A195}"/>
              </a:ext>
            </a:extLst>
          </p:cNvPr>
          <p:cNvSpPr txBox="1"/>
          <p:nvPr/>
        </p:nvSpPr>
        <p:spPr>
          <a:xfrm>
            <a:off x="5992631" y="6266957"/>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1032" name="Table 1031">
            <a:extLst>
              <a:ext uri="{FF2B5EF4-FFF2-40B4-BE49-F238E27FC236}">
                <a16:creationId xmlns:a16="http://schemas.microsoft.com/office/drawing/2014/main" id="{C28740BC-EC50-DA1E-C64E-505373722582}"/>
              </a:ext>
            </a:extLst>
          </p:cNvPr>
          <p:cNvGraphicFramePr>
            <a:graphicFrameLocks noGrp="1"/>
          </p:cNvGraphicFramePr>
          <p:nvPr/>
        </p:nvGraphicFramePr>
        <p:xfrm>
          <a:off x="4484890" y="6828301"/>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1033" name="Picture 1032" descr="A green and black scale&#10;&#10;AI-generated content may be incorrect.">
            <a:extLst>
              <a:ext uri="{FF2B5EF4-FFF2-40B4-BE49-F238E27FC236}">
                <a16:creationId xmlns:a16="http://schemas.microsoft.com/office/drawing/2014/main" id="{8DC93F97-17A4-77FE-8116-05FCD6FF7687}"/>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877675" y="6604706"/>
            <a:ext cx="1698706" cy="1132470"/>
          </a:xfrm>
          <a:prstGeom prst="rect">
            <a:avLst/>
          </a:prstGeom>
        </p:spPr>
      </p:pic>
      <p:sp>
        <p:nvSpPr>
          <p:cNvPr id="1034" name="Rectangle 1033">
            <a:extLst>
              <a:ext uri="{FF2B5EF4-FFF2-40B4-BE49-F238E27FC236}">
                <a16:creationId xmlns:a16="http://schemas.microsoft.com/office/drawing/2014/main" id="{9248395D-2B7C-40BA-0E0F-F2DA8C289205}"/>
              </a:ext>
            </a:extLst>
          </p:cNvPr>
          <p:cNvSpPr/>
          <p:nvPr/>
        </p:nvSpPr>
        <p:spPr>
          <a:xfrm>
            <a:off x="7761362" y="6133926"/>
            <a:ext cx="3284220" cy="1556728"/>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arlow" panose="00000500000000000000" pitchFamily="2" charset="0"/>
              <a:ea typeface="+mn-ea"/>
              <a:cs typeface="+mn-cs"/>
            </a:endParaRPr>
          </a:p>
        </p:txBody>
      </p:sp>
      <p:sp>
        <p:nvSpPr>
          <p:cNvPr id="1035" name="TextBox 1034">
            <a:extLst>
              <a:ext uri="{FF2B5EF4-FFF2-40B4-BE49-F238E27FC236}">
                <a16:creationId xmlns:a16="http://schemas.microsoft.com/office/drawing/2014/main" id="{1644E602-DE78-C34E-2300-149371CB00C0}"/>
              </a:ext>
            </a:extLst>
          </p:cNvPr>
          <p:cNvSpPr txBox="1"/>
          <p:nvPr/>
        </p:nvSpPr>
        <p:spPr>
          <a:xfrm>
            <a:off x="7864202" y="6264731"/>
            <a:ext cx="100059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Station: 1700</a:t>
            </a:r>
          </a:p>
        </p:txBody>
      </p:sp>
      <p:sp>
        <p:nvSpPr>
          <p:cNvPr id="1036" name="TextBox 1035">
            <a:extLst>
              <a:ext uri="{FF2B5EF4-FFF2-40B4-BE49-F238E27FC236}">
                <a16:creationId xmlns:a16="http://schemas.microsoft.com/office/drawing/2014/main" id="{FE20341E-AEA8-4254-B9D0-3782DB551B89}"/>
              </a:ext>
            </a:extLst>
          </p:cNvPr>
          <p:cNvSpPr txBox="1"/>
          <p:nvPr/>
        </p:nvSpPr>
        <p:spPr>
          <a:xfrm>
            <a:off x="9452814" y="6266957"/>
            <a:ext cx="1531188" cy="430887"/>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Last Update: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arlow" panose="00000500000000000000" pitchFamily="2" charset="0"/>
                <a:ea typeface="+mn-ea"/>
                <a:cs typeface="+mn-cs"/>
              </a:rPr>
              <a:t>Nov 17, 2025 06:00:20</a:t>
            </a:r>
          </a:p>
        </p:txBody>
      </p:sp>
      <p:graphicFrame>
        <p:nvGraphicFramePr>
          <p:cNvPr id="1037" name="Table 1036">
            <a:extLst>
              <a:ext uri="{FF2B5EF4-FFF2-40B4-BE49-F238E27FC236}">
                <a16:creationId xmlns:a16="http://schemas.microsoft.com/office/drawing/2014/main" id="{A6E885EE-8AD3-CBB7-DC81-32B634EBAE77}"/>
              </a:ext>
            </a:extLst>
          </p:cNvPr>
          <p:cNvGraphicFramePr>
            <a:graphicFrameLocks noGrp="1"/>
          </p:cNvGraphicFramePr>
          <p:nvPr/>
        </p:nvGraphicFramePr>
        <p:xfrm>
          <a:off x="7945073" y="6828301"/>
          <a:ext cx="1401803" cy="685800"/>
        </p:xfrm>
        <a:graphic>
          <a:graphicData uri="http://schemas.openxmlformats.org/drawingml/2006/table">
            <a:tbl>
              <a:tblPr firstRow="1" bandRow="1">
                <a:tableStyleId>{5C22544A-7EE6-4342-B048-85BDC9FD1C3A}</a:tableStyleId>
              </a:tblPr>
              <a:tblGrid>
                <a:gridCol w="854393">
                  <a:extLst>
                    <a:ext uri="{9D8B030D-6E8A-4147-A177-3AD203B41FA5}">
                      <a16:colId xmlns:a16="http://schemas.microsoft.com/office/drawing/2014/main" val="2297275062"/>
                    </a:ext>
                  </a:extLst>
                </a:gridCol>
                <a:gridCol w="547410">
                  <a:extLst>
                    <a:ext uri="{9D8B030D-6E8A-4147-A177-3AD203B41FA5}">
                      <a16:colId xmlns:a16="http://schemas.microsoft.com/office/drawing/2014/main" val="28894364"/>
                    </a:ext>
                  </a:extLst>
                </a:gridCol>
              </a:tblGrid>
              <a:tr h="147562">
                <a:tc>
                  <a:txBody>
                    <a:bodyPr/>
                    <a:lstStyle/>
                    <a:p>
                      <a:r>
                        <a:rPr lang="en-US" sz="900" b="0">
                          <a:solidFill>
                            <a:schemeClr val="tx1"/>
                          </a:solidFill>
                          <a:latin typeface="Barlow" panose="00000500000000000000" pitchFamily="2" charset="0"/>
                        </a:rPr>
                        <a:t>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b="0">
                          <a:solidFill>
                            <a:schemeClr val="tx1"/>
                          </a:solidFill>
                          <a:latin typeface="Barlow" panose="00000500000000000000" pitchFamily="2" charset="0"/>
                        </a:rPr>
                        <a:t>99.2%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589604819"/>
                  </a:ext>
                </a:extLst>
              </a:tr>
              <a:tr h="147562">
                <a:tc>
                  <a:txBody>
                    <a:bodyPr/>
                    <a:lstStyle/>
                    <a:p>
                      <a:r>
                        <a:rPr lang="en-US" sz="900">
                          <a:solidFill>
                            <a:schemeClr val="tx1"/>
                          </a:solidFill>
                          <a:latin typeface="Barlow" panose="00000500000000000000" pitchFamily="2" charset="0"/>
                        </a:rPr>
                        <a:t>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3470632199"/>
                  </a:ext>
                </a:extLst>
              </a:tr>
              <a:tr h="147562">
                <a:tc>
                  <a:txBody>
                    <a:bodyPr/>
                    <a:lstStyle/>
                    <a:p>
                      <a:r>
                        <a:rPr lang="en-US" sz="900">
                          <a:solidFill>
                            <a:schemeClr val="tx1"/>
                          </a:solidFill>
                          <a:latin typeface="Barlow" panose="00000500000000000000" pitchFamily="2" charset="0"/>
                        </a:rPr>
                        <a:t>Performance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r"/>
                      <a:r>
                        <a:rPr lang="en-US" sz="900">
                          <a:solidFill>
                            <a:schemeClr val="tx1"/>
                          </a:solidFill>
                          <a:latin typeface="Barlow" panose="00000500000000000000" pitchFamily="2" charset="0"/>
                        </a:rPr>
                        <a:t>70.0%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476286566"/>
                  </a:ext>
                </a:extLst>
              </a:tr>
            </a:tbl>
          </a:graphicData>
        </a:graphic>
      </p:graphicFrame>
      <p:pic>
        <p:nvPicPr>
          <p:cNvPr id="1038" name="Picture 1037" descr="A green and black scale&#10;&#10;AI-generated content may be incorrect.">
            <a:extLst>
              <a:ext uri="{FF2B5EF4-FFF2-40B4-BE49-F238E27FC236}">
                <a16:creationId xmlns:a16="http://schemas.microsoft.com/office/drawing/2014/main" id="{585078C4-33BB-92E1-C8B5-518172AF12D1}"/>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337858" y="6604706"/>
            <a:ext cx="1698706" cy="1132470"/>
          </a:xfrm>
          <a:prstGeom prst="rect">
            <a:avLst/>
          </a:prstGeom>
        </p:spPr>
      </p:pic>
      <p:pic>
        <p:nvPicPr>
          <p:cNvPr id="1041" name="Graphic 1040" descr="Play with solid fill">
            <a:extLst>
              <a:ext uri="{FF2B5EF4-FFF2-40B4-BE49-F238E27FC236}">
                <a16:creationId xmlns:a16="http://schemas.microsoft.com/office/drawing/2014/main" id="{CBB1F60E-7093-056A-D625-3EC624C352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5601177" y="1200697"/>
            <a:ext cx="89544" cy="89544"/>
          </a:xfrm>
          <a:prstGeom prst="rect">
            <a:avLst/>
          </a:prstGeom>
        </p:spPr>
      </p:pic>
      <p:pic>
        <p:nvPicPr>
          <p:cNvPr id="1043" name="Picture 1042" descr="A screenshot of a computer&#10;&#10;AI-generated content may be incorrect.">
            <a:extLst>
              <a:ext uri="{FF2B5EF4-FFF2-40B4-BE49-F238E27FC236}">
                <a16:creationId xmlns:a16="http://schemas.microsoft.com/office/drawing/2014/main" id="{8B548592-303E-765D-18AC-96ABDE3911B0}"/>
              </a:ext>
            </a:extLst>
          </p:cNvPr>
          <p:cNvPicPr>
            <a:picLocks noChangeAspect="1"/>
          </p:cNvPicPr>
          <p:nvPr/>
        </p:nvPicPr>
        <p:blipFill>
          <a:blip r:embed="rId10">
            <a:clrChange>
              <a:clrFrom>
                <a:srgbClr val="FFFDFC"/>
              </a:clrFrom>
              <a:clrTo>
                <a:srgbClr val="FFFDFC">
                  <a:alpha val="0"/>
                </a:srgbClr>
              </a:clrTo>
            </a:clrChange>
            <a:extLst>
              <a:ext uri="{BEBA8EAE-BF5A-486C-A8C5-ECC9F3942E4B}">
                <a14:imgProps xmlns:a14="http://schemas.microsoft.com/office/drawing/2010/main">
                  <a14:imgLayer r:embed="rId11">
                    <a14:imgEffect>
                      <a14:backgroundRemoval t="12521" b="15548" l="69488" r="71114"/>
                    </a14:imgEffect>
                  </a14:imgLayer>
                </a14:imgProps>
              </a:ext>
              <a:ext uri="{28A0092B-C50C-407E-A947-70E740481C1C}">
                <a14:useLocalDpi xmlns:a14="http://schemas.microsoft.com/office/drawing/2010/main" val="0"/>
              </a:ext>
            </a:extLst>
          </a:blip>
          <a:srcRect l="69285" t="12143" r="28683" b="84074"/>
          <a:stretch>
            <a:fillRect/>
          </a:stretch>
        </p:blipFill>
        <p:spPr>
          <a:xfrm>
            <a:off x="11817183" y="6451599"/>
            <a:ext cx="318792" cy="334149"/>
          </a:xfrm>
          <a:prstGeom prst="rect">
            <a:avLst/>
          </a:prstGeom>
        </p:spPr>
      </p:pic>
      <p:pic>
        <p:nvPicPr>
          <p:cNvPr id="1044" name="Graphic 1043" descr="Warning with solid fill">
            <a:extLst>
              <a:ext uri="{FF2B5EF4-FFF2-40B4-BE49-F238E27FC236}">
                <a16:creationId xmlns:a16="http://schemas.microsoft.com/office/drawing/2014/main" id="{51649396-22CC-9657-A9B2-8CCAF067FF2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5689" y="4826467"/>
            <a:ext cx="168711" cy="168711"/>
          </a:xfrm>
          <a:prstGeom prst="rect">
            <a:avLst/>
          </a:prstGeom>
        </p:spPr>
      </p:pic>
    </p:spTree>
    <p:extLst>
      <p:ext uri="{BB962C8B-B14F-4D97-AF65-F5344CB8AC3E}">
        <p14:creationId xmlns:p14="http://schemas.microsoft.com/office/powerpoint/2010/main" val="307693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3B13-A926-9A74-DDD1-E541D1DD016E}"/>
              </a:ext>
            </a:extLst>
          </p:cNvPr>
          <p:cNvSpPr>
            <a:spLocks noGrp="1"/>
          </p:cNvSpPr>
          <p:nvPr>
            <p:ph type="title"/>
          </p:nvPr>
        </p:nvSpPr>
        <p:spPr>
          <a:xfrm>
            <a:off x="1044205" y="351138"/>
            <a:ext cx="10744985" cy="522579"/>
          </a:xfrm>
        </p:spPr>
        <p:txBody>
          <a:bodyPr/>
          <a:lstStyle/>
          <a:p>
            <a:r>
              <a:rPr lang="en-US"/>
              <a:t>Create What’s Next on the Contactor Line</a:t>
            </a:r>
          </a:p>
        </p:txBody>
      </p:sp>
      <p:sp>
        <p:nvSpPr>
          <p:cNvPr id="3" name="Text Placeholder 2">
            <a:extLst>
              <a:ext uri="{FF2B5EF4-FFF2-40B4-BE49-F238E27FC236}">
                <a16:creationId xmlns:a16="http://schemas.microsoft.com/office/drawing/2014/main" id="{27453C5F-4071-8844-5ED8-D5DCF40A17BB}"/>
              </a:ext>
            </a:extLst>
          </p:cNvPr>
          <p:cNvSpPr>
            <a:spLocks noGrp="1"/>
          </p:cNvSpPr>
          <p:nvPr>
            <p:ph type="body" sz="quarter" idx="10"/>
          </p:nvPr>
        </p:nvSpPr>
        <p:spPr>
          <a:xfrm>
            <a:off x="1044205" y="907880"/>
            <a:ext cx="10744985" cy="348813"/>
          </a:xfrm>
        </p:spPr>
        <p:txBody>
          <a:bodyPr/>
          <a:lstStyle/>
          <a:p>
            <a:r>
              <a:rPr lang="en-US" dirty="0"/>
              <a:t>Turning data into action to unlock actionable insights that improve OEE and accelerate innovation. </a:t>
            </a:r>
          </a:p>
          <a:p>
            <a:endParaRPr lang="en-US" dirty="0"/>
          </a:p>
        </p:txBody>
      </p:sp>
      <p:sp>
        <p:nvSpPr>
          <p:cNvPr id="38" name="Rectangle 37">
            <a:extLst>
              <a:ext uri="{FF2B5EF4-FFF2-40B4-BE49-F238E27FC236}">
                <a16:creationId xmlns:a16="http://schemas.microsoft.com/office/drawing/2014/main" id="{7D0968E9-AE8C-EFB2-1B5F-369346E14761}"/>
              </a:ext>
            </a:extLst>
          </p:cNvPr>
          <p:cNvSpPr/>
          <p:nvPr/>
        </p:nvSpPr>
        <p:spPr>
          <a:xfrm>
            <a:off x="3735572" y="2932462"/>
            <a:ext cx="8456428" cy="3084338"/>
          </a:xfrm>
          <a:prstGeom prst="rect">
            <a:avLst/>
          </a:prstGeom>
          <a:gradFill flip="none" rotWithShape="1">
            <a:gsLst>
              <a:gs pos="0">
                <a:srgbClr val="002E5F"/>
              </a:gs>
              <a:gs pos="48000">
                <a:srgbClr val="00448A"/>
              </a:gs>
            </a:gsLst>
            <a:lin ang="0" scaled="1"/>
            <a:tileRect/>
          </a:gradFill>
          <a:ln w="190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a:ea typeface="+mn-ea"/>
              <a:cs typeface="+mn-cs"/>
            </a:endParaRPr>
          </a:p>
        </p:txBody>
      </p:sp>
      <p:sp>
        <p:nvSpPr>
          <p:cNvPr id="39" name="Round Same Side Corner Rectangle 38">
            <a:extLst>
              <a:ext uri="{FF2B5EF4-FFF2-40B4-BE49-F238E27FC236}">
                <a16:creationId xmlns:a16="http://schemas.microsoft.com/office/drawing/2014/main" id="{8F92FCDC-87DD-FAAF-9750-A272EBBAAB6D}"/>
              </a:ext>
            </a:extLst>
          </p:cNvPr>
          <p:cNvSpPr/>
          <p:nvPr/>
        </p:nvSpPr>
        <p:spPr>
          <a:xfrm rot="16200000">
            <a:off x="853701" y="3134929"/>
            <a:ext cx="3084338" cy="2679404"/>
          </a:xfrm>
          <a:prstGeom prst="round2SameRect">
            <a:avLst>
              <a:gd name="adj1" fmla="val 8135"/>
              <a:gd name="adj2" fmla="val 0"/>
            </a:avLst>
          </a:prstGeom>
          <a:solidFill>
            <a:schemeClr val="bg1"/>
          </a:solidFill>
          <a:ln w="31750" cap="flat">
            <a:noFill/>
            <a:prstDash val="solid"/>
            <a:miter/>
          </a:ln>
          <a:effectLst>
            <a:outerShdw blurRad="193273" dist="38100" dir="16200000" rotWithShape="0">
              <a:prstClr val="black">
                <a:alpha val="14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Light" pitchFamily="2" charset="77"/>
              <a:ea typeface="+mn-ea"/>
              <a:cs typeface="+mn-cs"/>
            </a:endParaRPr>
          </a:p>
        </p:txBody>
      </p:sp>
      <p:sp>
        <p:nvSpPr>
          <p:cNvPr id="41" name="Text Placeholder 3">
            <a:extLst>
              <a:ext uri="{FF2B5EF4-FFF2-40B4-BE49-F238E27FC236}">
                <a16:creationId xmlns:a16="http://schemas.microsoft.com/office/drawing/2014/main" id="{EFD8DCF1-75C7-A069-29BF-87338921F37A}"/>
              </a:ext>
            </a:extLst>
          </p:cNvPr>
          <p:cNvSpPr txBox="1">
            <a:spLocks/>
          </p:cNvSpPr>
          <p:nvPr/>
        </p:nvSpPr>
        <p:spPr>
          <a:xfrm>
            <a:off x="3891516" y="3241125"/>
            <a:ext cx="1030941" cy="263309"/>
          </a:xfrm>
          <a:prstGeom prst="roundRect">
            <a:avLst>
              <a:gd name="adj" fmla="val 50000"/>
            </a:avLst>
          </a:prstGeom>
          <a:solidFill>
            <a:schemeClr val="bg1"/>
          </a:solidFill>
        </p:spPr>
        <p:txBody>
          <a:bodyPr wrap="square" anchor="ctr">
            <a:noAutofit/>
          </a:bodyPr>
          <a:lstStyle>
            <a:lvl1pPr marL="174625" indent="-174625" algn="l" rtl="0" eaLnBrk="1" fontAlgn="base" hangingPunct="1">
              <a:lnSpc>
                <a:spcPct val="100000"/>
              </a:lnSpc>
              <a:spcBef>
                <a:spcPts val="0"/>
              </a:spcBef>
              <a:spcAft>
                <a:spcPts val="800"/>
              </a:spcAft>
              <a:buClr>
                <a:schemeClr val="bg2"/>
              </a:buClr>
              <a:buFont typeface="Arial" panose="020B0604020202020204" pitchFamily="34" charset="0"/>
              <a:buChar char="•"/>
              <a:tabLst/>
              <a:defRPr sz="2000" b="0" i="0">
                <a:solidFill>
                  <a:schemeClr val="bg2"/>
                </a:solidFill>
                <a:latin typeface="Barlow Light" pitchFamily="2" charset="77"/>
                <a:ea typeface="+mn-ea"/>
                <a:cs typeface="+mn-cs"/>
              </a:defRPr>
            </a:lvl1pPr>
            <a:lvl2pPr marL="342900" indent="-1682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600" b="0" i="0">
                <a:solidFill>
                  <a:schemeClr val="bg2"/>
                </a:solidFill>
                <a:latin typeface="Barlow Light" pitchFamily="2" charset="77"/>
                <a:ea typeface="+mn-ea"/>
              </a:defRPr>
            </a:lvl2pPr>
            <a:lvl3pPr marL="460375" indent="-1174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400" b="0" i="0">
                <a:solidFill>
                  <a:schemeClr val="bg2"/>
                </a:solidFill>
                <a:latin typeface="Barlow Light" pitchFamily="2" charset="77"/>
                <a:ea typeface="+mn-ea"/>
              </a:defRPr>
            </a:lvl3pPr>
            <a:lvl4pPr marL="576263" indent="-115888"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4pPr>
            <a:lvl5pPr marL="687388" indent="-111125"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a:lstStyle>
          <a:p>
            <a:pPr marL="0" marR="0" lvl="0" indent="0" algn="ctr" defTabSz="914400" rtl="0" eaLnBrk="1" fontAlgn="base" latinLnBrk="0" hangingPunct="1">
              <a:lnSpc>
                <a:spcPct val="100000"/>
              </a:lnSpc>
              <a:spcBef>
                <a:spcPts val="0"/>
              </a:spcBef>
              <a:spcAft>
                <a:spcPts val="800"/>
              </a:spcAft>
              <a:buClr>
                <a:srgbClr val="4C4C4C"/>
              </a:buClr>
              <a:buSzTx/>
              <a:buFont typeface="Arial" panose="020B0604020202020204" pitchFamily="34" charset="0"/>
              <a:buNone/>
              <a:tabLst/>
              <a:defRPr/>
            </a:pPr>
            <a:r>
              <a:rPr kumimoji="0" lang="en-US" sz="1200" b="1" i="0" u="none" strike="noStrike" kern="0" cap="none" spc="0" normalizeH="0" baseline="0" noProof="0">
                <a:ln>
                  <a:noFill/>
                </a:ln>
                <a:solidFill>
                  <a:srgbClr val="E97132"/>
                </a:solidFill>
                <a:effectLst/>
                <a:uLnTx/>
                <a:uFillTx/>
                <a:latin typeface="Barlow Medium" panose="00000600000000000000" pitchFamily="2" charset="0"/>
                <a:ea typeface="+mn-ea"/>
                <a:cs typeface="+mn-cs"/>
              </a:rPr>
              <a:t>STEP 1:</a:t>
            </a:r>
            <a:endParaRPr kumimoji="0" lang="en-US" sz="1200" b="1" i="0" u="none" strike="noStrike" kern="0" cap="none" spc="0" normalizeH="0" baseline="0" noProof="0">
              <a:ln>
                <a:noFill/>
              </a:ln>
              <a:solidFill>
                <a:srgbClr val="E97132"/>
              </a:solidFill>
              <a:effectLst/>
              <a:uLnTx/>
              <a:uFillTx/>
              <a:latin typeface="Barlow Light" pitchFamily="2" charset="77"/>
              <a:ea typeface="+mn-ea"/>
              <a:cs typeface="+mn-cs"/>
            </a:endParaRPr>
          </a:p>
        </p:txBody>
      </p:sp>
      <p:sp>
        <p:nvSpPr>
          <p:cNvPr id="42" name="TextBox 41">
            <a:extLst>
              <a:ext uri="{FF2B5EF4-FFF2-40B4-BE49-F238E27FC236}">
                <a16:creationId xmlns:a16="http://schemas.microsoft.com/office/drawing/2014/main" id="{B46BC466-0242-5995-058E-04C1A31C3837}"/>
              </a:ext>
            </a:extLst>
          </p:cNvPr>
          <p:cNvSpPr txBox="1"/>
          <p:nvPr/>
        </p:nvSpPr>
        <p:spPr>
          <a:xfrm>
            <a:off x="1286539" y="3306619"/>
            <a:ext cx="2374605" cy="2336024"/>
          </a:xfrm>
          <a:prstGeom prst="rect">
            <a:avLst/>
          </a:prstGeom>
        </p:spPr>
        <p:txBody>
          <a:bodyPr wrap="square" rtlCol="0" anchor="t">
            <a:spAutoFit/>
          </a:bodyPr>
          <a:lstStyle/>
          <a:p>
            <a:pPr marL="0" marR="0" lvl="0" indent="0" algn="l" defTabSz="914400" rtl="0" eaLnBrk="1" fontAlgn="auto" latinLnBrk="0" hangingPunct="1">
              <a:lnSpc>
                <a:spcPct val="90000"/>
              </a:lnSpc>
              <a:spcBef>
                <a:spcPts val="0"/>
              </a:spcBef>
              <a:spcAft>
                <a:spcPts val="0"/>
              </a:spcAft>
              <a:buClr>
                <a:srgbClr val="4C4C4C"/>
              </a:buClr>
              <a:buSzTx/>
              <a:buFontTx/>
              <a:buNone/>
              <a:tabLst/>
              <a:defRPr/>
            </a:pPr>
            <a:r>
              <a:rPr kumimoji="0" lang="en-US" sz="1800" b="0" i="0" u="none" strike="noStrike" kern="0" cap="none" spc="0" normalizeH="0" baseline="0" noProof="0">
                <a:ln>
                  <a:noFill/>
                </a:ln>
                <a:solidFill>
                  <a:srgbClr val="4C4C4C"/>
                </a:solidFill>
                <a:effectLst/>
                <a:uLnTx/>
                <a:uFillTx/>
                <a:latin typeface="Barlow"/>
                <a:ea typeface="+mn-ea"/>
                <a:cs typeface="+mn-cs"/>
              </a:rPr>
              <a:t>Program </a:t>
            </a:r>
            <a:r>
              <a:rPr kumimoji="0" lang="en-US" sz="1800" b="0" i="0" u="none" strike="noStrike" kern="0" cap="none" spc="0" normalizeH="0" baseline="0" noProof="0">
                <a:ln>
                  <a:noFill/>
                </a:ln>
                <a:solidFill>
                  <a:srgbClr val="CD163F"/>
                </a:solidFill>
                <a:effectLst/>
                <a:uLnTx/>
                <a:uFillTx/>
                <a:latin typeface="Barlow Medium" panose="00000600000000000000" pitchFamily="2" charset="0"/>
                <a:ea typeface="+mn-ea"/>
                <a:cs typeface="+mn-cs"/>
              </a:rPr>
              <a:t>combines functional and operational excellence with digital solutions </a:t>
            </a:r>
            <a:r>
              <a:rPr kumimoji="0" lang="en-US" sz="1800" b="0" i="0" u="none" strike="noStrike" kern="0" cap="none" spc="0" normalizeH="0" baseline="0" noProof="0">
                <a:ln>
                  <a:noFill/>
                </a:ln>
                <a:solidFill>
                  <a:srgbClr val="4C4C4C"/>
                </a:solidFill>
                <a:effectLst/>
                <a:uLnTx/>
                <a:uFillTx/>
                <a:latin typeface="Barlow"/>
                <a:ea typeface="+mn-ea"/>
                <a:cs typeface="+mn-cs"/>
              </a:rPr>
              <a:t>like station- and role-based production monitoring dashboards</a:t>
            </a:r>
          </a:p>
        </p:txBody>
      </p:sp>
      <p:sp>
        <p:nvSpPr>
          <p:cNvPr id="43" name="Left Brace 42">
            <a:extLst>
              <a:ext uri="{FF2B5EF4-FFF2-40B4-BE49-F238E27FC236}">
                <a16:creationId xmlns:a16="http://schemas.microsoft.com/office/drawing/2014/main" id="{717865C5-5AB4-B170-9876-C1EB115F49FF}"/>
              </a:ext>
            </a:extLst>
          </p:cNvPr>
          <p:cNvSpPr/>
          <p:nvPr/>
        </p:nvSpPr>
        <p:spPr bwMode="auto">
          <a:xfrm>
            <a:off x="3469757" y="2932462"/>
            <a:ext cx="267587" cy="3084338"/>
          </a:xfrm>
          <a:prstGeom prst="leftBrace">
            <a:avLst>
              <a:gd name="adj1" fmla="val 47553"/>
              <a:gd name="adj2" fmla="val 50000"/>
            </a:avLst>
          </a:prstGeom>
          <a:solidFill>
            <a:srgbClr val="002E5F"/>
          </a:solidFill>
          <a:ln w="25400" cap="flat" cmpd="sng" algn="ctr">
            <a:no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a:ea typeface="+mn-ea"/>
              <a:cs typeface="+mn-cs"/>
            </a:endParaRPr>
          </a:p>
        </p:txBody>
      </p:sp>
      <p:sp>
        <p:nvSpPr>
          <p:cNvPr id="44" name="Text Placeholder 3">
            <a:extLst>
              <a:ext uri="{FF2B5EF4-FFF2-40B4-BE49-F238E27FC236}">
                <a16:creationId xmlns:a16="http://schemas.microsoft.com/office/drawing/2014/main" id="{2BA56505-2E22-70A2-802B-CD85A5D1BA6E}"/>
              </a:ext>
            </a:extLst>
          </p:cNvPr>
          <p:cNvSpPr txBox="1">
            <a:spLocks/>
          </p:cNvSpPr>
          <p:nvPr/>
        </p:nvSpPr>
        <p:spPr>
          <a:xfrm>
            <a:off x="5927846" y="3241125"/>
            <a:ext cx="1030941" cy="263309"/>
          </a:xfrm>
          <a:prstGeom prst="roundRect">
            <a:avLst>
              <a:gd name="adj" fmla="val 50000"/>
            </a:avLst>
          </a:prstGeom>
          <a:solidFill>
            <a:schemeClr val="bg1"/>
          </a:solidFill>
        </p:spPr>
        <p:txBody>
          <a:bodyPr wrap="square" anchor="ctr">
            <a:noAutofit/>
          </a:bodyPr>
          <a:lstStyle>
            <a:lvl1pPr marL="174625" indent="-174625" algn="l" rtl="0" eaLnBrk="1" fontAlgn="base" hangingPunct="1">
              <a:lnSpc>
                <a:spcPct val="100000"/>
              </a:lnSpc>
              <a:spcBef>
                <a:spcPts val="0"/>
              </a:spcBef>
              <a:spcAft>
                <a:spcPts val="800"/>
              </a:spcAft>
              <a:buClr>
                <a:schemeClr val="bg2"/>
              </a:buClr>
              <a:buFont typeface="Arial" panose="020B0604020202020204" pitchFamily="34" charset="0"/>
              <a:buChar char="•"/>
              <a:tabLst/>
              <a:defRPr sz="2000" b="0" i="0">
                <a:solidFill>
                  <a:schemeClr val="bg2"/>
                </a:solidFill>
                <a:latin typeface="Barlow Light" pitchFamily="2" charset="77"/>
                <a:ea typeface="+mn-ea"/>
                <a:cs typeface="+mn-cs"/>
              </a:defRPr>
            </a:lvl1pPr>
            <a:lvl2pPr marL="342900" indent="-1682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600" b="0" i="0">
                <a:solidFill>
                  <a:schemeClr val="bg2"/>
                </a:solidFill>
                <a:latin typeface="Barlow Light" pitchFamily="2" charset="77"/>
                <a:ea typeface="+mn-ea"/>
              </a:defRPr>
            </a:lvl2pPr>
            <a:lvl3pPr marL="460375" indent="-1174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400" b="0" i="0">
                <a:solidFill>
                  <a:schemeClr val="bg2"/>
                </a:solidFill>
                <a:latin typeface="Barlow Light" pitchFamily="2" charset="77"/>
                <a:ea typeface="+mn-ea"/>
              </a:defRPr>
            </a:lvl3pPr>
            <a:lvl4pPr marL="576263" indent="-115888"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4pPr>
            <a:lvl5pPr marL="687388" indent="-111125"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a:lstStyle>
          <a:p>
            <a:pPr marL="0" marR="0" lvl="0" indent="0" algn="ctr" defTabSz="914400" rtl="0" eaLnBrk="1" fontAlgn="base" latinLnBrk="0" hangingPunct="1">
              <a:lnSpc>
                <a:spcPct val="100000"/>
              </a:lnSpc>
              <a:spcBef>
                <a:spcPts val="0"/>
              </a:spcBef>
              <a:spcAft>
                <a:spcPts val="800"/>
              </a:spcAft>
              <a:buClr>
                <a:srgbClr val="4C4C4C"/>
              </a:buClr>
              <a:buSzTx/>
              <a:buFont typeface="Arial" panose="020B0604020202020204" pitchFamily="34" charset="0"/>
              <a:buNone/>
              <a:tabLst/>
              <a:defRPr/>
            </a:pPr>
            <a:r>
              <a:rPr kumimoji="0" lang="en-US" sz="1200" b="1" i="0" u="none" strike="noStrike" kern="0" cap="none" spc="0" normalizeH="0" baseline="0" noProof="0">
                <a:ln>
                  <a:noFill/>
                </a:ln>
                <a:solidFill>
                  <a:srgbClr val="E97132"/>
                </a:solidFill>
                <a:effectLst/>
                <a:uLnTx/>
                <a:uFillTx/>
                <a:latin typeface="Barlow Medium" panose="00000600000000000000" pitchFamily="2" charset="0"/>
                <a:ea typeface="+mn-ea"/>
                <a:cs typeface="+mn-cs"/>
              </a:rPr>
              <a:t>STEP 2:</a:t>
            </a:r>
            <a:endParaRPr kumimoji="0" lang="en-US" sz="1200" b="1" i="0" u="none" strike="noStrike" kern="0" cap="none" spc="0" normalizeH="0" baseline="0" noProof="0">
              <a:ln>
                <a:noFill/>
              </a:ln>
              <a:solidFill>
                <a:srgbClr val="E97132"/>
              </a:solidFill>
              <a:effectLst/>
              <a:uLnTx/>
              <a:uFillTx/>
              <a:latin typeface="Barlow Light" pitchFamily="2" charset="77"/>
              <a:ea typeface="+mn-ea"/>
              <a:cs typeface="+mn-cs"/>
            </a:endParaRPr>
          </a:p>
        </p:txBody>
      </p:sp>
      <p:sp>
        <p:nvSpPr>
          <p:cNvPr id="45" name="Text Placeholder 3">
            <a:extLst>
              <a:ext uri="{FF2B5EF4-FFF2-40B4-BE49-F238E27FC236}">
                <a16:creationId xmlns:a16="http://schemas.microsoft.com/office/drawing/2014/main" id="{03655F76-7E84-959C-1B44-3D3EB017D3D9}"/>
              </a:ext>
            </a:extLst>
          </p:cNvPr>
          <p:cNvSpPr txBox="1">
            <a:spLocks/>
          </p:cNvSpPr>
          <p:nvPr/>
        </p:nvSpPr>
        <p:spPr>
          <a:xfrm>
            <a:off x="7964176" y="3241125"/>
            <a:ext cx="1030941" cy="263309"/>
          </a:xfrm>
          <a:prstGeom prst="roundRect">
            <a:avLst>
              <a:gd name="adj" fmla="val 50000"/>
            </a:avLst>
          </a:prstGeom>
          <a:solidFill>
            <a:schemeClr val="bg1"/>
          </a:solidFill>
        </p:spPr>
        <p:txBody>
          <a:bodyPr wrap="square" anchor="ctr">
            <a:noAutofit/>
          </a:bodyPr>
          <a:lstStyle>
            <a:lvl1pPr marL="174625" indent="-174625" algn="l" rtl="0" eaLnBrk="1" fontAlgn="base" hangingPunct="1">
              <a:lnSpc>
                <a:spcPct val="100000"/>
              </a:lnSpc>
              <a:spcBef>
                <a:spcPts val="0"/>
              </a:spcBef>
              <a:spcAft>
                <a:spcPts val="800"/>
              </a:spcAft>
              <a:buClr>
                <a:schemeClr val="bg2"/>
              </a:buClr>
              <a:buFont typeface="Arial" panose="020B0604020202020204" pitchFamily="34" charset="0"/>
              <a:buChar char="•"/>
              <a:tabLst/>
              <a:defRPr sz="2000" b="0" i="0">
                <a:solidFill>
                  <a:schemeClr val="bg2"/>
                </a:solidFill>
                <a:latin typeface="Barlow Light" pitchFamily="2" charset="77"/>
                <a:ea typeface="+mn-ea"/>
                <a:cs typeface="+mn-cs"/>
              </a:defRPr>
            </a:lvl1pPr>
            <a:lvl2pPr marL="342900" indent="-1682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600" b="0" i="0">
                <a:solidFill>
                  <a:schemeClr val="bg2"/>
                </a:solidFill>
                <a:latin typeface="Barlow Light" pitchFamily="2" charset="77"/>
                <a:ea typeface="+mn-ea"/>
              </a:defRPr>
            </a:lvl2pPr>
            <a:lvl3pPr marL="460375" indent="-1174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400" b="0" i="0">
                <a:solidFill>
                  <a:schemeClr val="bg2"/>
                </a:solidFill>
                <a:latin typeface="Barlow Light" pitchFamily="2" charset="77"/>
                <a:ea typeface="+mn-ea"/>
              </a:defRPr>
            </a:lvl3pPr>
            <a:lvl4pPr marL="576263" indent="-115888"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4pPr>
            <a:lvl5pPr marL="687388" indent="-111125"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a:lstStyle>
          <a:p>
            <a:pPr marL="0" marR="0" lvl="0" indent="0" algn="ctr" defTabSz="914400" rtl="0" eaLnBrk="1" fontAlgn="base" latinLnBrk="0" hangingPunct="1">
              <a:lnSpc>
                <a:spcPct val="100000"/>
              </a:lnSpc>
              <a:spcBef>
                <a:spcPts val="0"/>
              </a:spcBef>
              <a:spcAft>
                <a:spcPts val="800"/>
              </a:spcAft>
              <a:buClr>
                <a:srgbClr val="4C4C4C"/>
              </a:buClr>
              <a:buSzTx/>
              <a:buFont typeface="Arial" panose="020B0604020202020204" pitchFamily="34" charset="0"/>
              <a:buNone/>
              <a:tabLst/>
              <a:defRPr/>
            </a:pPr>
            <a:r>
              <a:rPr kumimoji="0" lang="en-US" sz="1200" b="1" i="0" u="none" strike="noStrike" kern="0" cap="none" spc="0" normalizeH="0" baseline="0" noProof="0">
                <a:ln>
                  <a:noFill/>
                </a:ln>
                <a:solidFill>
                  <a:srgbClr val="E97132"/>
                </a:solidFill>
                <a:effectLst/>
                <a:uLnTx/>
                <a:uFillTx/>
                <a:latin typeface="Barlow Medium" panose="00000600000000000000" pitchFamily="2" charset="0"/>
                <a:ea typeface="+mn-ea"/>
                <a:cs typeface="+mn-cs"/>
              </a:rPr>
              <a:t>STEP 3:</a:t>
            </a:r>
            <a:endParaRPr kumimoji="0" lang="en-US" sz="1200" b="1" i="0" u="none" strike="noStrike" kern="0" cap="none" spc="0" normalizeH="0" baseline="0" noProof="0">
              <a:ln>
                <a:noFill/>
              </a:ln>
              <a:solidFill>
                <a:srgbClr val="E97132"/>
              </a:solidFill>
              <a:effectLst/>
              <a:uLnTx/>
              <a:uFillTx/>
              <a:latin typeface="Barlow Light" pitchFamily="2" charset="77"/>
              <a:ea typeface="+mn-ea"/>
              <a:cs typeface="+mn-cs"/>
            </a:endParaRPr>
          </a:p>
        </p:txBody>
      </p:sp>
      <p:sp>
        <p:nvSpPr>
          <p:cNvPr id="46" name="Text Placeholder 3">
            <a:extLst>
              <a:ext uri="{FF2B5EF4-FFF2-40B4-BE49-F238E27FC236}">
                <a16:creationId xmlns:a16="http://schemas.microsoft.com/office/drawing/2014/main" id="{DDAADC93-241E-7D6A-3371-BEEBD0DF9BD7}"/>
              </a:ext>
            </a:extLst>
          </p:cNvPr>
          <p:cNvSpPr txBox="1">
            <a:spLocks/>
          </p:cNvSpPr>
          <p:nvPr/>
        </p:nvSpPr>
        <p:spPr>
          <a:xfrm>
            <a:off x="10000508" y="3241125"/>
            <a:ext cx="1030941" cy="263309"/>
          </a:xfrm>
          <a:prstGeom prst="roundRect">
            <a:avLst>
              <a:gd name="adj" fmla="val 50000"/>
            </a:avLst>
          </a:prstGeom>
          <a:solidFill>
            <a:schemeClr val="bg1"/>
          </a:solidFill>
        </p:spPr>
        <p:txBody>
          <a:bodyPr wrap="square" anchor="ctr">
            <a:noAutofit/>
          </a:bodyPr>
          <a:lstStyle>
            <a:lvl1pPr marL="174625" indent="-174625" algn="l" rtl="0" eaLnBrk="1" fontAlgn="base" hangingPunct="1">
              <a:lnSpc>
                <a:spcPct val="100000"/>
              </a:lnSpc>
              <a:spcBef>
                <a:spcPts val="0"/>
              </a:spcBef>
              <a:spcAft>
                <a:spcPts val="800"/>
              </a:spcAft>
              <a:buClr>
                <a:schemeClr val="bg2"/>
              </a:buClr>
              <a:buFont typeface="Arial" panose="020B0604020202020204" pitchFamily="34" charset="0"/>
              <a:buChar char="•"/>
              <a:tabLst/>
              <a:defRPr sz="2000" b="0" i="0">
                <a:solidFill>
                  <a:schemeClr val="bg2"/>
                </a:solidFill>
                <a:latin typeface="Barlow Light" pitchFamily="2" charset="77"/>
                <a:ea typeface="+mn-ea"/>
                <a:cs typeface="+mn-cs"/>
              </a:defRPr>
            </a:lvl1pPr>
            <a:lvl2pPr marL="342900" indent="-1682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600" b="0" i="0">
                <a:solidFill>
                  <a:schemeClr val="bg2"/>
                </a:solidFill>
                <a:latin typeface="Barlow Light" pitchFamily="2" charset="77"/>
                <a:ea typeface="+mn-ea"/>
              </a:defRPr>
            </a:lvl2pPr>
            <a:lvl3pPr marL="460375" indent="-117475" algn="l" rtl="0" eaLnBrk="1" fontAlgn="base" hangingPunct="1">
              <a:lnSpc>
                <a:spcPct val="100000"/>
              </a:lnSpc>
              <a:spcBef>
                <a:spcPts val="0"/>
              </a:spcBef>
              <a:spcAft>
                <a:spcPts val="800"/>
              </a:spcAft>
              <a:buClr>
                <a:schemeClr val="bg2"/>
              </a:buClr>
              <a:buSzPct val="100000"/>
              <a:buFont typeface="Arial" panose="020B0604020202020204" pitchFamily="34" charset="0"/>
              <a:buChar char="•"/>
              <a:tabLst/>
              <a:defRPr sz="1400" b="0" i="0">
                <a:solidFill>
                  <a:schemeClr val="bg2"/>
                </a:solidFill>
                <a:latin typeface="Barlow Light" pitchFamily="2" charset="77"/>
                <a:ea typeface="+mn-ea"/>
              </a:defRPr>
            </a:lvl3pPr>
            <a:lvl4pPr marL="576263" indent="-115888"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4pPr>
            <a:lvl5pPr marL="687388" indent="-111125" algn="l" rtl="0" eaLnBrk="1" fontAlgn="base" hangingPunct="1">
              <a:lnSpc>
                <a:spcPct val="100000"/>
              </a:lnSpc>
              <a:spcBef>
                <a:spcPts val="0"/>
              </a:spcBef>
              <a:spcAft>
                <a:spcPts val="800"/>
              </a:spcAft>
              <a:buClr>
                <a:schemeClr val="bg2"/>
              </a:buClr>
              <a:buFont typeface="Arial" panose="020B0604020202020204" pitchFamily="34" charset="0"/>
              <a:buChar char="•"/>
              <a:tabLst/>
              <a:defRPr sz="1200" b="0" i="0" cap="none">
                <a:solidFill>
                  <a:schemeClr val="bg2"/>
                </a:solidFill>
                <a:latin typeface="Barlow Light" pitchFamily="2" charset="77"/>
                <a:ea typeface="+mn-ea"/>
              </a:defRPr>
            </a:lvl5pPr>
            <a:lvl6pPr marL="3352045"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6pPr>
            <a:lvl7pPr marL="3961509"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7pPr>
            <a:lvl8pPr marL="4570972"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8pPr>
            <a:lvl9pPr marL="5180434" indent="-304731" algn="l" rtl="0" eaLnBrk="1" fontAlgn="base" hangingPunct="1">
              <a:spcBef>
                <a:spcPct val="20000"/>
              </a:spcBef>
              <a:spcAft>
                <a:spcPct val="0"/>
              </a:spcAft>
              <a:buClr>
                <a:srgbClr val="BB2332"/>
              </a:buClr>
              <a:buChar char="»"/>
              <a:defRPr sz="2666">
                <a:solidFill>
                  <a:schemeClr val="tx1"/>
                </a:solidFill>
                <a:latin typeface="Arial" charset="0"/>
                <a:ea typeface="+mn-ea"/>
              </a:defRPr>
            </a:lvl9pPr>
          </a:lstStyle>
          <a:p>
            <a:pPr marL="0" marR="0" lvl="0" indent="0" algn="ctr" defTabSz="914400" rtl="0" eaLnBrk="1" fontAlgn="base" latinLnBrk="0" hangingPunct="1">
              <a:lnSpc>
                <a:spcPct val="100000"/>
              </a:lnSpc>
              <a:spcBef>
                <a:spcPts val="0"/>
              </a:spcBef>
              <a:spcAft>
                <a:spcPts val="800"/>
              </a:spcAft>
              <a:buClr>
                <a:srgbClr val="4C4C4C"/>
              </a:buClr>
              <a:buSzTx/>
              <a:buFont typeface="Arial" panose="020B0604020202020204" pitchFamily="34" charset="0"/>
              <a:buNone/>
              <a:tabLst/>
              <a:defRPr/>
            </a:pPr>
            <a:r>
              <a:rPr kumimoji="0" lang="en-US" sz="1200" b="1" i="0" u="none" strike="noStrike" kern="0" cap="none" spc="0" normalizeH="0" baseline="0" noProof="0">
                <a:ln>
                  <a:noFill/>
                </a:ln>
                <a:solidFill>
                  <a:srgbClr val="E97132"/>
                </a:solidFill>
                <a:effectLst/>
                <a:uLnTx/>
                <a:uFillTx/>
                <a:latin typeface="Barlow Medium" panose="00000600000000000000" pitchFamily="2" charset="0"/>
                <a:ea typeface="+mn-ea"/>
                <a:cs typeface="+mn-cs"/>
              </a:rPr>
              <a:t>STEP 4:</a:t>
            </a:r>
            <a:endParaRPr kumimoji="0" lang="en-US" sz="1200" b="1" i="0" u="none" strike="noStrike" kern="0" cap="none" spc="0" normalizeH="0" baseline="0" noProof="0">
              <a:ln>
                <a:noFill/>
              </a:ln>
              <a:solidFill>
                <a:srgbClr val="E97132"/>
              </a:solidFill>
              <a:effectLst/>
              <a:uLnTx/>
              <a:uFillTx/>
              <a:latin typeface="Barlow Light" pitchFamily="2" charset="77"/>
              <a:ea typeface="+mn-ea"/>
              <a:cs typeface="+mn-cs"/>
            </a:endParaRPr>
          </a:p>
        </p:txBody>
      </p:sp>
      <p:sp>
        <p:nvSpPr>
          <p:cNvPr id="47" name="TextBox 46">
            <a:extLst>
              <a:ext uri="{FF2B5EF4-FFF2-40B4-BE49-F238E27FC236}">
                <a16:creationId xmlns:a16="http://schemas.microsoft.com/office/drawing/2014/main" id="{61AD0CB9-0125-119F-3092-EB63F7675A6D}"/>
              </a:ext>
            </a:extLst>
          </p:cNvPr>
          <p:cNvSpPr txBox="1"/>
          <p:nvPr/>
        </p:nvSpPr>
        <p:spPr>
          <a:xfrm>
            <a:off x="3891516" y="3640556"/>
            <a:ext cx="1758425" cy="1243417"/>
          </a:xfrm>
          <a:prstGeom prst="rect">
            <a:avLst/>
          </a:prstGeom>
          <a:noFill/>
        </p:spPr>
        <p:txBody>
          <a:bodyPr wrap="square">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Barlow Medium" panose="00000600000000000000" pitchFamily="2" charset="0"/>
                <a:ea typeface="+mn-ea"/>
                <a:cs typeface="+mn-cs"/>
              </a:rPr>
              <a:t>Enable data at the edge </a:t>
            </a:r>
            <a:r>
              <a:rPr kumimoji="0" lang="en-US" sz="1600" b="0" i="0" u="none" strike="noStrike" kern="0" cap="none" spc="0" normalizeH="0" baseline="0" noProof="0">
                <a:ln>
                  <a:noFill/>
                </a:ln>
                <a:solidFill>
                  <a:prstClr val="white"/>
                </a:solidFill>
                <a:effectLst/>
                <a:uLnTx/>
                <a:uFillTx/>
                <a:latin typeface="Barlow Light" pitchFamily="2" charset="77"/>
                <a:ea typeface="+mn-ea"/>
                <a:cs typeface="+mn-cs"/>
              </a:rPr>
              <a:t>– </a:t>
            </a:r>
            <a: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t>capturing critical production insights in real-time</a:t>
            </a:r>
            <a:b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br>
            <a:endParaRPr kumimoji="0" lang="en-US" sz="1400" b="0" i="0" u="none" strike="noStrike" kern="0" cap="none" spc="0" normalizeH="0" baseline="0" noProof="0">
              <a:ln>
                <a:noFill/>
              </a:ln>
              <a:solidFill>
                <a:prstClr val="white"/>
              </a:solidFill>
              <a:effectLst/>
              <a:uLnTx/>
              <a:uFillTx/>
              <a:latin typeface="Barlow Light" pitchFamily="2" charset="77"/>
              <a:ea typeface="+mn-ea"/>
              <a:cs typeface="+mn-cs"/>
            </a:endParaRPr>
          </a:p>
        </p:txBody>
      </p:sp>
      <p:sp>
        <p:nvSpPr>
          <p:cNvPr id="48" name="TextBox 47">
            <a:extLst>
              <a:ext uri="{FF2B5EF4-FFF2-40B4-BE49-F238E27FC236}">
                <a16:creationId xmlns:a16="http://schemas.microsoft.com/office/drawing/2014/main" id="{1B05D70A-FA3D-C8E8-E03C-063CB048DA98}"/>
              </a:ext>
            </a:extLst>
          </p:cNvPr>
          <p:cNvSpPr txBox="1"/>
          <p:nvPr/>
        </p:nvSpPr>
        <p:spPr>
          <a:xfrm>
            <a:off x="5927847" y="3640556"/>
            <a:ext cx="1758425" cy="1818959"/>
          </a:xfrm>
          <a:prstGeom prst="rect">
            <a:avLst/>
          </a:prstGeom>
          <a:noFill/>
        </p:spPr>
        <p:txBody>
          <a:bodyPr wrap="square">
            <a:spAutoFit/>
          </a:body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Barlow Medium" panose="00000600000000000000" pitchFamily="2" charset="0"/>
                <a:ea typeface="+mn-ea"/>
                <a:cs typeface="+mn-cs"/>
              </a:rPr>
              <a:t>Aggregate and contextualize OT + IT data – </a:t>
            </a:r>
            <a: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t>enhancing user experience and proactively suggesting insights with GenAI</a:t>
            </a:r>
            <a:b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br>
            <a:endParaRPr kumimoji="0" lang="en-US" sz="1400" b="0" i="0" u="none" strike="noStrike" kern="0" cap="none" spc="0" normalizeH="0" baseline="0" noProof="0">
              <a:ln>
                <a:noFill/>
              </a:ln>
              <a:solidFill>
                <a:prstClr val="white"/>
              </a:solidFill>
              <a:effectLst/>
              <a:uLnTx/>
              <a:uFillTx/>
              <a:latin typeface="Barlow Light" pitchFamily="2" charset="77"/>
              <a:ea typeface="+mn-ea"/>
              <a:cs typeface="+mn-cs"/>
            </a:endParaRPr>
          </a:p>
        </p:txBody>
      </p:sp>
      <p:sp>
        <p:nvSpPr>
          <p:cNvPr id="49" name="TextBox 48">
            <a:extLst>
              <a:ext uri="{FF2B5EF4-FFF2-40B4-BE49-F238E27FC236}">
                <a16:creationId xmlns:a16="http://schemas.microsoft.com/office/drawing/2014/main" id="{24A601D8-B41B-FA48-8E3D-F2881E8B3096}"/>
              </a:ext>
            </a:extLst>
          </p:cNvPr>
          <p:cNvSpPr txBox="1"/>
          <p:nvPr/>
        </p:nvSpPr>
        <p:spPr>
          <a:xfrm>
            <a:off x="7964178" y="3640556"/>
            <a:ext cx="1758425" cy="1845120"/>
          </a:xfrm>
          <a:prstGeom prst="rect">
            <a:avLst/>
          </a:prstGeom>
          <a:noFill/>
        </p:spPr>
        <p:txBody>
          <a:bodyPr wrap="square">
            <a:spAutoFit/>
          </a:bodyPr>
          <a:lstStyle>
            <a:defPPr>
              <a:defRPr lang="en-US"/>
            </a:defPPr>
            <a:lvl1pPr>
              <a:lnSpc>
                <a:spcPct val="85000"/>
              </a:lnSpc>
              <a:defRPr sz="1600" kern="0">
                <a:solidFill>
                  <a:schemeClr val="bg1"/>
                </a:solidFill>
                <a:latin typeface="Barlow Medium" panose="00000600000000000000" pitchFamily="2" charset="0"/>
              </a:defRPr>
            </a:lvl1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Barlow Medium" panose="00000600000000000000" pitchFamily="2" charset="0"/>
                <a:ea typeface="+mn-ea"/>
                <a:cs typeface="+mn-cs"/>
              </a:rPr>
              <a:t>Turn data into action with station-based dashboards – </a:t>
            </a:r>
            <a: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t>e.g., engineers resolve feeder maintenance proactively with </a:t>
            </a:r>
            <a:r>
              <a:rPr kumimoji="0" lang="en-US" sz="1400" b="0" i="0" u="none" strike="noStrike" kern="0" cap="none" spc="0" normalizeH="0" baseline="0" noProof="0" err="1">
                <a:ln>
                  <a:noFill/>
                </a:ln>
                <a:solidFill>
                  <a:prstClr val="white"/>
                </a:solidFill>
                <a:effectLst/>
                <a:uLnTx/>
                <a:uFillTx/>
                <a:latin typeface="Barlow Light" pitchFamily="2" charset="77"/>
                <a:ea typeface="+mn-ea"/>
                <a:cs typeface="+mn-cs"/>
              </a:rPr>
              <a:t>Fiix</a:t>
            </a:r>
            <a: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t> CMMS instead of over-maintaining</a:t>
            </a:r>
            <a:endParaRPr kumimoji="0" lang="en-US" sz="1600" b="0" i="0" u="none" strike="noStrike" kern="0" cap="none" spc="0" normalizeH="0" baseline="0" noProof="0">
              <a:ln>
                <a:noFill/>
              </a:ln>
              <a:solidFill>
                <a:prstClr val="white"/>
              </a:solidFill>
              <a:effectLst/>
              <a:uLnTx/>
              <a:uFillTx/>
              <a:latin typeface="Barlow Light" pitchFamily="2" charset="77"/>
              <a:ea typeface="+mn-ea"/>
              <a:cs typeface="+mn-cs"/>
            </a:endParaRPr>
          </a:p>
        </p:txBody>
      </p:sp>
      <p:sp>
        <p:nvSpPr>
          <p:cNvPr id="50" name="TextBox 49">
            <a:extLst>
              <a:ext uri="{FF2B5EF4-FFF2-40B4-BE49-F238E27FC236}">
                <a16:creationId xmlns:a16="http://schemas.microsoft.com/office/drawing/2014/main" id="{88DF2BEE-AE4A-6D9F-C061-9F9F4BA32EC9}"/>
              </a:ext>
            </a:extLst>
          </p:cNvPr>
          <p:cNvSpPr txBox="1"/>
          <p:nvPr/>
        </p:nvSpPr>
        <p:spPr>
          <a:xfrm>
            <a:off x="10000508" y="3640556"/>
            <a:ext cx="1995102" cy="2002087"/>
          </a:xfrm>
          <a:prstGeom prst="rect">
            <a:avLst/>
          </a:prstGeom>
          <a:noFill/>
        </p:spPr>
        <p:txBody>
          <a:bodyPr wrap="square">
            <a:spAutoFit/>
          </a:bodyPr>
          <a:lstStyle>
            <a:defPPr>
              <a:defRPr lang="en-US"/>
            </a:defPPr>
            <a:lvl1pPr>
              <a:lnSpc>
                <a:spcPct val="85000"/>
              </a:lnSpc>
              <a:defRPr sz="1600" kern="0">
                <a:solidFill>
                  <a:schemeClr val="bg1"/>
                </a:solidFill>
                <a:latin typeface="Barlow Medium" panose="00000600000000000000" pitchFamily="2" charset="0"/>
              </a:defRPr>
            </a:lvl1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600" b="0" i="0" u="none" strike="noStrike" kern="0" cap="none" spc="0" normalizeH="0" baseline="0" noProof="0">
                <a:ln>
                  <a:noFill/>
                </a:ln>
                <a:solidFill>
                  <a:prstClr val="white"/>
                </a:solidFill>
                <a:effectLst/>
                <a:uLnTx/>
                <a:uFillTx/>
                <a:latin typeface="Barlow Medium" panose="00000600000000000000" pitchFamily="2" charset="0"/>
                <a:ea typeface="+mn-ea"/>
                <a:cs typeface="+mn-cs"/>
              </a:rPr>
              <a:t>Monitor and improve OEE holistically – </a:t>
            </a:r>
            <a:r>
              <a:rPr kumimoji="0" lang="en-US" sz="1400" b="0" i="0" u="none" strike="noStrike" kern="0" cap="none" spc="0" normalizeH="0" baseline="0" noProof="0">
                <a:ln>
                  <a:noFill/>
                </a:ln>
                <a:solidFill>
                  <a:prstClr val="white"/>
                </a:solidFill>
                <a:effectLst/>
                <a:uLnTx/>
                <a:uFillTx/>
                <a:latin typeface="Barlow Light" pitchFamily="2" charset="77"/>
                <a:ea typeface="+mn-ea"/>
                <a:cs typeface="+mn-cs"/>
              </a:rPr>
              <a:t>dashboards + Digital Twin simulations + AI/ML enable proactive decisions; virtual-first testing allows faster PLC code deployment from E3D to the line</a:t>
            </a:r>
          </a:p>
        </p:txBody>
      </p:sp>
      <p:cxnSp>
        <p:nvCxnSpPr>
          <p:cNvPr id="51" name="Straight Arrow Connector 50">
            <a:extLst>
              <a:ext uri="{FF2B5EF4-FFF2-40B4-BE49-F238E27FC236}">
                <a16:creationId xmlns:a16="http://schemas.microsoft.com/office/drawing/2014/main" id="{58273F6A-3214-6A34-E04C-1AC9CBC85AE9}"/>
              </a:ext>
            </a:extLst>
          </p:cNvPr>
          <p:cNvCxnSpPr/>
          <p:nvPr/>
        </p:nvCxnSpPr>
        <p:spPr bwMode="auto">
          <a:xfrm>
            <a:off x="5009701" y="3351949"/>
            <a:ext cx="830901" cy="0"/>
          </a:xfrm>
          <a:prstGeom prst="straightConnector1">
            <a:avLst/>
          </a:prstGeom>
          <a:noFill/>
          <a:ln w="38100" cap="rnd" cmpd="sng" algn="ctr">
            <a:gradFill flip="none" rotWithShape="1">
              <a:gsLst>
                <a:gs pos="0">
                  <a:schemeClr val="accent4"/>
                </a:gs>
                <a:gs pos="99000">
                  <a:schemeClr val="accent2">
                    <a:lumMod val="60000"/>
                    <a:lumOff val="40000"/>
                  </a:schemeClr>
                </a:gs>
              </a:gsLst>
              <a:lin ang="0" scaled="1"/>
              <a:tileRect/>
            </a:gradFill>
            <a:prstDash val="sysDot"/>
            <a:round/>
            <a:headEnd type="none" w="med" len="med"/>
            <a:tailEnd type="triangle"/>
          </a:ln>
          <a:effectLst/>
        </p:spPr>
      </p:cxnSp>
      <p:cxnSp>
        <p:nvCxnSpPr>
          <p:cNvPr id="52" name="Straight Arrow Connector 51">
            <a:extLst>
              <a:ext uri="{FF2B5EF4-FFF2-40B4-BE49-F238E27FC236}">
                <a16:creationId xmlns:a16="http://schemas.microsoft.com/office/drawing/2014/main" id="{DB508F8D-1C40-2957-2871-651436E83717}"/>
              </a:ext>
            </a:extLst>
          </p:cNvPr>
          <p:cNvCxnSpPr/>
          <p:nvPr/>
        </p:nvCxnSpPr>
        <p:spPr bwMode="auto">
          <a:xfrm>
            <a:off x="7046031" y="3351949"/>
            <a:ext cx="830901" cy="0"/>
          </a:xfrm>
          <a:prstGeom prst="straightConnector1">
            <a:avLst/>
          </a:prstGeom>
          <a:noFill/>
          <a:ln w="38100" cap="rnd" cmpd="sng" algn="ctr">
            <a:gradFill flip="none" rotWithShape="1">
              <a:gsLst>
                <a:gs pos="0">
                  <a:schemeClr val="accent4"/>
                </a:gs>
                <a:gs pos="99000">
                  <a:schemeClr val="accent2">
                    <a:lumMod val="60000"/>
                    <a:lumOff val="40000"/>
                  </a:schemeClr>
                </a:gs>
              </a:gsLst>
              <a:lin ang="0" scaled="1"/>
              <a:tileRect/>
            </a:gradFill>
            <a:prstDash val="sysDot"/>
            <a:round/>
            <a:headEnd type="none" w="med" len="med"/>
            <a:tailEnd type="triangle"/>
          </a:ln>
          <a:effectLst/>
        </p:spPr>
      </p:cxnSp>
      <p:cxnSp>
        <p:nvCxnSpPr>
          <p:cNvPr id="53" name="Straight Arrow Connector 52">
            <a:extLst>
              <a:ext uri="{FF2B5EF4-FFF2-40B4-BE49-F238E27FC236}">
                <a16:creationId xmlns:a16="http://schemas.microsoft.com/office/drawing/2014/main" id="{CB1FB3E8-D3EE-4D71-D729-42D18BF8EA50}"/>
              </a:ext>
            </a:extLst>
          </p:cNvPr>
          <p:cNvCxnSpPr/>
          <p:nvPr/>
        </p:nvCxnSpPr>
        <p:spPr bwMode="auto">
          <a:xfrm>
            <a:off x="9082361" y="3351949"/>
            <a:ext cx="830901" cy="0"/>
          </a:xfrm>
          <a:prstGeom prst="straightConnector1">
            <a:avLst/>
          </a:prstGeom>
          <a:noFill/>
          <a:ln w="38100" cap="rnd" cmpd="sng" algn="ctr">
            <a:gradFill flip="none" rotWithShape="1">
              <a:gsLst>
                <a:gs pos="0">
                  <a:schemeClr val="accent4"/>
                </a:gs>
                <a:gs pos="99000">
                  <a:schemeClr val="accent2">
                    <a:lumMod val="60000"/>
                    <a:lumOff val="40000"/>
                  </a:schemeClr>
                </a:gs>
              </a:gsLst>
              <a:lin ang="0" scaled="1"/>
              <a:tileRect/>
            </a:gradFill>
            <a:prstDash val="sysDot"/>
            <a:round/>
            <a:headEnd type="none" w="med" len="med"/>
            <a:tailEnd type="triangle"/>
          </a:ln>
          <a:effectLst/>
        </p:spPr>
      </p:cxnSp>
      <p:sp>
        <p:nvSpPr>
          <p:cNvPr id="6" name="Text Placeholder 3">
            <a:extLst>
              <a:ext uri="{FF2B5EF4-FFF2-40B4-BE49-F238E27FC236}">
                <a16:creationId xmlns:a16="http://schemas.microsoft.com/office/drawing/2014/main" id="{2BDAFB0A-1040-9477-5565-19012BE5F1DC}"/>
              </a:ext>
            </a:extLst>
          </p:cNvPr>
          <p:cNvSpPr txBox="1">
            <a:spLocks/>
          </p:cNvSpPr>
          <p:nvPr/>
        </p:nvSpPr>
        <p:spPr>
          <a:xfrm>
            <a:off x="1071216" y="2103003"/>
            <a:ext cx="10744200" cy="646331"/>
          </a:xfrm>
          <a:prstGeom prst="rect">
            <a:avLst/>
          </a:prstGeom>
        </p:spPr>
        <p:txBody>
          <a:bodyPr vert="horz" wrap="square" lIns="91440" tIns="45720" rIns="91440" bIns="45720" rtlCol="0">
            <a:spAutoFit/>
          </a:bodyPr>
          <a:lstStyle>
            <a:lvl1pPr marL="174625" indent="-174625" algn="l" defTabSz="914400" rtl="0" eaLnBrk="1" latinLnBrk="0" hangingPunct="1">
              <a:lnSpc>
                <a:spcPct val="90000"/>
              </a:lnSpc>
              <a:spcBef>
                <a:spcPts val="1000"/>
              </a:spcBef>
              <a:buClr>
                <a:schemeClr val="bg2"/>
              </a:buClr>
              <a:buFont typeface="Arial" panose="020B0604020202020204" pitchFamily="34" charset="0"/>
              <a:buChar char="•"/>
              <a:tabLst/>
              <a:defRPr sz="2800" b="0" i="0" kern="1200">
                <a:solidFill>
                  <a:schemeClr val="bg2"/>
                </a:solidFill>
                <a:latin typeface="Barlow Light" pitchFamily="2" charset="77"/>
                <a:ea typeface="+mn-ea"/>
                <a:cs typeface="+mn-cs"/>
              </a:defRPr>
            </a:lvl1pPr>
            <a:lvl2pPr marL="342900" indent="-168275" algn="l" defTabSz="914400" rtl="0" eaLnBrk="1" latinLnBrk="0" hangingPunct="1">
              <a:lnSpc>
                <a:spcPct val="90000"/>
              </a:lnSpc>
              <a:spcBef>
                <a:spcPts val="500"/>
              </a:spcBef>
              <a:buClr>
                <a:schemeClr val="bg2"/>
              </a:buClr>
              <a:buSzPct val="100000"/>
              <a:buFont typeface="Arial" panose="020B0604020202020204" pitchFamily="34" charset="0"/>
              <a:buChar char="•"/>
              <a:tabLst/>
              <a:defRPr sz="2400" b="0" i="0" kern="1200">
                <a:solidFill>
                  <a:schemeClr val="bg2"/>
                </a:solidFill>
                <a:latin typeface="Barlow Light" pitchFamily="2" charset="77"/>
                <a:ea typeface="+mn-ea"/>
                <a:cs typeface="+mn-cs"/>
              </a:defRPr>
            </a:lvl2pPr>
            <a:lvl3pPr marL="460375" indent="-117475" algn="l" defTabSz="914400" rtl="0" eaLnBrk="1" latinLnBrk="0" hangingPunct="1">
              <a:lnSpc>
                <a:spcPct val="90000"/>
              </a:lnSpc>
              <a:spcBef>
                <a:spcPts val="500"/>
              </a:spcBef>
              <a:buClr>
                <a:schemeClr val="bg2"/>
              </a:buClr>
              <a:buSzPct val="100000"/>
              <a:buFont typeface="Arial" panose="020B0604020202020204" pitchFamily="34" charset="0"/>
              <a:buChar char="•"/>
              <a:tabLst/>
              <a:defRPr sz="2000" b="0" i="0" kern="1200">
                <a:solidFill>
                  <a:schemeClr val="bg2"/>
                </a:solidFill>
                <a:latin typeface="Barlow Light" pitchFamily="2" charset="77"/>
                <a:ea typeface="+mn-ea"/>
                <a:cs typeface="+mn-cs"/>
              </a:defRPr>
            </a:lvl3pPr>
            <a:lvl4pPr marL="576263" indent="-115888" algn="l" defTabSz="914400" rtl="0" eaLnBrk="1" latinLnBrk="0" hangingPunct="1">
              <a:lnSpc>
                <a:spcPct val="90000"/>
              </a:lnSpc>
              <a:spcBef>
                <a:spcPts val="500"/>
              </a:spcBef>
              <a:buClr>
                <a:schemeClr val="bg2"/>
              </a:buClr>
              <a:buFont typeface="Arial" panose="020B0604020202020204" pitchFamily="34" charset="0"/>
              <a:buChar char="•"/>
              <a:tabLst/>
              <a:defRPr sz="1800" b="0" i="0" kern="1200">
                <a:solidFill>
                  <a:schemeClr val="bg2"/>
                </a:solidFill>
                <a:latin typeface="Barlow Light" pitchFamily="2" charset="77"/>
                <a:ea typeface="+mn-ea"/>
                <a:cs typeface="+mn-cs"/>
              </a:defRPr>
            </a:lvl4pPr>
            <a:lvl5pPr marL="687388" indent="-111125" algn="l" defTabSz="914400" rtl="0" eaLnBrk="1" latinLnBrk="0" hangingPunct="1">
              <a:lnSpc>
                <a:spcPct val="90000"/>
              </a:lnSpc>
              <a:spcBef>
                <a:spcPts val="500"/>
              </a:spcBef>
              <a:buClr>
                <a:schemeClr val="bg2"/>
              </a:buClr>
              <a:buFont typeface="Arial" panose="020B0604020202020204" pitchFamily="34" charset="0"/>
              <a:buChar char="•"/>
              <a:tabLst/>
              <a:defRPr sz="1800" b="0" i="0" kern="1200">
                <a:solidFill>
                  <a:schemeClr val="bg2"/>
                </a:solidFill>
                <a:latin typeface="Barlow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E8E8E8"/>
              </a:buClr>
              <a:buSzTx/>
              <a:buFont typeface="Arial" panose="020B0604020202020204" pitchFamily="34" charset="0"/>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Barlow Light" pitchFamily="2" charset="77"/>
                <a:ea typeface="+mn-ea"/>
                <a:cs typeface="+mn-cs"/>
              </a:rPr>
              <a:t>After achieving flexible automated manufacturing for multiple contactor deviations, the team invested in </a:t>
            </a:r>
            <a:r>
              <a:rPr kumimoji="0" lang="en-US" sz="2000" b="1" i="0" u="none" strike="noStrike" kern="1200" cap="none" spc="0" normalizeH="0" baseline="0" noProof="0" dirty="0">
                <a:ln>
                  <a:noFill/>
                </a:ln>
                <a:solidFill>
                  <a:prstClr val="black">
                    <a:lumMod val="50000"/>
                    <a:lumOff val="50000"/>
                  </a:prstClr>
                </a:solidFill>
                <a:effectLst/>
                <a:uLnTx/>
                <a:uFillTx/>
                <a:latin typeface="Barlow Light" pitchFamily="2" charset="77"/>
                <a:ea typeface="+mn-ea"/>
                <a:cs typeface="+mn-cs"/>
              </a:rPr>
              <a:t>a program to advance digital capabilities and boldly create what’s next.</a:t>
            </a:r>
          </a:p>
        </p:txBody>
      </p:sp>
    </p:spTree>
    <p:extLst>
      <p:ext uri="{BB962C8B-B14F-4D97-AF65-F5344CB8AC3E}">
        <p14:creationId xmlns:p14="http://schemas.microsoft.com/office/powerpoint/2010/main" val="311449475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A1809-698A-5394-67D5-AFD9C4256FEE}"/>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FF663C00-60F8-F73A-0672-FB6D851087E0}"/>
              </a:ext>
            </a:extLst>
          </p:cNvPr>
          <p:cNvSpPr/>
          <p:nvPr/>
        </p:nvSpPr>
        <p:spPr>
          <a:xfrm>
            <a:off x="1846502" y="3821680"/>
            <a:ext cx="473992" cy="2445422"/>
          </a:xfrm>
          <a:custGeom>
            <a:avLst/>
            <a:gdLst>
              <a:gd name="connsiteX0" fmla="*/ 0 w 533657"/>
              <a:gd name="connsiteY0" fmla="*/ 0 h 2580122"/>
              <a:gd name="connsiteX1" fmla="*/ 533657 w 533657"/>
              <a:gd name="connsiteY1" fmla="*/ 0 h 2580122"/>
              <a:gd name="connsiteX2" fmla="*/ 533657 w 533657"/>
              <a:gd name="connsiteY2" fmla="*/ 2580122 h 2580122"/>
              <a:gd name="connsiteX3" fmla="*/ 0 w 533657"/>
              <a:gd name="connsiteY3" fmla="*/ 2580122 h 2580122"/>
              <a:gd name="connsiteX4" fmla="*/ 0 w 533657"/>
              <a:gd name="connsiteY4" fmla="*/ 0 h 2580122"/>
              <a:gd name="connsiteX0" fmla="*/ 0 w 533657"/>
              <a:gd name="connsiteY0" fmla="*/ 505610 h 2580122"/>
              <a:gd name="connsiteX1" fmla="*/ 533657 w 533657"/>
              <a:gd name="connsiteY1" fmla="*/ 0 h 2580122"/>
              <a:gd name="connsiteX2" fmla="*/ 533657 w 533657"/>
              <a:gd name="connsiteY2" fmla="*/ 2580122 h 2580122"/>
              <a:gd name="connsiteX3" fmla="*/ 0 w 533657"/>
              <a:gd name="connsiteY3" fmla="*/ 2580122 h 2580122"/>
              <a:gd name="connsiteX4" fmla="*/ 0 w 533657"/>
              <a:gd name="connsiteY4" fmla="*/ 505610 h 2580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657" h="2580122">
                <a:moveTo>
                  <a:pt x="0" y="505610"/>
                </a:moveTo>
                <a:lnTo>
                  <a:pt x="533657" y="0"/>
                </a:lnTo>
                <a:lnTo>
                  <a:pt x="533657" y="2580122"/>
                </a:lnTo>
                <a:lnTo>
                  <a:pt x="0" y="2580122"/>
                </a:lnTo>
                <a:lnTo>
                  <a:pt x="0" y="505610"/>
                </a:lnTo>
                <a:close/>
              </a:path>
            </a:pathLst>
          </a:custGeom>
          <a:solidFill>
            <a:schemeClr val="bg1">
              <a:lumMod val="95000"/>
            </a:schemeClr>
          </a:solidFill>
          <a:ln w="317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pic>
        <p:nvPicPr>
          <p:cNvPr id="6" name="Picture 5">
            <a:extLst>
              <a:ext uri="{FF2B5EF4-FFF2-40B4-BE49-F238E27FC236}">
                <a16:creationId xmlns:a16="http://schemas.microsoft.com/office/drawing/2014/main" id="{6EE393AF-8E08-845E-677D-6EF09C55B2EF}"/>
              </a:ext>
            </a:extLst>
          </p:cNvPr>
          <p:cNvPicPr>
            <a:picLocks noChangeAspect="1"/>
          </p:cNvPicPr>
          <p:nvPr/>
        </p:nvPicPr>
        <p:blipFill>
          <a:blip r:embed="rId3"/>
          <a:stretch>
            <a:fillRect/>
          </a:stretch>
        </p:blipFill>
        <p:spPr>
          <a:xfrm>
            <a:off x="1184705" y="746420"/>
            <a:ext cx="9876376" cy="4505334"/>
          </a:xfrm>
          <a:prstGeom prst="rect">
            <a:avLst/>
          </a:prstGeom>
        </p:spPr>
      </p:pic>
      <p:sp>
        <p:nvSpPr>
          <p:cNvPr id="157" name="Rectangle 156">
            <a:extLst>
              <a:ext uri="{FF2B5EF4-FFF2-40B4-BE49-F238E27FC236}">
                <a16:creationId xmlns:a16="http://schemas.microsoft.com/office/drawing/2014/main" id="{903ACD19-E73F-F6A5-D53F-B644F3F4841F}"/>
              </a:ext>
            </a:extLst>
          </p:cNvPr>
          <p:cNvSpPr/>
          <p:nvPr/>
        </p:nvSpPr>
        <p:spPr>
          <a:xfrm>
            <a:off x="6571132" y="718064"/>
            <a:ext cx="5252637" cy="1139908"/>
          </a:xfrm>
          <a:prstGeom prst="rect">
            <a:avLst/>
          </a:prstGeom>
          <a:gradFill flip="none" rotWithShape="1">
            <a:gsLst>
              <a:gs pos="1000">
                <a:schemeClr val="accent1">
                  <a:lumMod val="20000"/>
                  <a:lumOff val="80000"/>
                </a:schemeClr>
              </a:gs>
              <a:gs pos="100000">
                <a:schemeClr val="accent1">
                  <a:lumMod val="60000"/>
                  <a:lumOff val="40000"/>
                  <a:alpha val="0"/>
                </a:schemeClr>
              </a:gs>
            </a:gsLst>
            <a:lin ang="5400000" scaled="1"/>
            <a:tileRect/>
          </a:gradFill>
          <a:ln w="190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a:ea typeface="+mn-ea"/>
              <a:cs typeface="+mn-cs"/>
            </a:endParaRPr>
          </a:p>
        </p:txBody>
      </p:sp>
      <p:sp>
        <p:nvSpPr>
          <p:cNvPr id="156" name="Rectangle 155">
            <a:extLst>
              <a:ext uri="{FF2B5EF4-FFF2-40B4-BE49-F238E27FC236}">
                <a16:creationId xmlns:a16="http://schemas.microsoft.com/office/drawing/2014/main" id="{84081E9F-5C62-9825-F678-81E1B77DC36F}"/>
              </a:ext>
            </a:extLst>
          </p:cNvPr>
          <p:cNvSpPr/>
          <p:nvPr/>
        </p:nvSpPr>
        <p:spPr>
          <a:xfrm>
            <a:off x="4473391" y="2008981"/>
            <a:ext cx="1632517" cy="1271785"/>
          </a:xfrm>
          <a:prstGeom prst="rect">
            <a:avLst/>
          </a:prstGeom>
          <a:gradFill flip="none" rotWithShape="1">
            <a:gsLst>
              <a:gs pos="0">
                <a:schemeClr val="accent3">
                  <a:lumMod val="40000"/>
                  <a:lumOff val="60000"/>
                </a:schemeClr>
              </a:gs>
              <a:gs pos="100000">
                <a:schemeClr val="accent3">
                  <a:lumMod val="40000"/>
                  <a:lumOff val="60000"/>
                  <a:alpha val="0"/>
                </a:schemeClr>
              </a:gs>
            </a:gsLst>
            <a:lin ang="5400000" scaled="1"/>
            <a:tileRect/>
          </a:gradFill>
          <a:ln w="190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a:ea typeface="+mn-ea"/>
              <a:cs typeface="+mn-cs"/>
            </a:endParaRPr>
          </a:p>
        </p:txBody>
      </p:sp>
      <p:sp>
        <p:nvSpPr>
          <p:cNvPr id="51" name="TextBox 50">
            <a:extLst>
              <a:ext uri="{FF2B5EF4-FFF2-40B4-BE49-F238E27FC236}">
                <a16:creationId xmlns:a16="http://schemas.microsoft.com/office/drawing/2014/main" id="{4B52761D-67A6-A742-34EA-D6995DB3FFB1}"/>
              </a:ext>
            </a:extLst>
          </p:cNvPr>
          <p:cNvSpPr txBox="1"/>
          <p:nvPr/>
        </p:nvSpPr>
        <p:spPr>
          <a:xfrm>
            <a:off x="8628081" y="2271053"/>
            <a:ext cx="1331346" cy="3996049"/>
          </a:xfrm>
          <a:custGeom>
            <a:avLst/>
            <a:gdLst>
              <a:gd name="connsiteX0" fmla="*/ 0 w 2512220"/>
              <a:gd name="connsiteY0" fmla="*/ 0 h 1594756"/>
              <a:gd name="connsiteX1" fmla="*/ 2512220 w 2512220"/>
              <a:gd name="connsiteY1" fmla="*/ 0 h 1594756"/>
              <a:gd name="connsiteX2" fmla="*/ 2512220 w 2512220"/>
              <a:gd name="connsiteY2" fmla="*/ 1594756 h 1594756"/>
              <a:gd name="connsiteX3" fmla="*/ 0 w 2512220"/>
              <a:gd name="connsiteY3" fmla="*/ 1594756 h 1594756"/>
              <a:gd name="connsiteX4" fmla="*/ 0 w 2512220"/>
              <a:gd name="connsiteY4" fmla="*/ 0 h 1594756"/>
              <a:gd name="connsiteX0" fmla="*/ 0 w 2514506"/>
              <a:gd name="connsiteY0" fmla="*/ 0 h 1594756"/>
              <a:gd name="connsiteX1" fmla="*/ 2512220 w 2514506"/>
              <a:gd name="connsiteY1" fmla="*/ 0 h 1594756"/>
              <a:gd name="connsiteX2" fmla="*/ 2514506 w 2514506"/>
              <a:gd name="connsiteY2" fmla="*/ 774700 h 1594756"/>
              <a:gd name="connsiteX3" fmla="*/ 2512220 w 2514506"/>
              <a:gd name="connsiteY3" fmla="*/ 1594756 h 1594756"/>
              <a:gd name="connsiteX4" fmla="*/ 0 w 2514506"/>
              <a:gd name="connsiteY4" fmla="*/ 1594756 h 1594756"/>
              <a:gd name="connsiteX5" fmla="*/ 0 w 2514506"/>
              <a:gd name="connsiteY5" fmla="*/ 0 h 1594756"/>
              <a:gd name="connsiteX0" fmla="*/ 2514506 w 2605946"/>
              <a:gd name="connsiteY0" fmla="*/ 774700 h 1594756"/>
              <a:gd name="connsiteX1" fmla="*/ 2512220 w 2605946"/>
              <a:gd name="connsiteY1" fmla="*/ 1594756 h 1594756"/>
              <a:gd name="connsiteX2" fmla="*/ 0 w 2605946"/>
              <a:gd name="connsiteY2" fmla="*/ 1594756 h 1594756"/>
              <a:gd name="connsiteX3" fmla="*/ 0 w 2605946"/>
              <a:gd name="connsiteY3" fmla="*/ 0 h 1594756"/>
              <a:gd name="connsiteX4" fmla="*/ 2512220 w 2605946"/>
              <a:gd name="connsiteY4" fmla="*/ 0 h 1594756"/>
              <a:gd name="connsiteX5" fmla="*/ 2605946 w 2605946"/>
              <a:gd name="connsiteY5" fmla="*/ 866140 h 1594756"/>
              <a:gd name="connsiteX0" fmla="*/ 2514506 w 2514506"/>
              <a:gd name="connsiteY0" fmla="*/ 774700 h 1594756"/>
              <a:gd name="connsiteX1" fmla="*/ 2512220 w 2514506"/>
              <a:gd name="connsiteY1" fmla="*/ 1594756 h 1594756"/>
              <a:gd name="connsiteX2" fmla="*/ 0 w 2514506"/>
              <a:gd name="connsiteY2" fmla="*/ 1594756 h 1594756"/>
              <a:gd name="connsiteX3" fmla="*/ 0 w 2514506"/>
              <a:gd name="connsiteY3" fmla="*/ 0 h 1594756"/>
              <a:gd name="connsiteX4" fmla="*/ 2512220 w 2514506"/>
              <a:gd name="connsiteY4" fmla="*/ 0 h 1594756"/>
              <a:gd name="connsiteX0" fmla="*/ 2512220 w 2512220"/>
              <a:gd name="connsiteY0" fmla="*/ 1594756 h 1594756"/>
              <a:gd name="connsiteX1" fmla="*/ 0 w 2512220"/>
              <a:gd name="connsiteY1" fmla="*/ 1594756 h 1594756"/>
              <a:gd name="connsiteX2" fmla="*/ 0 w 2512220"/>
              <a:gd name="connsiteY2" fmla="*/ 0 h 1594756"/>
              <a:gd name="connsiteX3" fmla="*/ 2512220 w 2512220"/>
              <a:gd name="connsiteY3" fmla="*/ 0 h 1594756"/>
            </a:gdLst>
            <a:ahLst/>
            <a:cxnLst>
              <a:cxn ang="0">
                <a:pos x="connsiteX0" y="connsiteY0"/>
              </a:cxn>
              <a:cxn ang="0">
                <a:pos x="connsiteX1" y="connsiteY1"/>
              </a:cxn>
              <a:cxn ang="0">
                <a:pos x="connsiteX2" y="connsiteY2"/>
              </a:cxn>
              <a:cxn ang="0">
                <a:pos x="connsiteX3" y="connsiteY3"/>
              </a:cxn>
            </a:cxnLst>
            <a:rect l="l" t="t" r="r" b="b"/>
            <a:pathLst>
              <a:path w="2512220" h="1594756">
                <a:moveTo>
                  <a:pt x="2512220" y="1594756"/>
                </a:moveTo>
                <a:lnTo>
                  <a:pt x="0" y="1594756"/>
                </a:lnTo>
                <a:lnTo>
                  <a:pt x="0" y="0"/>
                </a:lnTo>
                <a:lnTo>
                  <a:pt x="2512220" y="0"/>
                </a:lnTo>
              </a:path>
            </a:pathLst>
          </a:custGeom>
          <a:solidFill>
            <a:schemeClr val="accent1">
              <a:lumMod val="20000"/>
              <a:lumOff val="80000"/>
              <a:alpha val="80000"/>
            </a:schemeClr>
          </a:solidFill>
        </p:spPr>
        <p:txBody>
          <a:bodyPr wrap="square" tIns="182880" rtlCol="0" anchor="t">
            <a:noAutofit/>
          </a:bodyPr>
          <a:lstStyle/>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rPr>
              <a:t>OEE Proactive Optimization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rPr>
              <a:t>Feeder monitoring</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rPr>
              <a:t>Vision AI deployment</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endPar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endParaRPr>
          </a:p>
        </p:txBody>
      </p:sp>
      <p:sp>
        <p:nvSpPr>
          <p:cNvPr id="52" name="TextBox 51">
            <a:extLst>
              <a:ext uri="{FF2B5EF4-FFF2-40B4-BE49-F238E27FC236}">
                <a16:creationId xmlns:a16="http://schemas.microsoft.com/office/drawing/2014/main" id="{18D0032C-2EC3-39A6-F1BA-C7D6334D7C81}"/>
              </a:ext>
            </a:extLst>
          </p:cNvPr>
          <p:cNvSpPr txBox="1"/>
          <p:nvPr/>
        </p:nvSpPr>
        <p:spPr>
          <a:xfrm>
            <a:off x="10462764" y="1797805"/>
            <a:ext cx="1381297" cy="4469298"/>
          </a:xfrm>
          <a:custGeom>
            <a:avLst/>
            <a:gdLst>
              <a:gd name="connsiteX0" fmla="*/ 0 w 2512220"/>
              <a:gd name="connsiteY0" fmla="*/ 0 h 1594756"/>
              <a:gd name="connsiteX1" fmla="*/ 2512220 w 2512220"/>
              <a:gd name="connsiteY1" fmla="*/ 0 h 1594756"/>
              <a:gd name="connsiteX2" fmla="*/ 2512220 w 2512220"/>
              <a:gd name="connsiteY2" fmla="*/ 1594756 h 1594756"/>
              <a:gd name="connsiteX3" fmla="*/ 0 w 2512220"/>
              <a:gd name="connsiteY3" fmla="*/ 1594756 h 1594756"/>
              <a:gd name="connsiteX4" fmla="*/ 0 w 2512220"/>
              <a:gd name="connsiteY4" fmla="*/ 0 h 1594756"/>
              <a:gd name="connsiteX0" fmla="*/ 0 w 2514506"/>
              <a:gd name="connsiteY0" fmla="*/ 0 h 1594756"/>
              <a:gd name="connsiteX1" fmla="*/ 2512220 w 2514506"/>
              <a:gd name="connsiteY1" fmla="*/ 0 h 1594756"/>
              <a:gd name="connsiteX2" fmla="*/ 2514506 w 2514506"/>
              <a:gd name="connsiteY2" fmla="*/ 774700 h 1594756"/>
              <a:gd name="connsiteX3" fmla="*/ 2512220 w 2514506"/>
              <a:gd name="connsiteY3" fmla="*/ 1594756 h 1594756"/>
              <a:gd name="connsiteX4" fmla="*/ 0 w 2514506"/>
              <a:gd name="connsiteY4" fmla="*/ 1594756 h 1594756"/>
              <a:gd name="connsiteX5" fmla="*/ 0 w 2514506"/>
              <a:gd name="connsiteY5" fmla="*/ 0 h 1594756"/>
              <a:gd name="connsiteX0" fmla="*/ 2514506 w 2605946"/>
              <a:gd name="connsiteY0" fmla="*/ 774700 h 1594756"/>
              <a:gd name="connsiteX1" fmla="*/ 2512220 w 2605946"/>
              <a:gd name="connsiteY1" fmla="*/ 1594756 h 1594756"/>
              <a:gd name="connsiteX2" fmla="*/ 0 w 2605946"/>
              <a:gd name="connsiteY2" fmla="*/ 1594756 h 1594756"/>
              <a:gd name="connsiteX3" fmla="*/ 0 w 2605946"/>
              <a:gd name="connsiteY3" fmla="*/ 0 h 1594756"/>
              <a:gd name="connsiteX4" fmla="*/ 2512220 w 2605946"/>
              <a:gd name="connsiteY4" fmla="*/ 0 h 1594756"/>
              <a:gd name="connsiteX5" fmla="*/ 2605946 w 2605946"/>
              <a:gd name="connsiteY5" fmla="*/ 866140 h 1594756"/>
              <a:gd name="connsiteX0" fmla="*/ 2514506 w 2514506"/>
              <a:gd name="connsiteY0" fmla="*/ 774700 h 1594756"/>
              <a:gd name="connsiteX1" fmla="*/ 2512220 w 2514506"/>
              <a:gd name="connsiteY1" fmla="*/ 1594756 h 1594756"/>
              <a:gd name="connsiteX2" fmla="*/ 0 w 2514506"/>
              <a:gd name="connsiteY2" fmla="*/ 1594756 h 1594756"/>
              <a:gd name="connsiteX3" fmla="*/ 0 w 2514506"/>
              <a:gd name="connsiteY3" fmla="*/ 0 h 1594756"/>
              <a:gd name="connsiteX4" fmla="*/ 2512220 w 2514506"/>
              <a:gd name="connsiteY4" fmla="*/ 0 h 1594756"/>
              <a:gd name="connsiteX0" fmla="*/ 2512220 w 2512220"/>
              <a:gd name="connsiteY0" fmla="*/ 1594756 h 1594756"/>
              <a:gd name="connsiteX1" fmla="*/ 0 w 2512220"/>
              <a:gd name="connsiteY1" fmla="*/ 1594756 h 1594756"/>
              <a:gd name="connsiteX2" fmla="*/ 0 w 2512220"/>
              <a:gd name="connsiteY2" fmla="*/ 0 h 1594756"/>
              <a:gd name="connsiteX3" fmla="*/ 2512220 w 2512220"/>
              <a:gd name="connsiteY3" fmla="*/ 0 h 1594756"/>
            </a:gdLst>
            <a:ahLst/>
            <a:cxnLst>
              <a:cxn ang="0">
                <a:pos x="connsiteX0" y="connsiteY0"/>
              </a:cxn>
              <a:cxn ang="0">
                <a:pos x="connsiteX1" y="connsiteY1"/>
              </a:cxn>
              <a:cxn ang="0">
                <a:pos x="connsiteX2" y="connsiteY2"/>
              </a:cxn>
              <a:cxn ang="0">
                <a:pos x="connsiteX3" y="connsiteY3"/>
              </a:cxn>
            </a:cxnLst>
            <a:rect l="l" t="t" r="r" b="b"/>
            <a:pathLst>
              <a:path w="2512220" h="1594756">
                <a:moveTo>
                  <a:pt x="2512220" y="1594756"/>
                </a:moveTo>
                <a:lnTo>
                  <a:pt x="0" y="1594756"/>
                </a:lnTo>
                <a:lnTo>
                  <a:pt x="0" y="0"/>
                </a:lnTo>
                <a:lnTo>
                  <a:pt x="2512220" y="0"/>
                </a:lnTo>
              </a:path>
            </a:pathLst>
          </a:custGeom>
          <a:solidFill>
            <a:schemeClr val="accent1">
              <a:lumMod val="20000"/>
              <a:lumOff val="80000"/>
              <a:alpha val="80000"/>
            </a:schemeClr>
          </a:solidFill>
        </p:spPr>
        <p:txBody>
          <a:bodyPr wrap="square" tIns="182880" rtlCol="0" anchor="t">
            <a:noAutofit/>
          </a:bodyPr>
          <a:lstStyle>
            <a:defPPr>
              <a:defRPr lang="en-US"/>
            </a:defPPr>
            <a:lvl1pPr marL="95246" indent="-95246" defTabSz="761970">
              <a:lnSpc>
                <a:spcPct val="85000"/>
              </a:lnSpc>
              <a:spcAft>
                <a:spcPts val="600"/>
              </a:spcAft>
              <a:buFont typeface="Arial" panose="020B0604020202020204" pitchFamily="34" charset="0"/>
              <a:buChar char="•"/>
              <a:defRPr sz="1200" kern="0">
                <a:solidFill>
                  <a:srgbClr val="4C4C4C"/>
                </a:solidFill>
                <a:latin typeface="Barlow"/>
              </a:defRPr>
            </a:lvl1pPr>
          </a:lstStyle>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rPr>
              <a:t>NAME?</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rPr>
              <a:t>Scaling Vision AI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1" i="0" u="none" strike="noStrike" kern="0" cap="none" spc="0" normalizeH="0" baseline="0" noProof="0" err="1">
                <a:ln>
                  <a:noFill/>
                </a:ln>
                <a:solidFill>
                  <a:srgbClr val="CD163F"/>
                </a:solidFill>
                <a:effectLst/>
                <a:uLnTx/>
                <a:uFillTx/>
                <a:latin typeface="Barlow SemiBold" pitchFamily="2" charset="77"/>
                <a:ea typeface="+mn-ea"/>
                <a:cs typeface="+mn-cs"/>
              </a:rPr>
              <a:t>DataMosaix</a:t>
            </a:r>
            <a:r>
              <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rPr>
              <a:t> advanced analytics and agentic AI</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endParaRPr kumimoji="0" lang="en-US" sz="1200" b="1" i="0" u="none" strike="noStrike" kern="0" cap="none" spc="0" normalizeH="0" baseline="0" noProof="0">
              <a:ln>
                <a:noFill/>
              </a:ln>
              <a:solidFill>
                <a:srgbClr val="CD163F"/>
              </a:solidFill>
              <a:effectLst/>
              <a:uLnTx/>
              <a:uFillTx/>
              <a:latin typeface="Barlow SemiBold" pitchFamily="2" charset="77"/>
              <a:ea typeface="+mn-ea"/>
              <a:cs typeface="+mn-cs"/>
            </a:endParaRPr>
          </a:p>
        </p:txBody>
      </p:sp>
      <p:sp>
        <p:nvSpPr>
          <p:cNvPr id="120" name="Rectangle 119">
            <a:extLst>
              <a:ext uri="{FF2B5EF4-FFF2-40B4-BE49-F238E27FC236}">
                <a16:creationId xmlns:a16="http://schemas.microsoft.com/office/drawing/2014/main" id="{9A4C7F91-00E2-E93C-C249-A46D98265816}"/>
              </a:ext>
            </a:extLst>
          </p:cNvPr>
          <p:cNvSpPr/>
          <p:nvPr/>
        </p:nvSpPr>
        <p:spPr>
          <a:xfrm>
            <a:off x="9948039" y="1777159"/>
            <a:ext cx="533657" cy="4489944"/>
          </a:xfrm>
          <a:custGeom>
            <a:avLst/>
            <a:gdLst>
              <a:gd name="connsiteX0" fmla="*/ 0 w 533657"/>
              <a:gd name="connsiteY0" fmla="*/ 0 h 4835204"/>
              <a:gd name="connsiteX1" fmla="*/ 533657 w 533657"/>
              <a:gd name="connsiteY1" fmla="*/ 0 h 4835204"/>
              <a:gd name="connsiteX2" fmla="*/ 533657 w 533657"/>
              <a:gd name="connsiteY2" fmla="*/ 4835204 h 4835204"/>
              <a:gd name="connsiteX3" fmla="*/ 0 w 533657"/>
              <a:gd name="connsiteY3" fmla="*/ 4835204 h 4835204"/>
              <a:gd name="connsiteX4" fmla="*/ 0 w 533657"/>
              <a:gd name="connsiteY4" fmla="*/ 0 h 4835204"/>
              <a:gd name="connsiteX0" fmla="*/ 0 w 533657"/>
              <a:gd name="connsiteY0" fmla="*/ 688489 h 4835204"/>
              <a:gd name="connsiteX1" fmla="*/ 533657 w 533657"/>
              <a:gd name="connsiteY1" fmla="*/ 0 h 4835204"/>
              <a:gd name="connsiteX2" fmla="*/ 533657 w 533657"/>
              <a:gd name="connsiteY2" fmla="*/ 4835204 h 4835204"/>
              <a:gd name="connsiteX3" fmla="*/ 0 w 533657"/>
              <a:gd name="connsiteY3" fmla="*/ 4835204 h 4835204"/>
              <a:gd name="connsiteX4" fmla="*/ 0 w 533657"/>
              <a:gd name="connsiteY4" fmla="*/ 688489 h 4835204"/>
              <a:gd name="connsiteX0" fmla="*/ 0 w 533657"/>
              <a:gd name="connsiteY0" fmla="*/ 451821 h 4598536"/>
              <a:gd name="connsiteX1" fmla="*/ 522899 w 533657"/>
              <a:gd name="connsiteY1" fmla="*/ 0 h 4598536"/>
              <a:gd name="connsiteX2" fmla="*/ 533657 w 533657"/>
              <a:gd name="connsiteY2" fmla="*/ 4598536 h 4598536"/>
              <a:gd name="connsiteX3" fmla="*/ 0 w 533657"/>
              <a:gd name="connsiteY3" fmla="*/ 4598536 h 4598536"/>
              <a:gd name="connsiteX4" fmla="*/ 0 w 533657"/>
              <a:gd name="connsiteY4" fmla="*/ 451821 h 4598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657" h="4598536">
                <a:moveTo>
                  <a:pt x="0" y="451821"/>
                </a:moveTo>
                <a:lnTo>
                  <a:pt x="522899" y="0"/>
                </a:lnTo>
                <a:lnTo>
                  <a:pt x="533657" y="4598536"/>
                </a:lnTo>
                <a:lnTo>
                  <a:pt x="0" y="4598536"/>
                </a:lnTo>
                <a:lnTo>
                  <a:pt x="0" y="451821"/>
                </a:lnTo>
                <a:close/>
              </a:path>
            </a:pathLst>
          </a:custGeom>
          <a:solidFill>
            <a:schemeClr val="accent1">
              <a:lumMod val="20000"/>
              <a:lumOff val="80000"/>
              <a:alpha val="45000"/>
            </a:schemeClr>
          </a:solidFill>
          <a:ln w="317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119" name="Rectangle 118">
            <a:extLst>
              <a:ext uri="{FF2B5EF4-FFF2-40B4-BE49-F238E27FC236}">
                <a16:creationId xmlns:a16="http://schemas.microsoft.com/office/drawing/2014/main" id="{D177C081-1871-4DA2-DF5E-54B5839D9C6A}"/>
              </a:ext>
            </a:extLst>
          </p:cNvPr>
          <p:cNvSpPr/>
          <p:nvPr/>
        </p:nvSpPr>
        <p:spPr>
          <a:xfrm>
            <a:off x="8097724" y="2235508"/>
            <a:ext cx="541262" cy="4031594"/>
          </a:xfrm>
          <a:custGeom>
            <a:avLst/>
            <a:gdLst>
              <a:gd name="connsiteX0" fmla="*/ 0 w 533657"/>
              <a:gd name="connsiteY0" fmla="*/ 0 h 4346965"/>
              <a:gd name="connsiteX1" fmla="*/ 533657 w 533657"/>
              <a:gd name="connsiteY1" fmla="*/ 0 h 4346965"/>
              <a:gd name="connsiteX2" fmla="*/ 533657 w 533657"/>
              <a:gd name="connsiteY2" fmla="*/ 4346965 h 4346965"/>
              <a:gd name="connsiteX3" fmla="*/ 0 w 533657"/>
              <a:gd name="connsiteY3" fmla="*/ 4346965 h 4346965"/>
              <a:gd name="connsiteX4" fmla="*/ 0 w 533657"/>
              <a:gd name="connsiteY4" fmla="*/ 0 h 4346965"/>
              <a:gd name="connsiteX0" fmla="*/ 0 w 533657"/>
              <a:gd name="connsiteY0" fmla="*/ 710005 h 4346965"/>
              <a:gd name="connsiteX1" fmla="*/ 533657 w 533657"/>
              <a:gd name="connsiteY1" fmla="*/ 0 h 4346965"/>
              <a:gd name="connsiteX2" fmla="*/ 533657 w 533657"/>
              <a:gd name="connsiteY2" fmla="*/ 4346965 h 4346965"/>
              <a:gd name="connsiteX3" fmla="*/ 0 w 533657"/>
              <a:gd name="connsiteY3" fmla="*/ 4346965 h 4346965"/>
              <a:gd name="connsiteX4" fmla="*/ 0 w 533657"/>
              <a:gd name="connsiteY4" fmla="*/ 710005 h 4346965"/>
              <a:gd name="connsiteX0" fmla="*/ 0 w 533657"/>
              <a:gd name="connsiteY0" fmla="*/ 505609 h 4142569"/>
              <a:gd name="connsiteX1" fmla="*/ 522899 w 533657"/>
              <a:gd name="connsiteY1" fmla="*/ 0 h 4142569"/>
              <a:gd name="connsiteX2" fmla="*/ 533657 w 533657"/>
              <a:gd name="connsiteY2" fmla="*/ 4142569 h 4142569"/>
              <a:gd name="connsiteX3" fmla="*/ 0 w 533657"/>
              <a:gd name="connsiteY3" fmla="*/ 4142569 h 4142569"/>
              <a:gd name="connsiteX4" fmla="*/ 0 w 533657"/>
              <a:gd name="connsiteY4" fmla="*/ 505609 h 4142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657" h="4142569">
                <a:moveTo>
                  <a:pt x="0" y="505609"/>
                </a:moveTo>
                <a:lnTo>
                  <a:pt x="522899" y="0"/>
                </a:lnTo>
                <a:lnTo>
                  <a:pt x="533657" y="4142569"/>
                </a:lnTo>
                <a:lnTo>
                  <a:pt x="0" y="4142569"/>
                </a:lnTo>
                <a:lnTo>
                  <a:pt x="0" y="505609"/>
                </a:lnTo>
                <a:close/>
              </a:path>
            </a:pathLst>
          </a:custGeom>
          <a:solidFill>
            <a:schemeClr val="accent1">
              <a:lumMod val="20000"/>
              <a:lumOff val="80000"/>
              <a:alpha val="45000"/>
            </a:schemeClr>
          </a:solidFill>
          <a:ln w="317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118" name="Rectangle 117">
            <a:extLst>
              <a:ext uri="{FF2B5EF4-FFF2-40B4-BE49-F238E27FC236}">
                <a16:creationId xmlns:a16="http://schemas.microsoft.com/office/drawing/2014/main" id="{7F2CAF6A-9DE2-4F4B-3D9C-FE105849450F}"/>
              </a:ext>
            </a:extLst>
          </p:cNvPr>
          <p:cNvSpPr/>
          <p:nvPr/>
        </p:nvSpPr>
        <p:spPr>
          <a:xfrm>
            <a:off x="6118317" y="2846325"/>
            <a:ext cx="533657" cy="3420777"/>
          </a:xfrm>
          <a:custGeom>
            <a:avLst/>
            <a:gdLst>
              <a:gd name="connsiteX0" fmla="*/ 0 w 533657"/>
              <a:gd name="connsiteY0" fmla="*/ 0 h 3856628"/>
              <a:gd name="connsiteX1" fmla="*/ 533657 w 533657"/>
              <a:gd name="connsiteY1" fmla="*/ 0 h 3856628"/>
              <a:gd name="connsiteX2" fmla="*/ 533657 w 533657"/>
              <a:gd name="connsiteY2" fmla="*/ 3856628 h 3856628"/>
              <a:gd name="connsiteX3" fmla="*/ 0 w 533657"/>
              <a:gd name="connsiteY3" fmla="*/ 3856628 h 3856628"/>
              <a:gd name="connsiteX4" fmla="*/ 0 w 533657"/>
              <a:gd name="connsiteY4" fmla="*/ 0 h 3856628"/>
              <a:gd name="connsiteX0" fmla="*/ 0 w 533657"/>
              <a:gd name="connsiteY0" fmla="*/ 731520 h 3856628"/>
              <a:gd name="connsiteX1" fmla="*/ 533657 w 533657"/>
              <a:gd name="connsiteY1" fmla="*/ 0 h 3856628"/>
              <a:gd name="connsiteX2" fmla="*/ 533657 w 533657"/>
              <a:gd name="connsiteY2" fmla="*/ 3856628 h 3856628"/>
              <a:gd name="connsiteX3" fmla="*/ 0 w 533657"/>
              <a:gd name="connsiteY3" fmla="*/ 3856628 h 3856628"/>
              <a:gd name="connsiteX4" fmla="*/ 0 w 533657"/>
              <a:gd name="connsiteY4" fmla="*/ 731520 h 3856628"/>
              <a:gd name="connsiteX0" fmla="*/ 0 w 533657"/>
              <a:gd name="connsiteY0" fmla="*/ 484095 h 3609203"/>
              <a:gd name="connsiteX1" fmla="*/ 522899 w 533657"/>
              <a:gd name="connsiteY1" fmla="*/ 0 h 3609203"/>
              <a:gd name="connsiteX2" fmla="*/ 533657 w 533657"/>
              <a:gd name="connsiteY2" fmla="*/ 3609203 h 3609203"/>
              <a:gd name="connsiteX3" fmla="*/ 0 w 533657"/>
              <a:gd name="connsiteY3" fmla="*/ 3609203 h 3609203"/>
              <a:gd name="connsiteX4" fmla="*/ 0 w 533657"/>
              <a:gd name="connsiteY4" fmla="*/ 484095 h 36092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657" h="3609203">
                <a:moveTo>
                  <a:pt x="0" y="484095"/>
                </a:moveTo>
                <a:lnTo>
                  <a:pt x="522899" y="0"/>
                </a:lnTo>
                <a:lnTo>
                  <a:pt x="533657" y="3609203"/>
                </a:lnTo>
                <a:lnTo>
                  <a:pt x="0" y="3609203"/>
                </a:lnTo>
                <a:lnTo>
                  <a:pt x="0" y="484095"/>
                </a:lnTo>
                <a:close/>
              </a:path>
            </a:pathLst>
          </a:custGeom>
          <a:solidFill>
            <a:schemeClr val="bg1">
              <a:lumMod val="95000"/>
            </a:schemeClr>
          </a:solidFill>
          <a:ln w="317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117" name="Rectangle 116">
            <a:extLst>
              <a:ext uri="{FF2B5EF4-FFF2-40B4-BE49-F238E27FC236}">
                <a16:creationId xmlns:a16="http://schemas.microsoft.com/office/drawing/2014/main" id="{FDD0B24D-0590-85AF-38FD-88C815B45D99}"/>
              </a:ext>
            </a:extLst>
          </p:cNvPr>
          <p:cNvSpPr/>
          <p:nvPr/>
        </p:nvSpPr>
        <p:spPr>
          <a:xfrm>
            <a:off x="3976516" y="3280766"/>
            <a:ext cx="533657" cy="2986336"/>
          </a:xfrm>
          <a:custGeom>
            <a:avLst/>
            <a:gdLst>
              <a:gd name="connsiteX0" fmla="*/ 0 w 533657"/>
              <a:gd name="connsiteY0" fmla="*/ 0 h 3301438"/>
              <a:gd name="connsiteX1" fmla="*/ 533657 w 533657"/>
              <a:gd name="connsiteY1" fmla="*/ 0 h 3301438"/>
              <a:gd name="connsiteX2" fmla="*/ 533657 w 533657"/>
              <a:gd name="connsiteY2" fmla="*/ 3301438 h 3301438"/>
              <a:gd name="connsiteX3" fmla="*/ 0 w 533657"/>
              <a:gd name="connsiteY3" fmla="*/ 3301438 h 3301438"/>
              <a:gd name="connsiteX4" fmla="*/ 0 w 533657"/>
              <a:gd name="connsiteY4" fmla="*/ 0 h 3301438"/>
              <a:gd name="connsiteX0" fmla="*/ 0 w 533657"/>
              <a:gd name="connsiteY0" fmla="*/ 710005 h 3301438"/>
              <a:gd name="connsiteX1" fmla="*/ 533657 w 533657"/>
              <a:gd name="connsiteY1" fmla="*/ 0 h 3301438"/>
              <a:gd name="connsiteX2" fmla="*/ 533657 w 533657"/>
              <a:gd name="connsiteY2" fmla="*/ 3301438 h 3301438"/>
              <a:gd name="connsiteX3" fmla="*/ 0 w 533657"/>
              <a:gd name="connsiteY3" fmla="*/ 3301438 h 3301438"/>
              <a:gd name="connsiteX4" fmla="*/ 0 w 533657"/>
              <a:gd name="connsiteY4" fmla="*/ 710005 h 3301438"/>
              <a:gd name="connsiteX0" fmla="*/ 0 w 533657"/>
              <a:gd name="connsiteY0" fmla="*/ 559398 h 3150831"/>
              <a:gd name="connsiteX1" fmla="*/ 533657 w 533657"/>
              <a:gd name="connsiteY1" fmla="*/ 0 h 3150831"/>
              <a:gd name="connsiteX2" fmla="*/ 533657 w 533657"/>
              <a:gd name="connsiteY2" fmla="*/ 3150831 h 3150831"/>
              <a:gd name="connsiteX3" fmla="*/ 0 w 533657"/>
              <a:gd name="connsiteY3" fmla="*/ 3150831 h 3150831"/>
              <a:gd name="connsiteX4" fmla="*/ 0 w 533657"/>
              <a:gd name="connsiteY4" fmla="*/ 559398 h 3150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657" h="3150831">
                <a:moveTo>
                  <a:pt x="0" y="559398"/>
                </a:moveTo>
                <a:lnTo>
                  <a:pt x="533657" y="0"/>
                </a:lnTo>
                <a:lnTo>
                  <a:pt x="533657" y="3150831"/>
                </a:lnTo>
                <a:lnTo>
                  <a:pt x="0" y="3150831"/>
                </a:lnTo>
                <a:lnTo>
                  <a:pt x="0" y="559398"/>
                </a:lnTo>
                <a:close/>
              </a:path>
            </a:pathLst>
          </a:custGeom>
          <a:solidFill>
            <a:schemeClr val="bg1">
              <a:lumMod val="95000"/>
            </a:schemeClr>
          </a:solidFill>
          <a:ln w="317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30" name="TextBox 29">
            <a:extLst>
              <a:ext uri="{FF2B5EF4-FFF2-40B4-BE49-F238E27FC236}">
                <a16:creationId xmlns:a16="http://schemas.microsoft.com/office/drawing/2014/main" id="{FFE76770-793C-A12F-791F-C44E5D8B94CD}"/>
              </a:ext>
            </a:extLst>
          </p:cNvPr>
          <p:cNvSpPr txBox="1"/>
          <p:nvPr/>
        </p:nvSpPr>
        <p:spPr>
          <a:xfrm>
            <a:off x="373808" y="4585415"/>
            <a:ext cx="1349308" cy="1007183"/>
          </a:xfrm>
          <a:custGeom>
            <a:avLst/>
            <a:gdLst>
              <a:gd name="connsiteX0" fmla="*/ 0 w 2512221"/>
              <a:gd name="connsiteY0" fmla="*/ 0 h 1150256"/>
              <a:gd name="connsiteX1" fmla="*/ 2512221 w 2512221"/>
              <a:gd name="connsiteY1" fmla="*/ 0 h 1150256"/>
              <a:gd name="connsiteX2" fmla="*/ 2512221 w 2512221"/>
              <a:gd name="connsiteY2" fmla="*/ 1150256 h 1150256"/>
              <a:gd name="connsiteX3" fmla="*/ 0 w 2512221"/>
              <a:gd name="connsiteY3" fmla="*/ 1150256 h 1150256"/>
              <a:gd name="connsiteX4" fmla="*/ 0 w 2512221"/>
              <a:gd name="connsiteY4" fmla="*/ 0 h 1150256"/>
              <a:gd name="connsiteX0" fmla="*/ 0 w 2512221"/>
              <a:gd name="connsiteY0" fmla="*/ 0 h 1150256"/>
              <a:gd name="connsiteX1" fmla="*/ 2512221 w 2512221"/>
              <a:gd name="connsiteY1" fmla="*/ 0 h 1150256"/>
              <a:gd name="connsiteX2" fmla="*/ 2505755 w 2512221"/>
              <a:gd name="connsiteY2" fmla="*/ 501650 h 1150256"/>
              <a:gd name="connsiteX3" fmla="*/ 2512221 w 2512221"/>
              <a:gd name="connsiteY3" fmla="*/ 1150256 h 1150256"/>
              <a:gd name="connsiteX4" fmla="*/ 0 w 2512221"/>
              <a:gd name="connsiteY4" fmla="*/ 1150256 h 1150256"/>
              <a:gd name="connsiteX5" fmla="*/ 0 w 2512221"/>
              <a:gd name="connsiteY5" fmla="*/ 0 h 1150256"/>
              <a:gd name="connsiteX0" fmla="*/ 2505755 w 2597195"/>
              <a:gd name="connsiteY0" fmla="*/ 501650 h 1150256"/>
              <a:gd name="connsiteX1" fmla="*/ 2512221 w 2597195"/>
              <a:gd name="connsiteY1" fmla="*/ 1150256 h 1150256"/>
              <a:gd name="connsiteX2" fmla="*/ 0 w 2597195"/>
              <a:gd name="connsiteY2" fmla="*/ 1150256 h 1150256"/>
              <a:gd name="connsiteX3" fmla="*/ 0 w 2597195"/>
              <a:gd name="connsiteY3" fmla="*/ 0 h 1150256"/>
              <a:gd name="connsiteX4" fmla="*/ 2512221 w 2597195"/>
              <a:gd name="connsiteY4" fmla="*/ 0 h 1150256"/>
              <a:gd name="connsiteX5" fmla="*/ 2597195 w 2597195"/>
              <a:gd name="connsiteY5" fmla="*/ 593090 h 1150256"/>
              <a:gd name="connsiteX0" fmla="*/ 2505755 w 2512221"/>
              <a:gd name="connsiteY0" fmla="*/ 501650 h 1150256"/>
              <a:gd name="connsiteX1" fmla="*/ 2512221 w 2512221"/>
              <a:gd name="connsiteY1" fmla="*/ 1150256 h 1150256"/>
              <a:gd name="connsiteX2" fmla="*/ 0 w 2512221"/>
              <a:gd name="connsiteY2" fmla="*/ 1150256 h 1150256"/>
              <a:gd name="connsiteX3" fmla="*/ 0 w 2512221"/>
              <a:gd name="connsiteY3" fmla="*/ 0 h 1150256"/>
              <a:gd name="connsiteX4" fmla="*/ 2512221 w 2512221"/>
              <a:gd name="connsiteY4" fmla="*/ 0 h 1150256"/>
              <a:gd name="connsiteX0" fmla="*/ 2512221 w 2512221"/>
              <a:gd name="connsiteY0" fmla="*/ 1150256 h 1150256"/>
              <a:gd name="connsiteX1" fmla="*/ 0 w 2512221"/>
              <a:gd name="connsiteY1" fmla="*/ 1150256 h 1150256"/>
              <a:gd name="connsiteX2" fmla="*/ 0 w 2512221"/>
              <a:gd name="connsiteY2" fmla="*/ 0 h 1150256"/>
              <a:gd name="connsiteX3" fmla="*/ 2512221 w 2512221"/>
              <a:gd name="connsiteY3" fmla="*/ 0 h 1150256"/>
            </a:gdLst>
            <a:ahLst/>
            <a:cxnLst>
              <a:cxn ang="0">
                <a:pos x="connsiteX0" y="connsiteY0"/>
              </a:cxn>
              <a:cxn ang="0">
                <a:pos x="connsiteX1" y="connsiteY1"/>
              </a:cxn>
              <a:cxn ang="0">
                <a:pos x="connsiteX2" y="connsiteY2"/>
              </a:cxn>
              <a:cxn ang="0">
                <a:pos x="connsiteX3" y="connsiteY3"/>
              </a:cxn>
            </a:cxnLst>
            <a:rect l="l" t="t" r="r" b="b"/>
            <a:pathLst>
              <a:path w="2512221" h="1150256">
                <a:moveTo>
                  <a:pt x="2512221" y="1150256"/>
                </a:moveTo>
                <a:lnTo>
                  <a:pt x="0" y="1150256"/>
                </a:lnTo>
                <a:lnTo>
                  <a:pt x="0" y="0"/>
                </a:lnTo>
                <a:lnTo>
                  <a:pt x="2512221" y="0"/>
                </a:lnTo>
              </a:path>
            </a:pathLst>
          </a:custGeom>
          <a:noFill/>
          <a:ln>
            <a:noFill/>
          </a:ln>
        </p:spPr>
        <p:txBody>
          <a:bodyPr wrap="square" rtlCol="0" anchor="t">
            <a:noAutofit/>
          </a:bodyPr>
          <a:lstStyle/>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100-c contactor built in Switzerland plant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Partially automated process</a:t>
            </a:r>
          </a:p>
        </p:txBody>
      </p:sp>
      <p:sp>
        <p:nvSpPr>
          <p:cNvPr id="31" name="TextBox 30">
            <a:extLst>
              <a:ext uri="{FF2B5EF4-FFF2-40B4-BE49-F238E27FC236}">
                <a16:creationId xmlns:a16="http://schemas.microsoft.com/office/drawing/2014/main" id="{EE09DEB3-5890-7631-EE97-3A6D49A05937}"/>
              </a:ext>
            </a:extLst>
          </p:cNvPr>
          <p:cNvSpPr txBox="1"/>
          <p:nvPr/>
        </p:nvSpPr>
        <p:spPr>
          <a:xfrm>
            <a:off x="340024" y="3426938"/>
            <a:ext cx="1575851" cy="275460"/>
          </a:xfrm>
          <a:custGeom>
            <a:avLst/>
            <a:gdLst>
              <a:gd name="connsiteX0" fmla="*/ 0 w 2516949"/>
              <a:gd name="connsiteY0" fmla="*/ 0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0 w 2516949"/>
              <a:gd name="connsiteY0" fmla="*/ 0 h 444500"/>
              <a:gd name="connsiteX1" fmla="*/ 1653267 w 2516949"/>
              <a:gd name="connsiteY1" fmla="*/ 3175 h 444500"/>
              <a:gd name="connsiteX2" fmla="*/ 2516949 w 2516949"/>
              <a:gd name="connsiteY2" fmla="*/ 0 h 444500"/>
              <a:gd name="connsiteX3" fmla="*/ 2516949 w 2516949"/>
              <a:gd name="connsiteY3" fmla="*/ 444500 h 444500"/>
              <a:gd name="connsiteX4" fmla="*/ 0 w 2516949"/>
              <a:gd name="connsiteY4" fmla="*/ 444500 h 444500"/>
              <a:gd name="connsiteX5" fmla="*/ 0 w 2516949"/>
              <a:gd name="connsiteY5" fmla="*/ 0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5" fmla="*/ 1744707 w 2516949"/>
              <a:gd name="connsiteY5" fmla="*/ 94615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2516949 w 2516949"/>
              <a:gd name="connsiteY0" fmla="*/ 0 h 444500"/>
              <a:gd name="connsiteX1" fmla="*/ 2516949 w 2516949"/>
              <a:gd name="connsiteY1" fmla="*/ 444500 h 444500"/>
              <a:gd name="connsiteX2" fmla="*/ 0 w 2516949"/>
              <a:gd name="connsiteY2" fmla="*/ 444500 h 444500"/>
              <a:gd name="connsiteX3" fmla="*/ 0 w 2516949"/>
              <a:gd name="connsiteY3" fmla="*/ 0 h 444500"/>
              <a:gd name="connsiteX0" fmla="*/ 2516949 w 2516949"/>
              <a:gd name="connsiteY0" fmla="*/ 444500 h 444500"/>
              <a:gd name="connsiteX1" fmla="*/ 0 w 2516949"/>
              <a:gd name="connsiteY1" fmla="*/ 444500 h 444500"/>
              <a:gd name="connsiteX2" fmla="*/ 0 w 2516949"/>
              <a:gd name="connsiteY2" fmla="*/ 0 h 444500"/>
            </a:gdLst>
            <a:ahLst/>
            <a:cxnLst>
              <a:cxn ang="0">
                <a:pos x="connsiteX0" y="connsiteY0"/>
              </a:cxn>
              <a:cxn ang="0">
                <a:pos x="connsiteX1" y="connsiteY1"/>
              </a:cxn>
              <a:cxn ang="0">
                <a:pos x="connsiteX2" y="connsiteY2"/>
              </a:cxn>
            </a:cxnLst>
            <a:rect l="l" t="t" r="r" b="b"/>
            <a:pathLst>
              <a:path w="2516949" h="444500">
                <a:moveTo>
                  <a:pt x="2516949" y="444500"/>
                </a:moveTo>
                <a:lnTo>
                  <a:pt x="0" y="444500"/>
                </a:lnTo>
                <a:lnTo>
                  <a:pt x="0" y="0"/>
                </a:lnTo>
              </a:path>
            </a:pathLst>
          </a:custGeom>
          <a:noFill/>
          <a:ln>
            <a:noFill/>
          </a:ln>
        </p:spPr>
        <p:txBody>
          <a:bodyPr wrap="square" rtlCol="0" anchor="ctr">
            <a:spAutoFit/>
          </a:bodyPr>
          <a:lstStyle/>
          <a:p>
            <a:pPr marL="0" marR="0" lvl="0" indent="0" algn="ctr" defTabSz="761970" rtl="0" eaLnBrk="1" fontAlgn="auto" latinLnBrk="0" hangingPunct="1">
              <a:lnSpc>
                <a:spcPct val="85000"/>
              </a:lnSpc>
              <a:spcBef>
                <a:spcPts val="250"/>
              </a:spcBef>
              <a:spcAft>
                <a:spcPts val="0"/>
              </a:spcAft>
              <a:buClrTx/>
              <a:buSzTx/>
              <a:buFontTx/>
              <a:buNone/>
              <a:tabLst/>
              <a:defRPr/>
            </a:pPr>
            <a:r>
              <a:rPr kumimoji="0" lang="en-US" sz="1400" b="1" i="0" u="none" strike="noStrike" kern="0" cap="none" spc="300" normalizeH="0" baseline="0" noProof="0">
                <a:ln>
                  <a:noFill/>
                </a:ln>
                <a:solidFill>
                  <a:srgbClr val="F58024"/>
                </a:solidFill>
                <a:effectLst/>
                <a:uLnTx/>
                <a:uFillTx/>
                <a:latin typeface="Barlow"/>
                <a:ea typeface="+mn-ea"/>
                <a:cs typeface="+mn-cs"/>
              </a:rPr>
              <a:t>2018</a:t>
            </a:r>
          </a:p>
        </p:txBody>
      </p:sp>
      <p:sp>
        <p:nvSpPr>
          <p:cNvPr id="32" name="TextBox 31">
            <a:extLst>
              <a:ext uri="{FF2B5EF4-FFF2-40B4-BE49-F238E27FC236}">
                <a16:creationId xmlns:a16="http://schemas.microsoft.com/office/drawing/2014/main" id="{DF16C75D-AFDF-F96C-20AB-C939FF305EE2}"/>
              </a:ext>
            </a:extLst>
          </p:cNvPr>
          <p:cNvSpPr txBox="1"/>
          <p:nvPr/>
        </p:nvSpPr>
        <p:spPr>
          <a:xfrm>
            <a:off x="2277462" y="4052607"/>
            <a:ext cx="1778147" cy="1328963"/>
          </a:xfrm>
          <a:custGeom>
            <a:avLst/>
            <a:gdLst>
              <a:gd name="connsiteX0" fmla="*/ 0 w 2512220"/>
              <a:gd name="connsiteY0" fmla="*/ 0 h 1594756"/>
              <a:gd name="connsiteX1" fmla="*/ 2512220 w 2512220"/>
              <a:gd name="connsiteY1" fmla="*/ 0 h 1594756"/>
              <a:gd name="connsiteX2" fmla="*/ 2512220 w 2512220"/>
              <a:gd name="connsiteY2" fmla="*/ 1594756 h 1594756"/>
              <a:gd name="connsiteX3" fmla="*/ 0 w 2512220"/>
              <a:gd name="connsiteY3" fmla="*/ 1594756 h 1594756"/>
              <a:gd name="connsiteX4" fmla="*/ 0 w 2512220"/>
              <a:gd name="connsiteY4" fmla="*/ 0 h 1594756"/>
              <a:gd name="connsiteX0" fmla="*/ 0 w 2514506"/>
              <a:gd name="connsiteY0" fmla="*/ 0 h 1594756"/>
              <a:gd name="connsiteX1" fmla="*/ 2512220 w 2514506"/>
              <a:gd name="connsiteY1" fmla="*/ 0 h 1594756"/>
              <a:gd name="connsiteX2" fmla="*/ 2514506 w 2514506"/>
              <a:gd name="connsiteY2" fmla="*/ 774700 h 1594756"/>
              <a:gd name="connsiteX3" fmla="*/ 2512220 w 2514506"/>
              <a:gd name="connsiteY3" fmla="*/ 1594756 h 1594756"/>
              <a:gd name="connsiteX4" fmla="*/ 0 w 2514506"/>
              <a:gd name="connsiteY4" fmla="*/ 1594756 h 1594756"/>
              <a:gd name="connsiteX5" fmla="*/ 0 w 2514506"/>
              <a:gd name="connsiteY5" fmla="*/ 0 h 1594756"/>
              <a:gd name="connsiteX0" fmla="*/ 2514506 w 2605946"/>
              <a:gd name="connsiteY0" fmla="*/ 774700 h 1594756"/>
              <a:gd name="connsiteX1" fmla="*/ 2512220 w 2605946"/>
              <a:gd name="connsiteY1" fmla="*/ 1594756 h 1594756"/>
              <a:gd name="connsiteX2" fmla="*/ 0 w 2605946"/>
              <a:gd name="connsiteY2" fmla="*/ 1594756 h 1594756"/>
              <a:gd name="connsiteX3" fmla="*/ 0 w 2605946"/>
              <a:gd name="connsiteY3" fmla="*/ 0 h 1594756"/>
              <a:gd name="connsiteX4" fmla="*/ 2512220 w 2605946"/>
              <a:gd name="connsiteY4" fmla="*/ 0 h 1594756"/>
              <a:gd name="connsiteX5" fmla="*/ 2605946 w 2605946"/>
              <a:gd name="connsiteY5" fmla="*/ 866140 h 1594756"/>
              <a:gd name="connsiteX0" fmla="*/ 2514506 w 2514506"/>
              <a:gd name="connsiteY0" fmla="*/ 774700 h 1594756"/>
              <a:gd name="connsiteX1" fmla="*/ 2512220 w 2514506"/>
              <a:gd name="connsiteY1" fmla="*/ 1594756 h 1594756"/>
              <a:gd name="connsiteX2" fmla="*/ 0 w 2514506"/>
              <a:gd name="connsiteY2" fmla="*/ 1594756 h 1594756"/>
              <a:gd name="connsiteX3" fmla="*/ 0 w 2514506"/>
              <a:gd name="connsiteY3" fmla="*/ 0 h 1594756"/>
              <a:gd name="connsiteX4" fmla="*/ 2512220 w 2514506"/>
              <a:gd name="connsiteY4" fmla="*/ 0 h 1594756"/>
              <a:gd name="connsiteX0" fmla="*/ 2512220 w 2512220"/>
              <a:gd name="connsiteY0" fmla="*/ 1594756 h 1594756"/>
              <a:gd name="connsiteX1" fmla="*/ 0 w 2512220"/>
              <a:gd name="connsiteY1" fmla="*/ 1594756 h 1594756"/>
              <a:gd name="connsiteX2" fmla="*/ 0 w 2512220"/>
              <a:gd name="connsiteY2" fmla="*/ 0 h 1594756"/>
              <a:gd name="connsiteX3" fmla="*/ 2512220 w 2512220"/>
              <a:gd name="connsiteY3" fmla="*/ 0 h 1594756"/>
            </a:gdLst>
            <a:ahLst/>
            <a:cxnLst>
              <a:cxn ang="0">
                <a:pos x="connsiteX0" y="connsiteY0"/>
              </a:cxn>
              <a:cxn ang="0">
                <a:pos x="connsiteX1" y="connsiteY1"/>
              </a:cxn>
              <a:cxn ang="0">
                <a:pos x="connsiteX2" y="connsiteY2"/>
              </a:cxn>
              <a:cxn ang="0">
                <a:pos x="connsiteX3" y="connsiteY3"/>
              </a:cxn>
            </a:cxnLst>
            <a:rect l="l" t="t" r="r" b="b"/>
            <a:pathLst>
              <a:path w="2512220" h="1594756">
                <a:moveTo>
                  <a:pt x="2512220" y="1594756"/>
                </a:moveTo>
                <a:lnTo>
                  <a:pt x="0" y="1594756"/>
                </a:lnTo>
                <a:lnTo>
                  <a:pt x="0" y="0"/>
                </a:lnTo>
                <a:lnTo>
                  <a:pt x="2512220" y="0"/>
                </a:lnTo>
              </a:path>
            </a:pathLst>
          </a:custGeom>
          <a:noFill/>
          <a:ln>
            <a:noFill/>
          </a:ln>
        </p:spPr>
        <p:txBody>
          <a:bodyPr wrap="square" rtlCol="0" anchor="t">
            <a:noAutofit/>
          </a:bodyPr>
          <a:lstStyle/>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MKE showcase project initiated </a:t>
            </a:r>
          </a:p>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Design &amp; virtual commissioning with E3D</a:t>
            </a:r>
          </a:p>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Fully automated line launched</a:t>
            </a:r>
          </a:p>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Footprint optimization</a:t>
            </a:r>
          </a:p>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MES integrated with controls</a:t>
            </a:r>
          </a:p>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70% labor reduction</a:t>
            </a:r>
          </a:p>
          <a:p>
            <a:pPr marL="95246" marR="0" lvl="0" indent="-95246" algn="l" defTabSz="761970" rtl="0" eaLnBrk="1" fontAlgn="auto" latinLnBrk="0" hangingPunct="1">
              <a:lnSpc>
                <a:spcPct val="85000"/>
              </a:lnSpc>
              <a:spcBef>
                <a:spcPts val="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4C4C4C"/>
              </a:solidFill>
              <a:effectLst/>
              <a:uLnTx/>
              <a:uFillTx/>
              <a:latin typeface="Barlow"/>
              <a:ea typeface="+mn-ea"/>
              <a:cs typeface="+mn-cs"/>
            </a:endParaRPr>
          </a:p>
        </p:txBody>
      </p:sp>
      <p:sp>
        <p:nvSpPr>
          <p:cNvPr id="7" name="TextBox 6">
            <a:extLst>
              <a:ext uri="{FF2B5EF4-FFF2-40B4-BE49-F238E27FC236}">
                <a16:creationId xmlns:a16="http://schemas.microsoft.com/office/drawing/2014/main" id="{60BB81A5-DE81-400E-3ECD-D413DE8804B0}"/>
              </a:ext>
            </a:extLst>
          </p:cNvPr>
          <p:cNvSpPr txBox="1"/>
          <p:nvPr/>
        </p:nvSpPr>
        <p:spPr>
          <a:xfrm>
            <a:off x="4564722" y="3497424"/>
            <a:ext cx="1559803" cy="1328963"/>
          </a:xfrm>
          <a:custGeom>
            <a:avLst/>
            <a:gdLst>
              <a:gd name="connsiteX0" fmla="*/ 0 w 2512220"/>
              <a:gd name="connsiteY0" fmla="*/ 0 h 1594756"/>
              <a:gd name="connsiteX1" fmla="*/ 2512220 w 2512220"/>
              <a:gd name="connsiteY1" fmla="*/ 0 h 1594756"/>
              <a:gd name="connsiteX2" fmla="*/ 2512220 w 2512220"/>
              <a:gd name="connsiteY2" fmla="*/ 1594756 h 1594756"/>
              <a:gd name="connsiteX3" fmla="*/ 0 w 2512220"/>
              <a:gd name="connsiteY3" fmla="*/ 1594756 h 1594756"/>
              <a:gd name="connsiteX4" fmla="*/ 0 w 2512220"/>
              <a:gd name="connsiteY4" fmla="*/ 0 h 1594756"/>
              <a:gd name="connsiteX0" fmla="*/ 0 w 2514506"/>
              <a:gd name="connsiteY0" fmla="*/ 0 h 1594756"/>
              <a:gd name="connsiteX1" fmla="*/ 2512220 w 2514506"/>
              <a:gd name="connsiteY1" fmla="*/ 0 h 1594756"/>
              <a:gd name="connsiteX2" fmla="*/ 2514506 w 2514506"/>
              <a:gd name="connsiteY2" fmla="*/ 774700 h 1594756"/>
              <a:gd name="connsiteX3" fmla="*/ 2512220 w 2514506"/>
              <a:gd name="connsiteY3" fmla="*/ 1594756 h 1594756"/>
              <a:gd name="connsiteX4" fmla="*/ 0 w 2514506"/>
              <a:gd name="connsiteY4" fmla="*/ 1594756 h 1594756"/>
              <a:gd name="connsiteX5" fmla="*/ 0 w 2514506"/>
              <a:gd name="connsiteY5" fmla="*/ 0 h 1594756"/>
              <a:gd name="connsiteX0" fmla="*/ 2514506 w 2605946"/>
              <a:gd name="connsiteY0" fmla="*/ 774700 h 1594756"/>
              <a:gd name="connsiteX1" fmla="*/ 2512220 w 2605946"/>
              <a:gd name="connsiteY1" fmla="*/ 1594756 h 1594756"/>
              <a:gd name="connsiteX2" fmla="*/ 0 w 2605946"/>
              <a:gd name="connsiteY2" fmla="*/ 1594756 h 1594756"/>
              <a:gd name="connsiteX3" fmla="*/ 0 w 2605946"/>
              <a:gd name="connsiteY3" fmla="*/ 0 h 1594756"/>
              <a:gd name="connsiteX4" fmla="*/ 2512220 w 2605946"/>
              <a:gd name="connsiteY4" fmla="*/ 0 h 1594756"/>
              <a:gd name="connsiteX5" fmla="*/ 2605946 w 2605946"/>
              <a:gd name="connsiteY5" fmla="*/ 866140 h 1594756"/>
              <a:gd name="connsiteX0" fmla="*/ 2514506 w 2514506"/>
              <a:gd name="connsiteY0" fmla="*/ 774700 h 1594756"/>
              <a:gd name="connsiteX1" fmla="*/ 2512220 w 2514506"/>
              <a:gd name="connsiteY1" fmla="*/ 1594756 h 1594756"/>
              <a:gd name="connsiteX2" fmla="*/ 0 w 2514506"/>
              <a:gd name="connsiteY2" fmla="*/ 1594756 h 1594756"/>
              <a:gd name="connsiteX3" fmla="*/ 0 w 2514506"/>
              <a:gd name="connsiteY3" fmla="*/ 0 h 1594756"/>
              <a:gd name="connsiteX4" fmla="*/ 2512220 w 2514506"/>
              <a:gd name="connsiteY4" fmla="*/ 0 h 1594756"/>
              <a:gd name="connsiteX0" fmla="*/ 2512220 w 2512220"/>
              <a:gd name="connsiteY0" fmla="*/ 1594756 h 1594756"/>
              <a:gd name="connsiteX1" fmla="*/ 0 w 2512220"/>
              <a:gd name="connsiteY1" fmla="*/ 1594756 h 1594756"/>
              <a:gd name="connsiteX2" fmla="*/ 0 w 2512220"/>
              <a:gd name="connsiteY2" fmla="*/ 0 h 1594756"/>
              <a:gd name="connsiteX3" fmla="*/ 2512220 w 2512220"/>
              <a:gd name="connsiteY3" fmla="*/ 0 h 1594756"/>
            </a:gdLst>
            <a:ahLst/>
            <a:cxnLst>
              <a:cxn ang="0">
                <a:pos x="connsiteX0" y="connsiteY0"/>
              </a:cxn>
              <a:cxn ang="0">
                <a:pos x="connsiteX1" y="connsiteY1"/>
              </a:cxn>
              <a:cxn ang="0">
                <a:pos x="connsiteX2" y="connsiteY2"/>
              </a:cxn>
              <a:cxn ang="0">
                <a:pos x="connsiteX3" y="connsiteY3"/>
              </a:cxn>
            </a:cxnLst>
            <a:rect l="l" t="t" r="r" b="b"/>
            <a:pathLst>
              <a:path w="2512220" h="1594756">
                <a:moveTo>
                  <a:pt x="2512220" y="1594756"/>
                </a:moveTo>
                <a:lnTo>
                  <a:pt x="0" y="1594756"/>
                </a:lnTo>
                <a:lnTo>
                  <a:pt x="0" y="0"/>
                </a:lnTo>
                <a:lnTo>
                  <a:pt x="2512220" y="0"/>
                </a:lnTo>
              </a:path>
            </a:pathLst>
          </a:custGeom>
          <a:noFill/>
          <a:ln>
            <a:noFill/>
          </a:ln>
        </p:spPr>
        <p:txBody>
          <a:bodyPr wrap="square" rtlCol="0" anchor="t">
            <a:noAutofit/>
          </a:bodyPr>
          <a:lstStyle/>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Smart objects</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FT Edge Gateway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err="1">
                <a:ln>
                  <a:noFill/>
                </a:ln>
                <a:solidFill>
                  <a:srgbClr val="4C4C4C"/>
                </a:solidFill>
                <a:effectLst/>
                <a:uLnTx/>
                <a:uFillTx/>
                <a:latin typeface="Barlow"/>
                <a:ea typeface="+mn-ea"/>
                <a:cs typeface="+mn-cs"/>
              </a:rPr>
              <a:t>ThingWorx</a:t>
            </a:r>
            <a:r>
              <a:rPr kumimoji="0" lang="en-US" sz="1200" b="0" i="0" u="none" strike="noStrike" kern="0" cap="none" spc="0" normalizeH="0" baseline="0" noProof="0">
                <a:ln>
                  <a:noFill/>
                </a:ln>
                <a:solidFill>
                  <a:srgbClr val="4C4C4C"/>
                </a:solidFill>
                <a:effectLst/>
                <a:uLnTx/>
                <a:uFillTx/>
                <a:latin typeface="Barlow"/>
                <a:ea typeface="+mn-ea"/>
                <a:cs typeface="+mn-cs"/>
              </a:rPr>
              <a:t>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FT View Heat Map</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Preventive maintenance &amp; spare parts management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err="1">
                <a:ln>
                  <a:noFill/>
                </a:ln>
                <a:solidFill>
                  <a:srgbClr val="4C4C4C"/>
                </a:solidFill>
                <a:effectLst/>
                <a:uLnTx/>
                <a:uFillTx/>
                <a:latin typeface="Barlow"/>
                <a:ea typeface="+mn-ea"/>
                <a:cs typeface="+mn-cs"/>
              </a:rPr>
              <a:t>Fiix</a:t>
            </a:r>
            <a:r>
              <a:rPr kumimoji="0" lang="en-US" sz="1200" b="0" i="0" u="none" strike="noStrike" kern="0" cap="none" spc="0" normalizeH="0" baseline="0" noProof="0">
                <a:ln>
                  <a:noFill/>
                </a:ln>
                <a:solidFill>
                  <a:srgbClr val="4C4C4C"/>
                </a:solidFill>
                <a:effectLst/>
                <a:uLnTx/>
                <a:uFillTx/>
                <a:latin typeface="Barlow"/>
                <a:ea typeface="+mn-ea"/>
                <a:cs typeface="+mn-cs"/>
              </a:rPr>
              <a:t> CMMS deployed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4C4C4C"/>
              </a:solidFill>
              <a:effectLst/>
              <a:uLnTx/>
              <a:uFillTx/>
              <a:latin typeface="Barlow"/>
              <a:ea typeface="+mn-ea"/>
              <a:cs typeface="+mn-cs"/>
            </a:endParaRPr>
          </a:p>
        </p:txBody>
      </p:sp>
      <p:sp>
        <p:nvSpPr>
          <p:cNvPr id="47" name="TextBox 46">
            <a:extLst>
              <a:ext uri="{FF2B5EF4-FFF2-40B4-BE49-F238E27FC236}">
                <a16:creationId xmlns:a16="http://schemas.microsoft.com/office/drawing/2014/main" id="{7B2F8125-F143-C9A6-E429-17F6B7D1DB04}"/>
              </a:ext>
            </a:extLst>
          </p:cNvPr>
          <p:cNvSpPr txBox="1"/>
          <p:nvPr/>
        </p:nvSpPr>
        <p:spPr>
          <a:xfrm>
            <a:off x="6666248" y="3008028"/>
            <a:ext cx="1408141" cy="1328963"/>
          </a:xfrm>
          <a:custGeom>
            <a:avLst/>
            <a:gdLst>
              <a:gd name="connsiteX0" fmla="*/ 0 w 2512220"/>
              <a:gd name="connsiteY0" fmla="*/ 0 h 1594756"/>
              <a:gd name="connsiteX1" fmla="*/ 2512220 w 2512220"/>
              <a:gd name="connsiteY1" fmla="*/ 0 h 1594756"/>
              <a:gd name="connsiteX2" fmla="*/ 2512220 w 2512220"/>
              <a:gd name="connsiteY2" fmla="*/ 1594756 h 1594756"/>
              <a:gd name="connsiteX3" fmla="*/ 0 w 2512220"/>
              <a:gd name="connsiteY3" fmla="*/ 1594756 h 1594756"/>
              <a:gd name="connsiteX4" fmla="*/ 0 w 2512220"/>
              <a:gd name="connsiteY4" fmla="*/ 0 h 1594756"/>
              <a:gd name="connsiteX0" fmla="*/ 0 w 2514506"/>
              <a:gd name="connsiteY0" fmla="*/ 0 h 1594756"/>
              <a:gd name="connsiteX1" fmla="*/ 2512220 w 2514506"/>
              <a:gd name="connsiteY1" fmla="*/ 0 h 1594756"/>
              <a:gd name="connsiteX2" fmla="*/ 2514506 w 2514506"/>
              <a:gd name="connsiteY2" fmla="*/ 774700 h 1594756"/>
              <a:gd name="connsiteX3" fmla="*/ 2512220 w 2514506"/>
              <a:gd name="connsiteY3" fmla="*/ 1594756 h 1594756"/>
              <a:gd name="connsiteX4" fmla="*/ 0 w 2514506"/>
              <a:gd name="connsiteY4" fmla="*/ 1594756 h 1594756"/>
              <a:gd name="connsiteX5" fmla="*/ 0 w 2514506"/>
              <a:gd name="connsiteY5" fmla="*/ 0 h 1594756"/>
              <a:gd name="connsiteX0" fmla="*/ 2514506 w 2605946"/>
              <a:gd name="connsiteY0" fmla="*/ 774700 h 1594756"/>
              <a:gd name="connsiteX1" fmla="*/ 2512220 w 2605946"/>
              <a:gd name="connsiteY1" fmla="*/ 1594756 h 1594756"/>
              <a:gd name="connsiteX2" fmla="*/ 0 w 2605946"/>
              <a:gd name="connsiteY2" fmla="*/ 1594756 h 1594756"/>
              <a:gd name="connsiteX3" fmla="*/ 0 w 2605946"/>
              <a:gd name="connsiteY3" fmla="*/ 0 h 1594756"/>
              <a:gd name="connsiteX4" fmla="*/ 2512220 w 2605946"/>
              <a:gd name="connsiteY4" fmla="*/ 0 h 1594756"/>
              <a:gd name="connsiteX5" fmla="*/ 2605946 w 2605946"/>
              <a:gd name="connsiteY5" fmla="*/ 866140 h 1594756"/>
              <a:gd name="connsiteX0" fmla="*/ 2514506 w 2514506"/>
              <a:gd name="connsiteY0" fmla="*/ 774700 h 1594756"/>
              <a:gd name="connsiteX1" fmla="*/ 2512220 w 2514506"/>
              <a:gd name="connsiteY1" fmla="*/ 1594756 h 1594756"/>
              <a:gd name="connsiteX2" fmla="*/ 0 w 2514506"/>
              <a:gd name="connsiteY2" fmla="*/ 1594756 h 1594756"/>
              <a:gd name="connsiteX3" fmla="*/ 0 w 2514506"/>
              <a:gd name="connsiteY3" fmla="*/ 0 h 1594756"/>
              <a:gd name="connsiteX4" fmla="*/ 2512220 w 2514506"/>
              <a:gd name="connsiteY4" fmla="*/ 0 h 1594756"/>
              <a:gd name="connsiteX0" fmla="*/ 2512220 w 2512220"/>
              <a:gd name="connsiteY0" fmla="*/ 1594756 h 1594756"/>
              <a:gd name="connsiteX1" fmla="*/ 0 w 2512220"/>
              <a:gd name="connsiteY1" fmla="*/ 1594756 h 1594756"/>
              <a:gd name="connsiteX2" fmla="*/ 0 w 2512220"/>
              <a:gd name="connsiteY2" fmla="*/ 0 h 1594756"/>
              <a:gd name="connsiteX3" fmla="*/ 2512220 w 2512220"/>
              <a:gd name="connsiteY3" fmla="*/ 0 h 1594756"/>
            </a:gdLst>
            <a:ahLst/>
            <a:cxnLst>
              <a:cxn ang="0">
                <a:pos x="connsiteX0" y="connsiteY0"/>
              </a:cxn>
              <a:cxn ang="0">
                <a:pos x="connsiteX1" y="connsiteY1"/>
              </a:cxn>
              <a:cxn ang="0">
                <a:pos x="connsiteX2" y="connsiteY2"/>
              </a:cxn>
              <a:cxn ang="0">
                <a:pos x="connsiteX3" y="connsiteY3"/>
              </a:cxn>
            </a:cxnLst>
            <a:rect l="l" t="t" r="r" b="b"/>
            <a:pathLst>
              <a:path w="2512220" h="1594756">
                <a:moveTo>
                  <a:pt x="2512220" y="1594756"/>
                </a:moveTo>
                <a:lnTo>
                  <a:pt x="0" y="1594756"/>
                </a:lnTo>
                <a:lnTo>
                  <a:pt x="0" y="0"/>
                </a:lnTo>
                <a:lnTo>
                  <a:pt x="2512220" y="0"/>
                </a:lnTo>
              </a:path>
            </a:pathLst>
          </a:custGeom>
          <a:noFill/>
          <a:ln>
            <a:noFill/>
          </a:ln>
        </p:spPr>
        <p:txBody>
          <a:bodyPr wrap="square" rtlCol="0" anchor="t">
            <a:noAutofit/>
          </a:bodyPr>
          <a:lstStyle/>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OEE Monitoring </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Enhanced smart objects</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Detailed fault/OEE reporting</a:t>
            </a:r>
          </a:p>
          <a:p>
            <a:pPr marL="95246" marR="0" lvl="0" indent="-95246" algn="l" defTabSz="761970" rtl="0" eaLnBrk="1" fontAlgn="auto" latinLnBrk="0" hangingPunct="1">
              <a:lnSpc>
                <a:spcPct val="85000"/>
              </a:lnSpc>
              <a:spcBef>
                <a:spcPts val="400"/>
              </a:spcBef>
              <a:spcAft>
                <a:spcPts val="6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4C4C4C"/>
                </a:solidFill>
                <a:effectLst/>
                <a:uLnTx/>
                <a:uFillTx/>
                <a:latin typeface="Barlow"/>
                <a:ea typeface="+mn-ea"/>
                <a:cs typeface="+mn-cs"/>
              </a:rPr>
              <a:t>Improvement actions driven by insights</a:t>
            </a:r>
          </a:p>
        </p:txBody>
      </p:sp>
      <p:sp>
        <p:nvSpPr>
          <p:cNvPr id="86" name="Freeform 85">
            <a:extLst>
              <a:ext uri="{FF2B5EF4-FFF2-40B4-BE49-F238E27FC236}">
                <a16:creationId xmlns:a16="http://schemas.microsoft.com/office/drawing/2014/main" id="{60730BE4-0627-D8D8-C082-46A4EDBABC1A}"/>
              </a:ext>
            </a:extLst>
          </p:cNvPr>
          <p:cNvSpPr/>
          <p:nvPr/>
        </p:nvSpPr>
        <p:spPr>
          <a:xfrm>
            <a:off x="411755" y="1793389"/>
            <a:ext cx="11389899" cy="2562942"/>
          </a:xfrm>
          <a:custGeom>
            <a:avLst/>
            <a:gdLst>
              <a:gd name="connsiteX0" fmla="*/ 0 w 11643360"/>
              <a:gd name="connsiteY0" fmla="*/ 2575560 h 2575560"/>
              <a:gd name="connsiteX1" fmla="*/ 1112520 w 11643360"/>
              <a:gd name="connsiteY1" fmla="*/ 2575560 h 2575560"/>
              <a:gd name="connsiteX2" fmla="*/ 1432560 w 11643360"/>
              <a:gd name="connsiteY2" fmla="*/ 2255520 h 2575560"/>
              <a:gd name="connsiteX3" fmla="*/ 1584960 w 11643360"/>
              <a:gd name="connsiteY3" fmla="*/ 2255520 h 2575560"/>
              <a:gd name="connsiteX4" fmla="*/ 2545080 w 11643360"/>
              <a:gd name="connsiteY4" fmla="*/ 2255520 h 2575560"/>
              <a:gd name="connsiteX5" fmla="*/ 2941320 w 11643360"/>
              <a:gd name="connsiteY5" fmla="*/ 1859280 h 2575560"/>
              <a:gd name="connsiteX6" fmla="*/ 4008120 w 11643360"/>
              <a:gd name="connsiteY6" fmla="*/ 1859280 h 2575560"/>
              <a:gd name="connsiteX7" fmla="*/ 4404360 w 11643360"/>
              <a:gd name="connsiteY7" fmla="*/ 1463040 h 2575560"/>
              <a:gd name="connsiteX8" fmla="*/ 5455920 w 11643360"/>
              <a:gd name="connsiteY8" fmla="*/ 1463040 h 2575560"/>
              <a:gd name="connsiteX9" fmla="*/ 5821680 w 11643360"/>
              <a:gd name="connsiteY9" fmla="*/ 1097280 h 2575560"/>
              <a:gd name="connsiteX10" fmla="*/ 6918960 w 11643360"/>
              <a:gd name="connsiteY10" fmla="*/ 1097280 h 2575560"/>
              <a:gd name="connsiteX11" fmla="*/ 7284720 w 11643360"/>
              <a:gd name="connsiteY11" fmla="*/ 731520 h 2575560"/>
              <a:gd name="connsiteX12" fmla="*/ 8366760 w 11643360"/>
              <a:gd name="connsiteY12" fmla="*/ 731520 h 2575560"/>
              <a:gd name="connsiteX13" fmla="*/ 8702040 w 11643360"/>
              <a:gd name="connsiteY13" fmla="*/ 396240 h 2575560"/>
              <a:gd name="connsiteX14" fmla="*/ 8854440 w 11643360"/>
              <a:gd name="connsiteY14" fmla="*/ 396240 h 2575560"/>
              <a:gd name="connsiteX15" fmla="*/ 9890760 w 11643360"/>
              <a:gd name="connsiteY15" fmla="*/ 396240 h 2575560"/>
              <a:gd name="connsiteX16" fmla="*/ 10287000 w 11643360"/>
              <a:gd name="connsiteY16" fmla="*/ 0 h 2575560"/>
              <a:gd name="connsiteX17" fmla="*/ 10546080 w 11643360"/>
              <a:gd name="connsiteY17" fmla="*/ 0 h 2575560"/>
              <a:gd name="connsiteX18" fmla="*/ 11643360 w 11643360"/>
              <a:gd name="connsiteY18" fmla="*/ 0 h 2575560"/>
              <a:gd name="connsiteX0" fmla="*/ 0 w 11643360"/>
              <a:gd name="connsiteY0" fmla="*/ 2575560 h 2575560"/>
              <a:gd name="connsiteX1" fmla="*/ 1112520 w 11643360"/>
              <a:gd name="connsiteY1" fmla="*/ 2575560 h 2575560"/>
              <a:gd name="connsiteX2" fmla="*/ 1432560 w 11643360"/>
              <a:gd name="connsiteY2" fmla="*/ 2255520 h 2575560"/>
              <a:gd name="connsiteX3" fmla="*/ 1584960 w 11643360"/>
              <a:gd name="connsiteY3" fmla="*/ 2255520 h 2575560"/>
              <a:gd name="connsiteX4" fmla="*/ 2941320 w 11643360"/>
              <a:gd name="connsiteY4" fmla="*/ 1859280 h 2575560"/>
              <a:gd name="connsiteX5" fmla="*/ 4008120 w 11643360"/>
              <a:gd name="connsiteY5" fmla="*/ 1859280 h 2575560"/>
              <a:gd name="connsiteX6" fmla="*/ 4404360 w 11643360"/>
              <a:gd name="connsiteY6" fmla="*/ 1463040 h 2575560"/>
              <a:gd name="connsiteX7" fmla="*/ 5455920 w 11643360"/>
              <a:gd name="connsiteY7" fmla="*/ 1463040 h 2575560"/>
              <a:gd name="connsiteX8" fmla="*/ 5821680 w 11643360"/>
              <a:gd name="connsiteY8" fmla="*/ 1097280 h 2575560"/>
              <a:gd name="connsiteX9" fmla="*/ 6918960 w 11643360"/>
              <a:gd name="connsiteY9" fmla="*/ 1097280 h 2575560"/>
              <a:gd name="connsiteX10" fmla="*/ 7284720 w 11643360"/>
              <a:gd name="connsiteY10" fmla="*/ 731520 h 2575560"/>
              <a:gd name="connsiteX11" fmla="*/ 8366760 w 11643360"/>
              <a:gd name="connsiteY11" fmla="*/ 731520 h 2575560"/>
              <a:gd name="connsiteX12" fmla="*/ 8702040 w 11643360"/>
              <a:gd name="connsiteY12" fmla="*/ 396240 h 2575560"/>
              <a:gd name="connsiteX13" fmla="*/ 8854440 w 11643360"/>
              <a:gd name="connsiteY13" fmla="*/ 396240 h 2575560"/>
              <a:gd name="connsiteX14" fmla="*/ 9890760 w 11643360"/>
              <a:gd name="connsiteY14" fmla="*/ 396240 h 2575560"/>
              <a:gd name="connsiteX15" fmla="*/ 10287000 w 11643360"/>
              <a:gd name="connsiteY15" fmla="*/ 0 h 2575560"/>
              <a:gd name="connsiteX16" fmla="*/ 10546080 w 11643360"/>
              <a:gd name="connsiteY16" fmla="*/ 0 h 2575560"/>
              <a:gd name="connsiteX17" fmla="*/ 11643360 w 11643360"/>
              <a:gd name="connsiteY17" fmla="*/ 0 h 2575560"/>
              <a:gd name="connsiteX0" fmla="*/ 0 w 11643360"/>
              <a:gd name="connsiteY0" fmla="*/ 2575560 h 2575560"/>
              <a:gd name="connsiteX1" fmla="*/ 1112520 w 11643360"/>
              <a:gd name="connsiteY1" fmla="*/ 2575560 h 2575560"/>
              <a:gd name="connsiteX2" fmla="*/ 1432560 w 11643360"/>
              <a:gd name="connsiteY2" fmla="*/ 2255520 h 2575560"/>
              <a:gd name="connsiteX3" fmla="*/ 2941320 w 11643360"/>
              <a:gd name="connsiteY3" fmla="*/ 1859280 h 2575560"/>
              <a:gd name="connsiteX4" fmla="*/ 4008120 w 11643360"/>
              <a:gd name="connsiteY4" fmla="*/ 1859280 h 2575560"/>
              <a:gd name="connsiteX5" fmla="*/ 4404360 w 11643360"/>
              <a:gd name="connsiteY5" fmla="*/ 1463040 h 2575560"/>
              <a:gd name="connsiteX6" fmla="*/ 5455920 w 11643360"/>
              <a:gd name="connsiteY6" fmla="*/ 1463040 h 2575560"/>
              <a:gd name="connsiteX7" fmla="*/ 5821680 w 11643360"/>
              <a:gd name="connsiteY7" fmla="*/ 1097280 h 2575560"/>
              <a:gd name="connsiteX8" fmla="*/ 6918960 w 11643360"/>
              <a:gd name="connsiteY8" fmla="*/ 1097280 h 2575560"/>
              <a:gd name="connsiteX9" fmla="*/ 7284720 w 11643360"/>
              <a:gd name="connsiteY9" fmla="*/ 731520 h 2575560"/>
              <a:gd name="connsiteX10" fmla="*/ 8366760 w 11643360"/>
              <a:gd name="connsiteY10" fmla="*/ 731520 h 2575560"/>
              <a:gd name="connsiteX11" fmla="*/ 8702040 w 11643360"/>
              <a:gd name="connsiteY11" fmla="*/ 396240 h 2575560"/>
              <a:gd name="connsiteX12" fmla="*/ 8854440 w 11643360"/>
              <a:gd name="connsiteY12" fmla="*/ 396240 h 2575560"/>
              <a:gd name="connsiteX13" fmla="*/ 9890760 w 11643360"/>
              <a:gd name="connsiteY13" fmla="*/ 396240 h 2575560"/>
              <a:gd name="connsiteX14" fmla="*/ 10287000 w 11643360"/>
              <a:gd name="connsiteY14" fmla="*/ 0 h 2575560"/>
              <a:gd name="connsiteX15" fmla="*/ 10546080 w 11643360"/>
              <a:gd name="connsiteY15" fmla="*/ 0 h 2575560"/>
              <a:gd name="connsiteX16" fmla="*/ 11643360 w 11643360"/>
              <a:gd name="connsiteY16" fmla="*/ 0 h 2575560"/>
              <a:gd name="connsiteX0" fmla="*/ 0 w 11643360"/>
              <a:gd name="connsiteY0" fmla="*/ 2575560 h 2575560"/>
              <a:gd name="connsiteX1" fmla="*/ 1112520 w 11643360"/>
              <a:gd name="connsiteY1" fmla="*/ 2575560 h 2575560"/>
              <a:gd name="connsiteX2" fmla="*/ 1730943 w 11643360"/>
              <a:gd name="connsiteY2" fmla="*/ 1899385 h 2575560"/>
              <a:gd name="connsiteX3" fmla="*/ 2941320 w 11643360"/>
              <a:gd name="connsiteY3" fmla="*/ 1859280 h 2575560"/>
              <a:gd name="connsiteX4" fmla="*/ 4008120 w 11643360"/>
              <a:gd name="connsiteY4" fmla="*/ 1859280 h 2575560"/>
              <a:gd name="connsiteX5" fmla="*/ 4404360 w 11643360"/>
              <a:gd name="connsiteY5" fmla="*/ 1463040 h 2575560"/>
              <a:gd name="connsiteX6" fmla="*/ 5455920 w 11643360"/>
              <a:gd name="connsiteY6" fmla="*/ 1463040 h 2575560"/>
              <a:gd name="connsiteX7" fmla="*/ 5821680 w 11643360"/>
              <a:gd name="connsiteY7" fmla="*/ 1097280 h 2575560"/>
              <a:gd name="connsiteX8" fmla="*/ 6918960 w 11643360"/>
              <a:gd name="connsiteY8" fmla="*/ 1097280 h 2575560"/>
              <a:gd name="connsiteX9" fmla="*/ 7284720 w 11643360"/>
              <a:gd name="connsiteY9" fmla="*/ 731520 h 2575560"/>
              <a:gd name="connsiteX10" fmla="*/ 8366760 w 11643360"/>
              <a:gd name="connsiteY10" fmla="*/ 731520 h 2575560"/>
              <a:gd name="connsiteX11" fmla="*/ 8702040 w 11643360"/>
              <a:gd name="connsiteY11" fmla="*/ 396240 h 2575560"/>
              <a:gd name="connsiteX12" fmla="*/ 8854440 w 11643360"/>
              <a:gd name="connsiteY12" fmla="*/ 396240 h 2575560"/>
              <a:gd name="connsiteX13" fmla="*/ 9890760 w 11643360"/>
              <a:gd name="connsiteY13" fmla="*/ 396240 h 2575560"/>
              <a:gd name="connsiteX14" fmla="*/ 10287000 w 11643360"/>
              <a:gd name="connsiteY14" fmla="*/ 0 h 2575560"/>
              <a:gd name="connsiteX15" fmla="*/ 10546080 w 11643360"/>
              <a:gd name="connsiteY15" fmla="*/ 0 h 2575560"/>
              <a:gd name="connsiteX16" fmla="*/ 11643360 w 11643360"/>
              <a:gd name="connsiteY16" fmla="*/ 0 h 2575560"/>
              <a:gd name="connsiteX0" fmla="*/ 0 w 11643360"/>
              <a:gd name="connsiteY0" fmla="*/ 2575560 h 2575560"/>
              <a:gd name="connsiteX1" fmla="*/ 1112520 w 11643360"/>
              <a:gd name="connsiteY1" fmla="*/ 2575560 h 2575560"/>
              <a:gd name="connsiteX2" fmla="*/ 1759818 w 11643360"/>
              <a:gd name="connsiteY2" fmla="*/ 1841634 h 2575560"/>
              <a:gd name="connsiteX3" fmla="*/ 2941320 w 11643360"/>
              <a:gd name="connsiteY3" fmla="*/ 1859280 h 2575560"/>
              <a:gd name="connsiteX4" fmla="*/ 4008120 w 11643360"/>
              <a:gd name="connsiteY4" fmla="*/ 1859280 h 2575560"/>
              <a:gd name="connsiteX5" fmla="*/ 4404360 w 11643360"/>
              <a:gd name="connsiteY5" fmla="*/ 1463040 h 2575560"/>
              <a:gd name="connsiteX6" fmla="*/ 5455920 w 11643360"/>
              <a:gd name="connsiteY6" fmla="*/ 1463040 h 2575560"/>
              <a:gd name="connsiteX7" fmla="*/ 5821680 w 11643360"/>
              <a:gd name="connsiteY7" fmla="*/ 1097280 h 2575560"/>
              <a:gd name="connsiteX8" fmla="*/ 6918960 w 11643360"/>
              <a:gd name="connsiteY8" fmla="*/ 1097280 h 2575560"/>
              <a:gd name="connsiteX9" fmla="*/ 7284720 w 11643360"/>
              <a:gd name="connsiteY9" fmla="*/ 731520 h 2575560"/>
              <a:gd name="connsiteX10" fmla="*/ 8366760 w 11643360"/>
              <a:gd name="connsiteY10" fmla="*/ 731520 h 2575560"/>
              <a:gd name="connsiteX11" fmla="*/ 8702040 w 11643360"/>
              <a:gd name="connsiteY11" fmla="*/ 396240 h 2575560"/>
              <a:gd name="connsiteX12" fmla="*/ 8854440 w 11643360"/>
              <a:gd name="connsiteY12" fmla="*/ 396240 h 2575560"/>
              <a:gd name="connsiteX13" fmla="*/ 9890760 w 11643360"/>
              <a:gd name="connsiteY13" fmla="*/ 396240 h 2575560"/>
              <a:gd name="connsiteX14" fmla="*/ 10287000 w 11643360"/>
              <a:gd name="connsiteY14" fmla="*/ 0 h 2575560"/>
              <a:gd name="connsiteX15" fmla="*/ 10546080 w 11643360"/>
              <a:gd name="connsiteY15" fmla="*/ 0 h 2575560"/>
              <a:gd name="connsiteX16" fmla="*/ 11643360 w 11643360"/>
              <a:gd name="connsiteY16"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2941320 w 11643360"/>
              <a:gd name="connsiteY3" fmla="*/ 1859280 h 2575560"/>
              <a:gd name="connsiteX4" fmla="*/ 4008120 w 11643360"/>
              <a:gd name="connsiteY4" fmla="*/ 1859280 h 2575560"/>
              <a:gd name="connsiteX5" fmla="*/ 4404360 w 11643360"/>
              <a:gd name="connsiteY5" fmla="*/ 1463040 h 2575560"/>
              <a:gd name="connsiteX6" fmla="*/ 5455920 w 11643360"/>
              <a:gd name="connsiteY6" fmla="*/ 1463040 h 2575560"/>
              <a:gd name="connsiteX7" fmla="*/ 5821680 w 11643360"/>
              <a:gd name="connsiteY7" fmla="*/ 1097280 h 2575560"/>
              <a:gd name="connsiteX8" fmla="*/ 6918960 w 11643360"/>
              <a:gd name="connsiteY8" fmla="*/ 1097280 h 2575560"/>
              <a:gd name="connsiteX9" fmla="*/ 7284720 w 11643360"/>
              <a:gd name="connsiteY9" fmla="*/ 731520 h 2575560"/>
              <a:gd name="connsiteX10" fmla="*/ 8366760 w 11643360"/>
              <a:gd name="connsiteY10" fmla="*/ 731520 h 2575560"/>
              <a:gd name="connsiteX11" fmla="*/ 8702040 w 11643360"/>
              <a:gd name="connsiteY11" fmla="*/ 396240 h 2575560"/>
              <a:gd name="connsiteX12" fmla="*/ 8854440 w 11643360"/>
              <a:gd name="connsiteY12" fmla="*/ 396240 h 2575560"/>
              <a:gd name="connsiteX13" fmla="*/ 9890760 w 11643360"/>
              <a:gd name="connsiteY13" fmla="*/ 396240 h 2575560"/>
              <a:gd name="connsiteX14" fmla="*/ 10287000 w 11643360"/>
              <a:gd name="connsiteY14" fmla="*/ 0 h 2575560"/>
              <a:gd name="connsiteX15" fmla="*/ 10546080 w 11643360"/>
              <a:gd name="connsiteY15" fmla="*/ 0 h 2575560"/>
              <a:gd name="connsiteX16" fmla="*/ 11643360 w 11643360"/>
              <a:gd name="connsiteY16"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4008120 w 11643360"/>
              <a:gd name="connsiteY3" fmla="*/ 1859280 h 2575560"/>
              <a:gd name="connsiteX4" fmla="*/ 4404360 w 11643360"/>
              <a:gd name="connsiteY4" fmla="*/ 1463040 h 2575560"/>
              <a:gd name="connsiteX5" fmla="*/ 5455920 w 11643360"/>
              <a:gd name="connsiteY5" fmla="*/ 1463040 h 2575560"/>
              <a:gd name="connsiteX6" fmla="*/ 5821680 w 11643360"/>
              <a:gd name="connsiteY6" fmla="*/ 1097280 h 2575560"/>
              <a:gd name="connsiteX7" fmla="*/ 6918960 w 11643360"/>
              <a:gd name="connsiteY7" fmla="*/ 1097280 h 2575560"/>
              <a:gd name="connsiteX8" fmla="*/ 7284720 w 11643360"/>
              <a:gd name="connsiteY8" fmla="*/ 731520 h 2575560"/>
              <a:gd name="connsiteX9" fmla="*/ 8366760 w 11643360"/>
              <a:gd name="connsiteY9" fmla="*/ 731520 h 2575560"/>
              <a:gd name="connsiteX10" fmla="*/ 8702040 w 11643360"/>
              <a:gd name="connsiteY10" fmla="*/ 396240 h 2575560"/>
              <a:gd name="connsiteX11" fmla="*/ 8854440 w 11643360"/>
              <a:gd name="connsiteY11" fmla="*/ 396240 h 2575560"/>
              <a:gd name="connsiteX12" fmla="*/ 9890760 w 11643360"/>
              <a:gd name="connsiteY12" fmla="*/ 396240 h 2575560"/>
              <a:gd name="connsiteX13" fmla="*/ 10287000 w 11643360"/>
              <a:gd name="connsiteY13" fmla="*/ 0 h 2575560"/>
              <a:gd name="connsiteX14" fmla="*/ 10546080 w 11643360"/>
              <a:gd name="connsiteY14" fmla="*/ 0 h 2575560"/>
              <a:gd name="connsiteX15" fmla="*/ 11643360 w 11643360"/>
              <a:gd name="connsiteY15"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4008120 w 11643360"/>
              <a:gd name="connsiteY3" fmla="*/ 1859280 h 2575560"/>
              <a:gd name="connsiteX4" fmla="*/ 4404360 w 11643360"/>
              <a:gd name="connsiteY4" fmla="*/ 1463040 h 2575560"/>
              <a:gd name="connsiteX5" fmla="*/ 5821680 w 11643360"/>
              <a:gd name="connsiteY5" fmla="*/ 1097280 h 2575560"/>
              <a:gd name="connsiteX6" fmla="*/ 6918960 w 11643360"/>
              <a:gd name="connsiteY6" fmla="*/ 1097280 h 2575560"/>
              <a:gd name="connsiteX7" fmla="*/ 7284720 w 11643360"/>
              <a:gd name="connsiteY7" fmla="*/ 731520 h 2575560"/>
              <a:gd name="connsiteX8" fmla="*/ 8366760 w 11643360"/>
              <a:gd name="connsiteY8" fmla="*/ 731520 h 2575560"/>
              <a:gd name="connsiteX9" fmla="*/ 8702040 w 11643360"/>
              <a:gd name="connsiteY9" fmla="*/ 396240 h 2575560"/>
              <a:gd name="connsiteX10" fmla="*/ 8854440 w 11643360"/>
              <a:gd name="connsiteY10" fmla="*/ 396240 h 2575560"/>
              <a:gd name="connsiteX11" fmla="*/ 9890760 w 11643360"/>
              <a:gd name="connsiteY11" fmla="*/ 396240 h 2575560"/>
              <a:gd name="connsiteX12" fmla="*/ 10287000 w 11643360"/>
              <a:gd name="connsiteY12" fmla="*/ 0 h 2575560"/>
              <a:gd name="connsiteX13" fmla="*/ 10546080 w 11643360"/>
              <a:gd name="connsiteY13" fmla="*/ 0 h 2575560"/>
              <a:gd name="connsiteX14" fmla="*/ 11643360 w 11643360"/>
              <a:gd name="connsiteY14"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4008120 w 11643360"/>
              <a:gd name="connsiteY3" fmla="*/ 1859280 h 2575560"/>
              <a:gd name="connsiteX4" fmla="*/ 4404360 w 11643360"/>
              <a:gd name="connsiteY4" fmla="*/ 1463040 h 2575560"/>
              <a:gd name="connsiteX5" fmla="*/ 6918960 w 11643360"/>
              <a:gd name="connsiteY5" fmla="*/ 1097280 h 2575560"/>
              <a:gd name="connsiteX6" fmla="*/ 7284720 w 11643360"/>
              <a:gd name="connsiteY6" fmla="*/ 731520 h 2575560"/>
              <a:gd name="connsiteX7" fmla="*/ 8366760 w 11643360"/>
              <a:gd name="connsiteY7" fmla="*/ 731520 h 2575560"/>
              <a:gd name="connsiteX8" fmla="*/ 8702040 w 11643360"/>
              <a:gd name="connsiteY8" fmla="*/ 396240 h 2575560"/>
              <a:gd name="connsiteX9" fmla="*/ 8854440 w 11643360"/>
              <a:gd name="connsiteY9" fmla="*/ 396240 h 2575560"/>
              <a:gd name="connsiteX10" fmla="*/ 9890760 w 11643360"/>
              <a:gd name="connsiteY10" fmla="*/ 396240 h 2575560"/>
              <a:gd name="connsiteX11" fmla="*/ 10287000 w 11643360"/>
              <a:gd name="connsiteY11" fmla="*/ 0 h 2575560"/>
              <a:gd name="connsiteX12" fmla="*/ 10546080 w 11643360"/>
              <a:gd name="connsiteY12" fmla="*/ 0 h 2575560"/>
              <a:gd name="connsiteX13" fmla="*/ 11643360 w 11643360"/>
              <a:gd name="connsiteY13"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4008120 w 11643360"/>
              <a:gd name="connsiteY3" fmla="*/ 1859280 h 2575560"/>
              <a:gd name="connsiteX4" fmla="*/ 4712368 w 11643360"/>
              <a:gd name="connsiteY4" fmla="*/ 1106905 h 2575560"/>
              <a:gd name="connsiteX5" fmla="*/ 6918960 w 11643360"/>
              <a:gd name="connsiteY5" fmla="*/ 1097280 h 2575560"/>
              <a:gd name="connsiteX6" fmla="*/ 7284720 w 11643360"/>
              <a:gd name="connsiteY6" fmla="*/ 731520 h 2575560"/>
              <a:gd name="connsiteX7" fmla="*/ 8366760 w 11643360"/>
              <a:gd name="connsiteY7" fmla="*/ 731520 h 2575560"/>
              <a:gd name="connsiteX8" fmla="*/ 8702040 w 11643360"/>
              <a:gd name="connsiteY8" fmla="*/ 396240 h 2575560"/>
              <a:gd name="connsiteX9" fmla="*/ 8854440 w 11643360"/>
              <a:gd name="connsiteY9" fmla="*/ 396240 h 2575560"/>
              <a:gd name="connsiteX10" fmla="*/ 9890760 w 11643360"/>
              <a:gd name="connsiteY10" fmla="*/ 396240 h 2575560"/>
              <a:gd name="connsiteX11" fmla="*/ 10287000 w 11643360"/>
              <a:gd name="connsiteY11" fmla="*/ 0 h 2575560"/>
              <a:gd name="connsiteX12" fmla="*/ 10546080 w 11643360"/>
              <a:gd name="connsiteY12" fmla="*/ 0 h 2575560"/>
              <a:gd name="connsiteX13" fmla="*/ 11643360 w 11643360"/>
              <a:gd name="connsiteY13"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4008120 w 11643360"/>
              <a:gd name="connsiteY3" fmla="*/ 1859280 h 2575560"/>
              <a:gd name="connsiteX4" fmla="*/ 4664242 w 11643360"/>
              <a:gd name="connsiteY4" fmla="*/ 1135781 h 2575560"/>
              <a:gd name="connsiteX5" fmla="*/ 6918960 w 11643360"/>
              <a:gd name="connsiteY5" fmla="*/ 1097280 h 2575560"/>
              <a:gd name="connsiteX6" fmla="*/ 7284720 w 11643360"/>
              <a:gd name="connsiteY6" fmla="*/ 731520 h 2575560"/>
              <a:gd name="connsiteX7" fmla="*/ 8366760 w 11643360"/>
              <a:gd name="connsiteY7" fmla="*/ 731520 h 2575560"/>
              <a:gd name="connsiteX8" fmla="*/ 8702040 w 11643360"/>
              <a:gd name="connsiteY8" fmla="*/ 396240 h 2575560"/>
              <a:gd name="connsiteX9" fmla="*/ 8854440 w 11643360"/>
              <a:gd name="connsiteY9" fmla="*/ 396240 h 2575560"/>
              <a:gd name="connsiteX10" fmla="*/ 9890760 w 11643360"/>
              <a:gd name="connsiteY10" fmla="*/ 396240 h 2575560"/>
              <a:gd name="connsiteX11" fmla="*/ 10287000 w 11643360"/>
              <a:gd name="connsiteY11" fmla="*/ 0 h 2575560"/>
              <a:gd name="connsiteX12" fmla="*/ 10546080 w 11643360"/>
              <a:gd name="connsiteY12" fmla="*/ 0 h 2575560"/>
              <a:gd name="connsiteX13" fmla="*/ 11643360 w 11643360"/>
              <a:gd name="connsiteY13" fmla="*/ 0 h 2575560"/>
              <a:gd name="connsiteX0" fmla="*/ 0 w 11643360"/>
              <a:gd name="connsiteY0" fmla="*/ 2575560 h 2575560"/>
              <a:gd name="connsiteX1" fmla="*/ 1112520 w 11643360"/>
              <a:gd name="connsiteY1" fmla="*/ 2575560 h 2575560"/>
              <a:gd name="connsiteX2" fmla="*/ 1759818 w 11643360"/>
              <a:gd name="connsiteY2" fmla="*/ 1860884 h 2575560"/>
              <a:gd name="connsiteX3" fmla="*/ 4008120 w 11643360"/>
              <a:gd name="connsiteY3" fmla="*/ 1859280 h 2575560"/>
              <a:gd name="connsiteX4" fmla="*/ 4693118 w 11643360"/>
              <a:gd name="connsiteY4" fmla="*/ 1078030 h 2575560"/>
              <a:gd name="connsiteX5" fmla="*/ 6918960 w 11643360"/>
              <a:gd name="connsiteY5" fmla="*/ 1097280 h 2575560"/>
              <a:gd name="connsiteX6" fmla="*/ 7284720 w 11643360"/>
              <a:gd name="connsiteY6" fmla="*/ 731520 h 2575560"/>
              <a:gd name="connsiteX7" fmla="*/ 8366760 w 11643360"/>
              <a:gd name="connsiteY7" fmla="*/ 731520 h 2575560"/>
              <a:gd name="connsiteX8" fmla="*/ 8702040 w 11643360"/>
              <a:gd name="connsiteY8" fmla="*/ 396240 h 2575560"/>
              <a:gd name="connsiteX9" fmla="*/ 8854440 w 11643360"/>
              <a:gd name="connsiteY9" fmla="*/ 396240 h 2575560"/>
              <a:gd name="connsiteX10" fmla="*/ 9890760 w 11643360"/>
              <a:gd name="connsiteY10" fmla="*/ 396240 h 2575560"/>
              <a:gd name="connsiteX11" fmla="*/ 10287000 w 11643360"/>
              <a:gd name="connsiteY11" fmla="*/ 0 h 2575560"/>
              <a:gd name="connsiteX12" fmla="*/ 10546080 w 11643360"/>
              <a:gd name="connsiteY12" fmla="*/ 0 h 2575560"/>
              <a:gd name="connsiteX13" fmla="*/ 11643360 w 11643360"/>
              <a:gd name="connsiteY13" fmla="*/ 0 h 2575560"/>
              <a:gd name="connsiteX0" fmla="*/ 0 w 12394375"/>
              <a:gd name="connsiteY0" fmla="*/ 2585186 h 2585186"/>
              <a:gd name="connsiteX1" fmla="*/ 1863535 w 12394375"/>
              <a:gd name="connsiteY1" fmla="*/ 2575560 h 2585186"/>
              <a:gd name="connsiteX2" fmla="*/ 2510833 w 12394375"/>
              <a:gd name="connsiteY2" fmla="*/ 1860884 h 2585186"/>
              <a:gd name="connsiteX3" fmla="*/ 4759135 w 12394375"/>
              <a:gd name="connsiteY3" fmla="*/ 1859280 h 2585186"/>
              <a:gd name="connsiteX4" fmla="*/ 5444133 w 12394375"/>
              <a:gd name="connsiteY4" fmla="*/ 1078030 h 2585186"/>
              <a:gd name="connsiteX5" fmla="*/ 7669975 w 12394375"/>
              <a:gd name="connsiteY5" fmla="*/ 1097280 h 2585186"/>
              <a:gd name="connsiteX6" fmla="*/ 8035735 w 12394375"/>
              <a:gd name="connsiteY6" fmla="*/ 731520 h 2585186"/>
              <a:gd name="connsiteX7" fmla="*/ 9117775 w 12394375"/>
              <a:gd name="connsiteY7" fmla="*/ 731520 h 2585186"/>
              <a:gd name="connsiteX8" fmla="*/ 9453055 w 12394375"/>
              <a:gd name="connsiteY8" fmla="*/ 396240 h 2585186"/>
              <a:gd name="connsiteX9" fmla="*/ 9605455 w 12394375"/>
              <a:gd name="connsiteY9" fmla="*/ 396240 h 2585186"/>
              <a:gd name="connsiteX10" fmla="*/ 10641775 w 12394375"/>
              <a:gd name="connsiteY10" fmla="*/ 396240 h 2585186"/>
              <a:gd name="connsiteX11" fmla="*/ 11038015 w 12394375"/>
              <a:gd name="connsiteY11" fmla="*/ 0 h 2585186"/>
              <a:gd name="connsiteX12" fmla="*/ 11297095 w 12394375"/>
              <a:gd name="connsiteY12" fmla="*/ 0 h 2585186"/>
              <a:gd name="connsiteX13" fmla="*/ 12394375 w 12394375"/>
              <a:gd name="connsiteY13" fmla="*/ 0 h 2585186"/>
              <a:gd name="connsiteX0" fmla="*/ 0 w 12436098"/>
              <a:gd name="connsiteY0" fmla="*/ 2537060 h 2575560"/>
              <a:gd name="connsiteX1" fmla="*/ 1905258 w 12436098"/>
              <a:gd name="connsiteY1" fmla="*/ 2575560 h 2575560"/>
              <a:gd name="connsiteX2" fmla="*/ 2552556 w 12436098"/>
              <a:gd name="connsiteY2" fmla="*/ 1860884 h 2575560"/>
              <a:gd name="connsiteX3" fmla="*/ 4800858 w 12436098"/>
              <a:gd name="connsiteY3" fmla="*/ 1859280 h 2575560"/>
              <a:gd name="connsiteX4" fmla="*/ 5485856 w 12436098"/>
              <a:gd name="connsiteY4" fmla="*/ 1078030 h 2575560"/>
              <a:gd name="connsiteX5" fmla="*/ 7711698 w 12436098"/>
              <a:gd name="connsiteY5" fmla="*/ 1097280 h 2575560"/>
              <a:gd name="connsiteX6" fmla="*/ 8077458 w 12436098"/>
              <a:gd name="connsiteY6" fmla="*/ 731520 h 2575560"/>
              <a:gd name="connsiteX7" fmla="*/ 9159498 w 12436098"/>
              <a:gd name="connsiteY7" fmla="*/ 731520 h 2575560"/>
              <a:gd name="connsiteX8" fmla="*/ 9494778 w 12436098"/>
              <a:gd name="connsiteY8" fmla="*/ 396240 h 2575560"/>
              <a:gd name="connsiteX9" fmla="*/ 9647178 w 12436098"/>
              <a:gd name="connsiteY9" fmla="*/ 396240 h 2575560"/>
              <a:gd name="connsiteX10" fmla="*/ 10683498 w 12436098"/>
              <a:gd name="connsiteY10" fmla="*/ 396240 h 2575560"/>
              <a:gd name="connsiteX11" fmla="*/ 11079738 w 12436098"/>
              <a:gd name="connsiteY11" fmla="*/ 0 h 2575560"/>
              <a:gd name="connsiteX12" fmla="*/ 11338818 w 12436098"/>
              <a:gd name="connsiteY12" fmla="*/ 0 h 2575560"/>
              <a:gd name="connsiteX13" fmla="*/ 12436098 w 12436098"/>
              <a:gd name="connsiteY13" fmla="*/ 0 h 2575560"/>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067026 w 12425666"/>
              <a:gd name="connsiteY6" fmla="*/ 731520 h 2594812"/>
              <a:gd name="connsiteX7" fmla="*/ 9149066 w 12425666"/>
              <a:gd name="connsiteY7" fmla="*/ 731520 h 2594812"/>
              <a:gd name="connsiteX8" fmla="*/ 9484346 w 12425666"/>
              <a:gd name="connsiteY8" fmla="*/ 396240 h 2594812"/>
              <a:gd name="connsiteX9" fmla="*/ 9636746 w 12425666"/>
              <a:gd name="connsiteY9" fmla="*/ 396240 h 2594812"/>
              <a:gd name="connsiteX10" fmla="*/ 10673066 w 12425666"/>
              <a:gd name="connsiteY10" fmla="*/ 396240 h 2594812"/>
              <a:gd name="connsiteX11" fmla="*/ 11069306 w 12425666"/>
              <a:gd name="connsiteY11" fmla="*/ 0 h 2594812"/>
              <a:gd name="connsiteX12" fmla="*/ 11328386 w 12425666"/>
              <a:gd name="connsiteY12" fmla="*/ 0 h 2594812"/>
              <a:gd name="connsiteX13" fmla="*/ 12425666 w 12425666"/>
              <a:gd name="connsiteY13"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067026 w 12425666"/>
              <a:gd name="connsiteY6" fmla="*/ 731520 h 2594812"/>
              <a:gd name="connsiteX7" fmla="*/ 9484346 w 12425666"/>
              <a:gd name="connsiteY7" fmla="*/ 396240 h 2594812"/>
              <a:gd name="connsiteX8" fmla="*/ 9636746 w 12425666"/>
              <a:gd name="connsiteY8" fmla="*/ 396240 h 2594812"/>
              <a:gd name="connsiteX9" fmla="*/ 10673066 w 12425666"/>
              <a:gd name="connsiteY9" fmla="*/ 396240 h 2594812"/>
              <a:gd name="connsiteX10" fmla="*/ 11069306 w 12425666"/>
              <a:gd name="connsiteY10" fmla="*/ 0 h 2594812"/>
              <a:gd name="connsiteX11" fmla="*/ 11328386 w 12425666"/>
              <a:gd name="connsiteY11" fmla="*/ 0 h 2594812"/>
              <a:gd name="connsiteX12" fmla="*/ 12425666 w 12425666"/>
              <a:gd name="connsiteY12"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241895 w 12425666"/>
              <a:gd name="connsiteY6" fmla="*/ 441064 h 2594812"/>
              <a:gd name="connsiteX7" fmla="*/ 9484346 w 12425666"/>
              <a:gd name="connsiteY7" fmla="*/ 396240 h 2594812"/>
              <a:gd name="connsiteX8" fmla="*/ 9636746 w 12425666"/>
              <a:gd name="connsiteY8" fmla="*/ 396240 h 2594812"/>
              <a:gd name="connsiteX9" fmla="*/ 10673066 w 12425666"/>
              <a:gd name="connsiteY9" fmla="*/ 396240 h 2594812"/>
              <a:gd name="connsiteX10" fmla="*/ 11069306 w 12425666"/>
              <a:gd name="connsiteY10" fmla="*/ 0 h 2594812"/>
              <a:gd name="connsiteX11" fmla="*/ 11328386 w 12425666"/>
              <a:gd name="connsiteY11" fmla="*/ 0 h 2594812"/>
              <a:gd name="connsiteX12" fmla="*/ 12425666 w 12425666"/>
              <a:gd name="connsiteY12"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241895 w 12425666"/>
              <a:gd name="connsiteY6" fmla="*/ 441064 h 2594812"/>
              <a:gd name="connsiteX7" fmla="*/ 9636746 w 12425666"/>
              <a:gd name="connsiteY7" fmla="*/ 396240 h 2594812"/>
              <a:gd name="connsiteX8" fmla="*/ 10673066 w 12425666"/>
              <a:gd name="connsiteY8" fmla="*/ 396240 h 2594812"/>
              <a:gd name="connsiteX9" fmla="*/ 11069306 w 12425666"/>
              <a:gd name="connsiteY9" fmla="*/ 0 h 2594812"/>
              <a:gd name="connsiteX10" fmla="*/ 11328386 w 12425666"/>
              <a:gd name="connsiteY10" fmla="*/ 0 h 2594812"/>
              <a:gd name="connsiteX11" fmla="*/ 12425666 w 12425666"/>
              <a:gd name="connsiteY11"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241895 w 12425666"/>
              <a:gd name="connsiteY6" fmla="*/ 441064 h 2594812"/>
              <a:gd name="connsiteX7" fmla="*/ 10673066 w 12425666"/>
              <a:gd name="connsiteY7" fmla="*/ 396240 h 2594812"/>
              <a:gd name="connsiteX8" fmla="*/ 11069306 w 12425666"/>
              <a:gd name="connsiteY8" fmla="*/ 0 h 2594812"/>
              <a:gd name="connsiteX9" fmla="*/ 11328386 w 12425666"/>
              <a:gd name="connsiteY9" fmla="*/ 0 h 2594812"/>
              <a:gd name="connsiteX10" fmla="*/ 12425666 w 12425666"/>
              <a:gd name="connsiteY10"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241895 w 12425666"/>
              <a:gd name="connsiteY6" fmla="*/ 441064 h 2594812"/>
              <a:gd name="connsiteX7" fmla="*/ 10673067 w 12425666"/>
              <a:gd name="connsiteY7" fmla="*/ 471544 h 2594812"/>
              <a:gd name="connsiteX8" fmla="*/ 11069306 w 12425666"/>
              <a:gd name="connsiteY8" fmla="*/ 0 h 2594812"/>
              <a:gd name="connsiteX9" fmla="*/ 11328386 w 12425666"/>
              <a:gd name="connsiteY9" fmla="*/ 0 h 2594812"/>
              <a:gd name="connsiteX10" fmla="*/ 12425666 w 12425666"/>
              <a:gd name="connsiteY10"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241895 w 12425666"/>
              <a:gd name="connsiteY6" fmla="*/ 441064 h 2594812"/>
              <a:gd name="connsiteX7" fmla="*/ 10673067 w 12425666"/>
              <a:gd name="connsiteY7" fmla="*/ 428514 h 2594812"/>
              <a:gd name="connsiteX8" fmla="*/ 11069306 w 12425666"/>
              <a:gd name="connsiteY8" fmla="*/ 0 h 2594812"/>
              <a:gd name="connsiteX9" fmla="*/ 11328386 w 12425666"/>
              <a:gd name="connsiteY9" fmla="*/ 0 h 2594812"/>
              <a:gd name="connsiteX10" fmla="*/ 12425666 w 12425666"/>
              <a:gd name="connsiteY10"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358475 w 12425666"/>
              <a:gd name="connsiteY6" fmla="*/ 441064 h 2594812"/>
              <a:gd name="connsiteX7" fmla="*/ 10673067 w 12425666"/>
              <a:gd name="connsiteY7" fmla="*/ 428514 h 2594812"/>
              <a:gd name="connsiteX8" fmla="*/ 11069306 w 12425666"/>
              <a:gd name="connsiteY8" fmla="*/ 0 h 2594812"/>
              <a:gd name="connsiteX9" fmla="*/ 11328386 w 12425666"/>
              <a:gd name="connsiteY9" fmla="*/ 0 h 2594812"/>
              <a:gd name="connsiteX10" fmla="*/ 12425666 w 12425666"/>
              <a:gd name="connsiteY10"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358475 w 12425666"/>
              <a:gd name="connsiteY6" fmla="*/ 441064 h 2594812"/>
              <a:gd name="connsiteX7" fmla="*/ 10439908 w 12425666"/>
              <a:gd name="connsiteY7" fmla="*/ 439271 h 2594812"/>
              <a:gd name="connsiteX8" fmla="*/ 11069306 w 12425666"/>
              <a:gd name="connsiteY8" fmla="*/ 0 h 2594812"/>
              <a:gd name="connsiteX9" fmla="*/ 11328386 w 12425666"/>
              <a:gd name="connsiteY9" fmla="*/ 0 h 2594812"/>
              <a:gd name="connsiteX10" fmla="*/ 12425666 w 12425666"/>
              <a:gd name="connsiteY10" fmla="*/ 0 h 2594812"/>
              <a:gd name="connsiteX0" fmla="*/ 0 w 12425666"/>
              <a:gd name="connsiteY0" fmla="*/ 2594812 h 2594812"/>
              <a:gd name="connsiteX1" fmla="*/ 1894826 w 12425666"/>
              <a:gd name="connsiteY1" fmla="*/ 2575560 h 2594812"/>
              <a:gd name="connsiteX2" fmla="*/ 2542124 w 12425666"/>
              <a:gd name="connsiteY2" fmla="*/ 1860884 h 2594812"/>
              <a:gd name="connsiteX3" fmla="*/ 4790426 w 12425666"/>
              <a:gd name="connsiteY3" fmla="*/ 1859280 h 2594812"/>
              <a:gd name="connsiteX4" fmla="*/ 5475424 w 12425666"/>
              <a:gd name="connsiteY4" fmla="*/ 1078030 h 2594812"/>
              <a:gd name="connsiteX5" fmla="*/ 7701266 w 12425666"/>
              <a:gd name="connsiteY5" fmla="*/ 1097280 h 2594812"/>
              <a:gd name="connsiteX6" fmla="*/ 8358475 w 12425666"/>
              <a:gd name="connsiteY6" fmla="*/ 441064 h 2594812"/>
              <a:gd name="connsiteX7" fmla="*/ 10439908 w 12425666"/>
              <a:gd name="connsiteY7" fmla="*/ 439271 h 2594812"/>
              <a:gd name="connsiteX8" fmla="*/ 11069306 w 12425666"/>
              <a:gd name="connsiteY8" fmla="*/ 0 h 2594812"/>
              <a:gd name="connsiteX9" fmla="*/ 12425666 w 12425666"/>
              <a:gd name="connsiteY9" fmla="*/ 0 h 2594812"/>
              <a:gd name="connsiteX0" fmla="*/ 0 w 12529838"/>
              <a:gd name="connsiteY0" fmla="*/ 2605999 h 2605999"/>
              <a:gd name="connsiteX1" fmla="*/ 1894826 w 12529838"/>
              <a:gd name="connsiteY1" fmla="*/ 2586747 h 2605999"/>
              <a:gd name="connsiteX2" fmla="*/ 2542124 w 12529838"/>
              <a:gd name="connsiteY2" fmla="*/ 1872071 h 2605999"/>
              <a:gd name="connsiteX3" fmla="*/ 4790426 w 12529838"/>
              <a:gd name="connsiteY3" fmla="*/ 1870467 h 2605999"/>
              <a:gd name="connsiteX4" fmla="*/ 5475424 w 12529838"/>
              <a:gd name="connsiteY4" fmla="*/ 1089217 h 2605999"/>
              <a:gd name="connsiteX5" fmla="*/ 7701266 w 12529838"/>
              <a:gd name="connsiteY5" fmla="*/ 1108467 h 2605999"/>
              <a:gd name="connsiteX6" fmla="*/ 8358475 w 12529838"/>
              <a:gd name="connsiteY6" fmla="*/ 452251 h 2605999"/>
              <a:gd name="connsiteX7" fmla="*/ 10439908 w 12529838"/>
              <a:gd name="connsiteY7" fmla="*/ 450458 h 2605999"/>
              <a:gd name="connsiteX8" fmla="*/ 11069306 w 12529838"/>
              <a:gd name="connsiteY8" fmla="*/ 11187 h 2605999"/>
              <a:gd name="connsiteX9" fmla="*/ 12425666 w 12529838"/>
              <a:gd name="connsiteY9" fmla="*/ 11187 h 2605999"/>
              <a:gd name="connsiteX10" fmla="*/ 12438296 w 12529838"/>
              <a:gd name="connsiteY10" fmla="*/ 0 h 2605999"/>
              <a:gd name="connsiteX0" fmla="*/ 0 w 12529838"/>
              <a:gd name="connsiteY0" fmla="*/ 2605999 h 2605999"/>
              <a:gd name="connsiteX1" fmla="*/ 1894826 w 12529838"/>
              <a:gd name="connsiteY1" fmla="*/ 2586747 h 2605999"/>
              <a:gd name="connsiteX2" fmla="*/ 2542124 w 12529838"/>
              <a:gd name="connsiteY2" fmla="*/ 1872071 h 2605999"/>
              <a:gd name="connsiteX3" fmla="*/ 4790426 w 12529838"/>
              <a:gd name="connsiteY3" fmla="*/ 1870467 h 2605999"/>
              <a:gd name="connsiteX4" fmla="*/ 5475424 w 12529838"/>
              <a:gd name="connsiteY4" fmla="*/ 1089217 h 2605999"/>
              <a:gd name="connsiteX5" fmla="*/ 7701266 w 12529838"/>
              <a:gd name="connsiteY5" fmla="*/ 1108467 h 2605999"/>
              <a:gd name="connsiteX6" fmla="*/ 8358475 w 12529838"/>
              <a:gd name="connsiteY6" fmla="*/ 452251 h 2605999"/>
              <a:gd name="connsiteX7" fmla="*/ 10439908 w 12529838"/>
              <a:gd name="connsiteY7" fmla="*/ 450458 h 2605999"/>
              <a:gd name="connsiteX8" fmla="*/ 11069306 w 12529838"/>
              <a:gd name="connsiteY8" fmla="*/ 11187 h 2605999"/>
              <a:gd name="connsiteX9" fmla="*/ 12425666 w 12529838"/>
              <a:gd name="connsiteY9" fmla="*/ 11187 h 2605999"/>
              <a:gd name="connsiteX10" fmla="*/ 12438296 w 12529838"/>
              <a:gd name="connsiteY10" fmla="*/ 0 h 2605999"/>
              <a:gd name="connsiteX0" fmla="*/ 0 w 12927930"/>
              <a:gd name="connsiteY0" fmla="*/ 3074422 h 3074422"/>
              <a:gd name="connsiteX1" fmla="*/ 1894826 w 12927930"/>
              <a:gd name="connsiteY1" fmla="*/ 3055170 h 3074422"/>
              <a:gd name="connsiteX2" fmla="*/ 2542124 w 12927930"/>
              <a:gd name="connsiteY2" fmla="*/ 2340494 h 3074422"/>
              <a:gd name="connsiteX3" fmla="*/ 4790426 w 12927930"/>
              <a:gd name="connsiteY3" fmla="*/ 2338890 h 3074422"/>
              <a:gd name="connsiteX4" fmla="*/ 5475424 w 12927930"/>
              <a:gd name="connsiteY4" fmla="*/ 1557640 h 3074422"/>
              <a:gd name="connsiteX5" fmla="*/ 7701266 w 12927930"/>
              <a:gd name="connsiteY5" fmla="*/ 1576890 h 3074422"/>
              <a:gd name="connsiteX6" fmla="*/ 8358475 w 12927930"/>
              <a:gd name="connsiteY6" fmla="*/ 920674 h 3074422"/>
              <a:gd name="connsiteX7" fmla="*/ 10439908 w 12927930"/>
              <a:gd name="connsiteY7" fmla="*/ 918881 h 3074422"/>
              <a:gd name="connsiteX8" fmla="*/ 11069306 w 12927930"/>
              <a:gd name="connsiteY8" fmla="*/ 479610 h 3074422"/>
              <a:gd name="connsiteX9" fmla="*/ 12425666 w 12927930"/>
              <a:gd name="connsiteY9" fmla="*/ 479610 h 3074422"/>
              <a:gd name="connsiteX10" fmla="*/ 12927930 w 12927930"/>
              <a:gd name="connsiteY10" fmla="*/ 0 h 3074422"/>
              <a:gd name="connsiteX0" fmla="*/ 0 w 12927930"/>
              <a:gd name="connsiteY0" fmla="*/ 3074422 h 3074422"/>
              <a:gd name="connsiteX1" fmla="*/ 1894826 w 12927930"/>
              <a:gd name="connsiteY1" fmla="*/ 3055170 h 3074422"/>
              <a:gd name="connsiteX2" fmla="*/ 2542124 w 12927930"/>
              <a:gd name="connsiteY2" fmla="*/ 2340494 h 3074422"/>
              <a:gd name="connsiteX3" fmla="*/ 4790426 w 12927930"/>
              <a:gd name="connsiteY3" fmla="*/ 2338890 h 3074422"/>
              <a:gd name="connsiteX4" fmla="*/ 5475424 w 12927930"/>
              <a:gd name="connsiteY4" fmla="*/ 1557640 h 3074422"/>
              <a:gd name="connsiteX5" fmla="*/ 7701266 w 12927930"/>
              <a:gd name="connsiteY5" fmla="*/ 1576890 h 3074422"/>
              <a:gd name="connsiteX6" fmla="*/ 8358475 w 12927930"/>
              <a:gd name="connsiteY6" fmla="*/ 920674 h 3074422"/>
              <a:gd name="connsiteX7" fmla="*/ 10439908 w 12927930"/>
              <a:gd name="connsiteY7" fmla="*/ 918881 h 3074422"/>
              <a:gd name="connsiteX8" fmla="*/ 11069306 w 12927930"/>
              <a:gd name="connsiteY8" fmla="*/ 479610 h 3074422"/>
              <a:gd name="connsiteX9" fmla="*/ 12425666 w 12927930"/>
              <a:gd name="connsiteY9" fmla="*/ 479610 h 3074422"/>
              <a:gd name="connsiteX10" fmla="*/ 12927930 w 12927930"/>
              <a:gd name="connsiteY10" fmla="*/ 0 h 3074422"/>
              <a:gd name="connsiteX0" fmla="*/ 0 w 12776377"/>
              <a:gd name="connsiteY0" fmla="*/ 3332054 h 3332054"/>
              <a:gd name="connsiteX1" fmla="*/ 1894826 w 12776377"/>
              <a:gd name="connsiteY1" fmla="*/ 3312802 h 3332054"/>
              <a:gd name="connsiteX2" fmla="*/ 2542124 w 12776377"/>
              <a:gd name="connsiteY2" fmla="*/ 2598126 h 3332054"/>
              <a:gd name="connsiteX3" fmla="*/ 4790426 w 12776377"/>
              <a:gd name="connsiteY3" fmla="*/ 2596522 h 3332054"/>
              <a:gd name="connsiteX4" fmla="*/ 5475424 w 12776377"/>
              <a:gd name="connsiteY4" fmla="*/ 1815272 h 3332054"/>
              <a:gd name="connsiteX5" fmla="*/ 7701266 w 12776377"/>
              <a:gd name="connsiteY5" fmla="*/ 1834522 h 3332054"/>
              <a:gd name="connsiteX6" fmla="*/ 8358475 w 12776377"/>
              <a:gd name="connsiteY6" fmla="*/ 1178306 h 3332054"/>
              <a:gd name="connsiteX7" fmla="*/ 10439908 w 12776377"/>
              <a:gd name="connsiteY7" fmla="*/ 1176513 h 3332054"/>
              <a:gd name="connsiteX8" fmla="*/ 11069306 w 12776377"/>
              <a:gd name="connsiteY8" fmla="*/ 737242 h 3332054"/>
              <a:gd name="connsiteX9" fmla="*/ 12425666 w 12776377"/>
              <a:gd name="connsiteY9" fmla="*/ 737242 h 3332054"/>
              <a:gd name="connsiteX10" fmla="*/ 12776377 w 12776377"/>
              <a:gd name="connsiteY10" fmla="*/ 0 h 3332054"/>
              <a:gd name="connsiteX0" fmla="*/ 0 w 12776377"/>
              <a:gd name="connsiteY0" fmla="*/ 3332054 h 3332054"/>
              <a:gd name="connsiteX1" fmla="*/ 1894826 w 12776377"/>
              <a:gd name="connsiteY1" fmla="*/ 3312802 h 3332054"/>
              <a:gd name="connsiteX2" fmla="*/ 2542124 w 12776377"/>
              <a:gd name="connsiteY2" fmla="*/ 2598126 h 3332054"/>
              <a:gd name="connsiteX3" fmla="*/ 4790426 w 12776377"/>
              <a:gd name="connsiteY3" fmla="*/ 2596522 h 3332054"/>
              <a:gd name="connsiteX4" fmla="*/ 5475424 w 12776377"/>
              <a:gd name="connsiteY4" fmla="*/ 1815272 h 3332054"/>
              <a:gd name="connsiteX5" fmla="*/ 7701266 w 12776377"/>
              <a:gd name="connsiteY5" fmla="*/ 1834522 h 3332054"/>
              <a:gd name="connsiteX6" fmla="*/ 8358475 w 12776377"/>
              <a:gd name="connsiteY6" fmla="*/ 1178306 h 3332054"/>
              <a:gd name="connsiteX7" fmla="*/ 10439908 w 12776377"/>
              <a:gd name="connsiteY7" fmla="*/ 1176513 h 3332054"/>
              <a:gd name="connsiteX8" fmla="*/ 11069306 w 12776377"/>
              <a:gd name="connsiteY8" fmla="*/ 737242 h 3332054"/>
              <a:gd name="connsiteX9" fmla="*/ 12425666 w 12776377"/>
              <a:gd name="connsiteY9" fmla="*/ 737242 h 3332054"/>
              <a:gd name="connsiteX10" fmla="*/ 12776377 w 12776377"/>
              <a:gd name="connsiteY10" fmla="*/ 0 h 3332054"/>
              <a:gd name="connsiteX0" fmla="*/ 0 w 12776377"/>
              <a:gd name="connsiteY0" fmla="*/ 3332054 h 3332054"/>
              <a:gd name="connsiteX1" fmla="*/ 1894826 w 12776377"/>
              <a:gd name="connsiteY1" fmla="*/ 3312802 h 3332054"/>
              <a:gd name="connsiteX2" fmla="*/ 2542124 w 12776377"/>
              <a:gd name="connsiteY2" fmla="*/ 2598126 h 3332054"/>
              <a:gd name="connsiteX3" fmla="*/ 4790426 w 12776377"/>
              <a:gd name="connsiteY3" fmla="*/ 2596522 h 3332054"/>
              <a:gd name="connsiteX4" fmla="*/ 5475424 w 12776377"/>
              <a:gd name="connsiteY4" fmla="*/ 1815272 h 3332054"/>
              <a:gd name="connsiteX5" fmla="*/ 7701266 w 12776377"/>
              <a:gd name="connsiteY5" fmla="*/ 1834522 h 3332054"/>
              <a:gd name="connsiteX6" fmla="*/ 8358475 w 12776377"/>
              <a:gd name="connsiteY6" fmla="*/ 1178306 h 3332054"/>
              <a:gd name="connsiteX7" fmla="*/ 10439908 w 12776377"/>
              <a:gd name="connsiteY7" fmla="*/ 1176513 h 3332054"/>
              <a:gd name="connsiteX8" fmla="*/ 11069306 w 12776377"/>
              <a:gd name="connsiteY8" fmla="*/ 737242 h 3332054"/>
              <a:gd name="connsiteX9" fmla="*/ 12752088 w 12776377"/>
              <a:gd name="connsiteY9" fmla="*/ 725531 h 3332054"/>
              <a:gd name="connsiteX10" fmla="*/ 12776377 w 12776377"/>
              <a:gd name="connsiteY10" fmla="*/ 0 h 3332054"/>
              <a:gd name="connsiteX0" fmla="*/ 0 w 13091141"/>
              <a:gd name="connsiteY0" fmla="*/ 3296922 h 3296922"/>
              <a:gd name="connsiteX1" fmla="*/ 1894826 w 13091141"/>
              <a:gd name="connsiteY1" fmla="*/ 3277670 h 3296922"/>
              <a:gd name="connsiteX2" fmla="*/ 2542124 w 13091141"/>
              <a:gd name="connsiteY2" fmla="*/ 2562994 h 3296922"/>
              <a:gd name="connsiteX3" fmla="*/ 4790426 w 13091141"/>
              <a:gd name="connsiteY3" fmla="*/ 2561390 h 3296922"/>
              <a:gd name="connsiteX4" fmla="*/ 5475424 w 13091141"/>
              <a:gd name="connsiteY4" fmla="*/ 1780140 h 3296922"/>
              <a:gd name="connsiteX5" fmla="*/ 7701266 w 13091141"/>
              <a:gd name="connsiteY5" fmla="*/ 1799390 h 3296922"/>
              <a:gd name="connsiteX6" fmla="*/ 8358475 w 13091141"/>
              <a:gd name="connsiteY6" fmla="*/ 1143174 h 3296922"/>
              <a:gd name="connsiteX7" fmla="*/ 10439908 w 13091141"/>
              <a:gd name="connsiteY7" fmla="*/ 1141381 h 3296922"/>
              <a:gd name="connsiteX8" fmla="*/ 11069306 w 13091141"/>
              <a:gd name="connsiteY8" fmla="*/ 702110 h 3296922"/>
              <a:gd name="connsiteX9" fmla="*/ 12752088 w 13091141"/>
              <a:gd name="connsiteY9" fmla="*/ 690399 h 3296922"/>
              <a:gd name="connsiteX10" fmla="*/ 13091141 w 13091141"/>
              <a:gd name="connsiteY10" fmla="*/ 0 h 3296922"/>
              <a:gd name="connsiteX0" fmla="*/ 0 w 13124144"/>
              <a:gd name="connsiteY0" fmla="*/ 3344822 h 3344822"/>
              <a:gd name="connsiteX1" fmla="*/ 1894826 w 13124144"/>
              <a:gd name="connsiteY1" fmla="*/ 3325570 h 3344822"/>
              <a:gd name="connsiteX2" fmla="*/ 2542124 w 13124144"/>
              <a:gd name="connsiteY2" fmla="*/ 2610894 h 3344822"/>
              <a:gd name="connsiteX3" fmla="*/ 4790426 w 13124144"/>
              <a:gd name="connsiteY3" fmla="*/ 2609290 h 3344822"/>
              <a:gd name="connsiteX4" fmla="*/ 5475424 w 13124144"/>
              <a:gd name="connsiteY4" fmla="*/ 1828040 h 3344822"/>
              <a:gd name="connsiteX5" fmla="*/ 7701266 w 13124144"/>
              <a:gd name="connsiteY5" fmla="*/ 1847290 h 3344822"/>
              <a:gd name="connsiteX6" fmla="*/ 8358475 w 13124144"/>
              <a:gd name="connsiteY6" fmla="*/ 1191074 h 3344822"/>
              <a:gd name="connsiteX7" fmla="*/ 10439908 w 13124144"/>
              <a:gd name="connsiteY7" fmla="*/ 1189281 h 3344822"/>
              <a:gd name="connsiteX8" fmla="*/ 11069306 w 13124144"/>
              <a:gd name="connsiteY8" fmla="*/ 750010 h 3344822"/>
              <a:gd name="connsiteX9" fmla="*/ 12752088 w 13124144"/>
              <a:gd name="connsiteY9" fmla="*/ 738299 h 3344822"/>
              <a:gd name="connsiteX10" fmla="*/ 13091141 w 13124144"/>
              <a:gd name="connsiteY10" fmla="*/ 47900 h 3344822"/>
              <a:gd name="connsiteX11" fmla="*/ 13114458 w 13124144"/>
              <a:gd name="connsiteY11" fmla="*/ 59611 h 3344822"/>
              <a:gd name="connsiteX0" fmla="*/ 0 w 14210303"/>
              <a:gd name="connsiteY0" fmla="*/ 3339872 h 3339872"/>
              <a:gd name="connsiteX1" fmla="*/ 1894826 w 14210303"/>
              <a:gd name="connsiteY1" fmla="*/ 3320620 h 3339872"/>
              <a:gd name="connsiteX2" fmla="*/ 2542124 w 14210303"/>
              <a:gd name="connsiteY2" fmla="*/ 2605944 h 3339872"/>
              <a:gd name="connsiteX3" fmla="*/ 4790426 w 14210303"/>
              <a:gd name="connsiteY3" fmla="*/ 2604340 h 3339872"/>
              <a:gd name="connsiteX4" fmla="*/ 5475424 w 14210303"/>
              <a:gd name="connsiteY4" fmla="*/ 1823090 h 3339872"/>
              <a:gd name="connsiteX5" fmla="*/ 7701266 w 14210303"/>
              <a:gd name="connsiteY5" fmla="*/ 1842340 h 3339872"/>
              <a:gd name="connsiteX6" fmla="*/ 8358475 w 14210303"/>
              <a:gd name="connsiteY6" fmla="*/ 1186124 h 3339872"/>
              <a:gd name="connsiteX7" fmla="*/ 10439908 w 14210303"/>
              <a:gd name="connsiteY7" fmla="*/ 1184331 h 3339872"/>
              <a:gd name="connsiteX8" fmla="*/ 11069306 w 14210303"/>
              <a:gd name="connsiteY8" fmla="*/ 745060 h 3339872"/>
              <a:gd name="connsiteX9" fmla="*/ 12752088 w 14210303"/>
              <a:gd name="connsiteY9" fmla="*/ 733349 h 3339872"/>
              <a:gd name="connsiteX10" fmla="*/ 13091141 w 14210303"/>
              <a:gd name="connsiteY10" fmla="*/ 42950 h 3339872"/>
              <a:gd name="connsiteX11" fmla="*/ 14210303 w 14210303"/>
              <a:gd name="connsiteY11" fmla="*/ 78081 h 3339872"/>
              <a:gd name="connsiteX0" fmla="*/ 0 w 14560042"/>
              <a:gd name="connsiteY0" fmla="*/ 3363900 h 3363900"/>
              <a:gd name="connsiteX1" fmla="*/ 1894826 w 14560042"/>
              <a:gd name="connsiteY1" fmla="*/ 3344648 h 3363900"/>
              <a:gd name="connsiteX2" fmla="*/ 2542124 w 14560042"/>
              <a:gd name="connsiteY2" fmla="*/ 2629972 h 3363900"/>
              <a:gd name="connsiteX3" fmla="*/ 4790426 w 14560042"/>
              <a:gd name="connsiteY3" fmla="*/ 2628368 h 3363900"/>
              <a:gd name="connsiteX4" fmla="*/ 5475424 w 14560042"/>
              <a:gd name="connsiteY4" fmla="*/ 1847118 h 3363900"/>
              <a:gd name="connsiteX5" fmla="*/ 7701266 w 14560042"/>
              <a:gd name="connsiteY5" fmla="*/ 1866368 h 3363900"/>
              <a:gd name="connsiteX6" fmla="*/ 8358475 w 14560042"/>
              <a:gd name="connsiteY6" fmla="*/ 1210152 h 3363900"/>
              <a:gd name="connsiteX7" fmla="*/ 10439908 w 14560042"/>
              <a:gd name="connsiteY7" fmla="*/ 1208359 h 3363900"/>
              <a:gd name="connsiteX8" fmla="*/ 11069306 w 14560042"/>
              <a:gd name="connsiteY8" fmla="*/ 769088 h 3363900"/>
              <a:gd name="connsiteX9" fmla="*/ 12752088 w 14560042"/>
              <a:gd name="connsiteY9" fmla="*/ 757377 h 3363900"/>
              <a:gd name="connsiteX10" fmla="*/ 13091141 w 14560042"/>
              <a:gd name="connsiteY10" fmla="*/ 66978 h 3363900"/>
              <a:gd name="connsiteX11" fmla="*/ 14560042 w 14560042"/>
              <a:gd name="connsiteY11" fmla="*/ 20135 h 3363900"/>
              <a:gd name="connsiteX0" fmla="*/ 0 w 14676621"/>
              <a:gd name="connsiteY0" fmla="*/ 3347742 h 3347742"/>
              <a:gd name="connsiteX1" fmla="*/ 1894826 w 14676621"/>
              <a:gd name="connsiteY1" fmla="*/ 3328490 h 3347742"/>
              <a:gd name="connsiteX2" fmla="*/ 2542124 w 14676621"/>
              <a:gd name="connsiteY2" fmla="*/ 2613814 h 3347742"/>
              <a:gd name="connsiteX3" fmla="*/ 4790426 w 14676621"/>
              <a:gd name="connsiteY3" fmla="*/ 2612210 h 3347742"/>
              <a:gd name="connsiteX4" fmla="*/ 5475424 w 14676621"/>
              <a:gd name="connsiteY4" fmla="*/ 1830960 h 3347742"/>
              <a:gd name="connsiteX5" fmla="*/ 7701266 w 14676621"/>
              <a:gd name="connsiteY5" fmla="*/ 1850210 h 3347742"/>
              <a:gd name="connsiteX6" fmla="*/ 8358475 w 14676621"/>
              <a:gd name="connsiteY6" fmla="*/ 1193994 h 3347742"/>
              <a:gd name="connsiteX7" fmla="*/ 10439908 w 14676621"/>
              <a:gd name="connsiteY7" fmla="*/ 1192201 h 3347742"/>
              <a:gd name="connsiteX8" fmla="*/ 11069306 w 14676621"/>
              <a:gd name="connsiteY8" fmla="*/ 752930 h 3347742"/>
              <a:gd name="connsiteX9" fmla="*/ 12752088 w 14676621"/>
              <a:gd name="connsiteY9" fmla="*/ 741219 h 3347742"/>
              <a:gd name="connsiteX10" fmla="*/ 13091141 w 14676621"/>
              <a:gd name="connsiteY10" fmla="*/ 50820 h 3347742"/>
              <a:gd name="connsiteX11" fmla="*/ 14676621 w 14676621"/>
              <a:gd name="connsiteY11" fmla="*/ 50820 h 3347742"/>
              <a:gd name="connsiteX0" fmla="*/ 0 w 14793200"/>
              <a:gd name="connsiteY0" fmla="*/ 3363899 h 3363899"/>
              <a:gd name="connsiteX1" fmla="*/ 1894826 w 14793200"/>
              <a:gd name="connsiteY1" fmla="*/ 3344647 h 3363899"/>
              <a:gd name="connsiteX2" fmla="*/ 2542124 w 14793200"/>
              <a:gd name="connsiteY2" fmla="*/ 2629971 h 3363899"/>
              <a:gd name="connsiteX3" fmla="*/ 4790426 w 14793200"/>
              <a:gd name="connsiteY3" fmla="*/ 2628367 h 3363899"/>
              <a:gd name="connsiteX4" fmla="*/ 5475424 w 14793200"/>
              <a:gd name="connsiteY4" fmla="*/ 1847117 h 3363899"/>
              <a:gd name="connsiteX5" fmla="*/ 7701266 w 14793200"/>
              <a:gd name="connsiteY5" fmla="*/ 1866367 h 3363899"/>
              <a:gd name="connsiteX6" fmla="*/ 8358475 w 14793200"/>
              <a:gd name="connsiteY6" fmla="*/ 1210151 h 3363899"/>
              <a:gd name="connsiteX7" fmla="*/ 10439908 w 14793200"/>
              <a:gd name="connsiteY7" fmla="*/ 1208358 h 3363899"/>
              <a:gd name="connsiteX8" fmla="*/ 11069306 w 14793200"/>
              <a:gd name="connsiteY8" fmla="*/ 769087 h 3363899"/>
              <a:gd name="connsiteX9" fmla="*/ 12752088 w 14793200"/>
              <a:gd name="connsiteY9" fmla="*/ 757376 h 3363899"/>
              <a:gd name="connsiteX10" fmla="*/ 13091141 w 14793200"/>
              <a:gd name="connsiteY10" fmla="*/ 66977 h 3363899"/>
              <a:gd name="connsiteX11" fmla="*/ 14793200 w 14793200"/>
              <a:gd name="connsiteY11" fmla="*/ 20135 h 3363899"/>
              <a:gd name="connsiteX0" fmla="*/ 0 w 14793200"/>
              <a:gd name="connsiteY0" fmla="*/ 3343764 h 3343764"/>
              <a:gd name="connsiteX1" fmla="*/ 1894826 w 14793200"/>
              <a:gd name="connsiteY1" fmla="*/ 3324512 h 3343764"/>
              <a:gd name="connsiteX2" fmla="*/ 2542124 w 14793200"/>
              <a:gd name="connsiteY2" fmla="*/ 2609836 h 3343764"/>
              <a:gd name="connsiteX3" fmla="*/ 4790426 w 14793200"/>
              <a:gd name="connsiteY3" fmla="*/ 2608232 h 3343764"/>
              <a:gd name="connsiteX4" fmla="*/ 5475424 w 14793200"/>
              <a:gd name="connsiteY4" fmla="*/ 1826982 h 3343764"/>
              <a:gd name="connsiteX5" fmla="*/ 7701266 w 14793200"/>
              <a:gd name="connsiteY5" fmla="*/ 1846232 h 3343764"/>
              <a:gd name="connsiteX6" fmla="*/ 8358475 w 14793200"/>
              <a:gd name="connsiteY6" fmla="*/ 1190016 h 3343764"/>
              <a:gd name="connsiteX7" fmla="*/ 10439908 w 14793200"/>
              <a:gd name="connsiteY7" fmla="*/ 1188223 h 3343764"/>
              <a:gd name="connsiteX8" fmla="*/ 11069306 w 14793200"/>
              <a:gd name="connsiteY8" fmla="*/ 748952 h 3343764"/>
              <a:gd name="connsiteX9" fmla="*/ 12752088 w 14793200"/>
              <a:gd name="connsiteY9" fmla="*/ 737241 h 3343764"/>
              <a:gd name="connsiteX10" fmla="*/ 13091141 w 14793200"/>
              <a:gd name="connsiteY10" fmla="*/ 46842 h 3343764"/>
              <a:gd name="connsiteX11" fmla="*/ 14793200 w 14793200"/>
              <a:gd name="connsiteY11" fmla="*/ 0 h 3343764"/>
              <a:gd name="connsiteX0" fmla="*/ 0 w 14793200"/>
              <a:gd name="connsiteY0" fmla="*/ 3296922 h 3296922"/>
              <a:gd name="connsiteX1" fmla="*/ 1894826 w 14793200"/>
              <a:gd name="connsiteY1" fmla="*/ 3277670 h 3296922"/>
              <a:gd name="connsiteX2" fmla="*/ 2542124 w 14793200"/>
              <a:gd name="connsiteY2" fmla="*/ 2562994 h 3296922"/>
              <a:gd name="connsiteX3" fmla="*/ 4790426 w 14793200"/>
              <a:gd name="connsiteY3" fmla="*/ 2561390 h 3296922"/>
              <a:gd name="connsiteX4" fmla="*/ 5475424 w 14793200"/>
              <a:gd name="connsiteY4" fmla="*/ 1780140 h 3296922"/>
              <a:gd name="connsiteX5" fmla="*/ 7701266 w 14793200"/>
              <a:gd name="connsiteY5" fmla="*/ 1799390 h 3296922"/>
              <a:gd name="connsiteX6" fmla="*/ 8358475 w 14793200"/>
              <a:gd name="connsiteY6" fmla="*/ 1143174 h 3296922"/>
              <a:gd name="connsiteX7" fmla="*/ 10439908 w 14793200"/>
              <a:gd name="connsiteY7" fmla="*/ 1141381 h 3296922"/>
              <a:gd name="connsiteX8" fmla="*/ 11069306 w 14793200"/>
              <a:gd name="connsiteY8" fmla="*/ 702110 h 3296922"/>
              <a:gd name="connsiteX9" fmla="*/ 12752088 w 14793200"/>
              <a:gd name="connsiteY9" fmla="*/ 690399 h 3296922"/>
              <a:gd name="connsiteX10" fmla="*/ 13091141 w 14793200"/>
              <a:gd name="connsiteY10" fmla="*/ 0 h 3296922"/>
              <a:gd name="connsiteX11" fmla="*/ 14793200 w 14793200"/>
              <a:gd name="connsiteY11" fmla="*/ 11712 h 3296922"/>
              <a:gd name="connsiteX0" fmla="*/ 0 w 14793200"/>
              <a:gd name="connsiteY0" fmla="*/ 3285210 h 3285210"/>
              <a:gd name="connsiteX1" fmla="*/ 1894826 w 14793200"/>
              <a:gd name="connsiteY1" fmla="*/ 3265958 h 3285210"/>
              <a:gd name="connsiteX2" fmla="*/ 2542124 w 14793200"/>
              <a:gd name="connsiteY2" fmla="*/ 2551282 h 3285210"/>
              <a:gd name="connsiteX3" fmla="*/ 4790426 w 14793200"/>
              <a:gd name="connsiteY3" fmla="*/ 2549678 h 3285210"/>
              <a:gd name="connsiteX4" fmla="*/ 5475424 w 14793200"/>
              <a:gd name="connsiteY4" fmla="*/ 1768428 h 3285210"/>
              <a:gd name="connsiteX5" fmla="*/ 7701266 w 14793200"/>
              <a:gd name="connsiteY5" fmla="*/ 1787678 h 3285210"/>
              <a:gd name="connsiteX6" fmla="*/ 8358475 w 14793200"/>
              <a:gd name="connsiteY6" fmla="*/ 1131462 h 3285210"/>
              <a:gd name="connsiteX7" fmla="*/ 10439908 w 14793200"/>
              <a:gd name="connsiteY7" fmla="*/ 1129669 h 3285210"/>
              <a:gd name="connsiteX8" fmla="*/ 11069306 w 14793200"/>
              <a:gd name="connsiteY8" fmla="*/ 690398 h 3285210"/>
              <a:gd name="connsiteX9" fmla="*/ 12752088 w 14793200"/>
              <a:gd name="connsiteY9" fmla="*/ 678687 h 3285210"/>
              <a:gd name="connsiteX10" fmla="*/ 13056167 w 14793200"/>
              <a:gd name="connsiteY10" fmla="*/ 222499 h 3285210"/>
              <a:gd name="connsiteX11" fmla="*/ 14793200 w 14793200"/>
              <a:gd name="connsiteY11" fmla="*/ 0 h 3285210"/>
              <a:gd name="connsiteX0" fmla="*/ 0 w 14874806"/>
              <a:gd name="connsiteY0" fmla="*/ 3062711 h 3062711"/>
              <a:gd name="connsiteX1" fmla="*/ 1894826 w 14874806"/>
              <a:gd name="connsiteY1" fmla="*/ 3043459 h 3062711"/>
              <a:gd name="connsiteX2" fmla="*/ 2542124 w 14874806"/>
              <a:gd name="connsiteY2" fmla="*/ 2328783 h 3062711"/>
              <a:gd name="connsiteX3" fmla="*/ 4790426 w 14874806"/>
              <a:gd name="connsiteY3" fmla="*/ 2327179 h 3062711"/>
              <a:gd name="connsiteX4" fmla="*/ 5475424 w 14874806"/>
              <a:gd name="connsiteY4" fmla="*/ 1545929 h 3062711"/>
              <a:gd name="connsiteX5" fmla="*/ 7701266 w 14874806"/>
              <a:gd name="connsiteY5" fmla="*/ 1565179 h 3062711"/>
              <a:gd name="connsiteX6" fmla="*/ 8358475 w 14874806"/>
              <a:gd name="connsiteY6" fmla="*/ 908963 h 3062711"/>
              <a:gd name="connsiteX7" fmla="*/ 10439908 w 14874806"/>
              <a:gd name="connsiteY7" fmla="*/ 907170 h 3062711"/>
              <a:gd name="connsiteX8" fmla="*/ 11069306 w 14874806"/>
              <a:gd name="connsiteY8" fmla="*/ 467899 h 3062711"/>
              <a:gd name="connsiteX9" fmla="*/ 12752088 w 14874806"/>
              <a:gd name="connsiteY9" fmla="*/ 456188 h 3062711"/>
              <a:gd name="connsiteX10" fmla="*/ 13056167 w 14874806"/>
              <a:gd name="connsiteY10" fmla="*/ 0 h 3062711"/>
              <a:gd name="connsiteX11" fmla="*/ 14874806 w 14874806"/>
              <a:gd name="connsiteY11" fmla="*/ 1 h 3062711"/>
              <a:gd name="connsiteX0" fmla="*/ 0 w 14874806"/>
              <a:gd name="connsiteY0" fmla="*/ 3062711 h 3062711"/>
              <a:gd name="connsiteX1" fmla="*/ 1894826 w 14874806"/>
              <a:gd name="connsiteY1" fmla="*/ 3043459 h 3062711"/>
              <a:gd name="connsiteX2" fmla="*/ 2542124 w 14874806"/>
              <a:gd name="connsiteY2" fmla="*/ 2328783 h 3062711"/>
              <a:gd name="connsiteX3" fmla="*/ 4790426 w 14874806"/>
              <a:gd name="connsiteY3" fmla="*/ 2327179 h 3062711"/>
              <a:gd name="connsiteX4" fmla="*/ 5475424 w 14874806"/>
              <a:gd name="connsiteY4" fmla="*/ 1545929 h 3062711"/>
              <a:gd name="connsiteX5" fmla="*/ 7701266 w 14874806"/>
              <a:gd name="connsiteY5" fmla="*/ 1565179 h 3062711"/>
              <a:gd name="connsiteX6" fmla="*/ 8358475 w 14874806"/>
              <a:gd name="connsiteY6" fmla="*/ 908963 h 3062711"/>
              <a:gd name="connsiteX7" fmla="*/ 10439908 w 14874806"/>
              <a:gd name="connsiteY7" fmla="*/ 907170 h 3062711"/>
              <a:gd name="connsiteX8" fmla="*/ 11112683 w 14874806"/>
              <a:gd name="connsiteY8" fmla="*/ 163425 h 3062711"/>
              <a:gd name="connsiteX9" fmla="*/ 12752088 w 14874806"/>
              <a:gd name="connsiteY9" fmla="*/ 456188 h 3062711"/>
              <a:gd name="connsiteX10" fmla="*/ 13056167 w 14874806"/>
              <a:gd name="connsiteY10" fmla="*/ 0 h 3062711"/>
              <a:gd name="connsiteX11" fmla="*/ 14874806 w 14874806"/>
              <a:gd name="connsiteY11" fmla="*/ 1 h 3062711"/>
              <a:gd name="connsiteX0" fmla="*/ 0 w 14874806"/>
              <a:gd name="connsiteY0" fmla="*/ 3062711 h 3062711"/>
              <a:gd name="connsiteX1" fmla="*/ 1894826 w 14874806"/>
              <a:gd name="connsiteY1" fmla="*/ 3043459 h 3062711"/>
              <a:gd name="connsiteX2" fmla="*/ 2542124 w 14874806"/>
              <a:gd name="connsiteY2" fmla="*/ 2328783 h 3062711"/>
              <a:gd name="connsiteX3" fmla="*/ 4790426 w 14874806"/>
              <a:gd name="connsiteY3" fmla="*/ 2327179 h 3062711"/>
              <a:gd name="connsiteX4" fmla="*/ 5475424 w 14874806"/>
              <a:gd name="connsiteY4" fmla="*/ 1545929 h 3062711"/>
              <a:gd name="connsiteX5" fmla="*/ 7701266 w 14874806"/>
              <a:gd name="connsiteY5" fmla="*/ 1565179 h 3062711"/>
              <a:gd name="connsiteX6" fmla="*/ 8358475 w 14874806"/>
              <a:gd name="connsiteY6" fmla="*/ 908963 h 3062711"/>
              <a:gd name="connsiteX7" fmla="*/ 10439908 w 14874806"/>
              <a:gd name="connsiteY7" fmla="*/ 907170 h 3062711"/>
              <a:gd name="connsiteX8" fmla="*/ 11112683 w 14874806"/>
              <a:gd name="connsiteY8" fmla="*/ 163425 h 3062711"/>
              <a:gd name="connsiteX9" fmla="*/ 12781005 w 14874806"/>
              <a:gd name="connsiteY9" fmla="*/ 163424 h 3062711"/>
              <a:gd name="connsiteX10" fmla="*/ 13056167 w 14874806"/>
              <a:gd name="connsiteY10" fmla="*/ 0 h 3062711"/>
              <a:gd name="connsiteX11" fmla="*/ 14874806 w 14874806"/>
              <a:gd name="connsiteY11" fmla="*/ 1 h 3062711"/>
              <a:gd name="connsiteX0" fmla="*/ 0 w 14874806"/>
              <a:gd name="connsiteY0" fmla="*/ 3531134 h 3531134"/>
              <a:gd name="connsiteX1" fmla="*/ 1894826 w 14874806"/>
              <a:gd name="connsiteY1" fmla="*/ 3511882 h 3531134"/>
              <a:gd name="connsiteX2" fmla="*/ 2542124 w 14874806"/>
              <a:gd name="connsiteY2" fmla="*/ 2797206 h 3531134"/>
              <a:gd name="connsiteX3" fmla="*/ 4790426 w 14874806"/>
              <a:gd name="connsiteY3" fmla="*/ 2795602 h 3531134"/>
              <a:gd name="connsiteX4" fmla="*/ 5475424 w 14874806"/>
              <a:gd name="connsiteY4" fmla="*/ 2014352 h 3531134"/>
              <a:gd name="connsiteX5" fmla="*/ 7701266 w 14874806"/>
              <a:gd name="connsiteY5" fmla="*/ 2033602 h 3531134"/>
              <a:gd name="connsiteX6" fmla="*/ 8358475 w 14874806"/>
              <a:gd name="connsiteY6" fmla="*/ 1377386 h 3531134"/>
              <a:gd name="connsiteX7" fmla="*/ 10439908 w 14874806"/>
              <a:gd name="connsiteY7" fmla="*/ 1375593 h 3531134"/>
              <a:gd name="connsiteX8" fmla="*/ 11112683 w 14874806"/>
              <a:gd name="connsiteY8" fmla="*/ 631848 h 3531134"/>
              <a:gd name="connsiteX9" fmla="*/ 12781005 w 14874806"/>
              <a:gd name="connsiteY9" fmla="*/ 631847 h 3531134"/>
              <a:gd name="connsiteX10" fmla="*/ 13171837 w 14874806"/>
              <a:gd name="connsiteY10" fmla="*/ 0 h 3531134"/>
              <a:gd name="connsiteX11" fmla="*/ 14874806 w 14874806"/>
              <a:gd name="connsiteY11" fmla="*/ 468424 h 3531134"/>
              <a:gd name="connsiteX0" fmla="*/ 0 w 14918182"/>
              <a:gd name="connsiteY0" fmla="*/ 3531134 h 3531134"/>
              <a:gd name="connsiteX1" fmla="*/ 1894826 w 14918182"/>
              <a:gd name="connsiteY1" fmla="*/ 3511882 h 3531134"/>
              <a:gd name="connsiteX2" fmla="*/ 2542124 w 14918182"/>
              <a:gd name="connsiteY2" fmla="*/ 2797206 h 3531134"/>
              <a:gd name="connsiteX3" fmla="*/ 4790426 w 14918182"/>
              <a:gd name="connsiteY3" fmla="*/ 2795602 h 3531134"/>
              <a:gd name="connsiteX4" fmla="*/ 5475424 w 14918182"/>
              <a:gd name="connsiteY4" fmla="*/ 2014352 h 3531134"/>
              <a:gd name="connsiteX5" fmla="*/ 7701266 w 14918182"/>
              <a:gd name="connsiteY5" fmla="*/ 2033602 h 3531134"/>
              <a:gd name="connsiteX6" fmla="*/ 8358475 w 14918182"/>
              <a:gd name="connsiteY6" fmla="*/ 1377386 h 3531134"/>
              <a:gd name="connsiteX7" fmla="*/ 10439908 w 14918182"/>
              <a:gd name="connsiteY7" fmla="*/ 1375593 h 3531134"/>
              <a:gd name="connsiteX8" fmla="*/ 11112683 w 14918182"/>
              <a:gd name="connsiteY8" fmla="*/ 631848 h 3531134"/>
              <a:gd name="connsiteX9" fmla="*/ 12781005 w 14918182"/>
              <a:gd name="connsiteY9" fmla="*/ 631847 h 3531134"/>
              <a:gd name="connsiteX10" fmla="*/ 13171837 w 14918182"/>
              <a:gd name="connsiteY10" fmla="*/ 0 h 3531134"/>
              <a:gd name="connsiteX11" fmla="*/ 14918182 w 14918182"/>
              <a:gd name="connsiteY11" fmla="*/ 11712 h 3531134"/>
              <a:gd name="connsiteX0" fmla="*/ 0 w 15308570"/>
              <a:gd name="connsiteY0" fmla="*/ 3531134 h 3531134"/>
              <a:gd name="connsiteX1" fmla="*/ 1894826 w 15308570"/>
              <a:gd name="connsiteY1" fmla="*/ 3511882 h 3531134"/>
              <a:gd name="connsiteX2" fmla="*/ 2542124 w 15308570"/>
              <a:gd name="connsiteY2" fmla="*/ 2797206 h 3531134"/>
              <a:gd name="connsiteX3" fmla="*/ 4790426 w 15308570"/>
              <a:gd name="connsiteY3" fmla="*/ 2795602 h 3531134"/>
              <a:gd name="connsiteX4" fmla="*/ 5475424 w 15308570"/>
              <a:gd name="connsiteY4" fmla="*/ 2014352 h 3531134"/>
              <a:gd name="connsiteX5" fmla="*/ 7701266 w 15308570"/>
              <a:gd name="connsiteY5" fmla="*/ 2033602 h 3531134"/>
              <a:gd name="connsiteX6" fmla="*/ 8358475 w 15308570"/>
              <a:gd name="connsiteY6" fmla="*/ 1377386 h 3531134"/>
              <a:gd name="connsiteX7" fmla="*/ 10439908 w 15308570"/>
              <a:gd name="connsiteY7" fmla="*/ 1375593 h 3531134"/>
              <a:gd name="connsiteX8" fmla="*/ 11112683 w 15308570"/>
              <a:gd name="connsiteY8" fmla="*/ 631848 h 3531134"/>
              <a:gd name="connsiteX9" fmla="*/ 12781005 w 15308570"/>
              <a:gd name="connsiteY9" fmla="*/ 631847 h 3531134"/>
              <a:gd name="connsiteX10" fmla="*/ 13171837 w 15308570"/>
              <a:gd name="connsiteY10" fmla="*/ 0 h 3531134"/>
              <a:gd name="connsiteX11" fmla="*/ 15308570 w 15308570"/>
              <a:gd name="connsiteY11" fmla="*/ 1 h 3531134"/>
              <a:gd name="connsiteX0" fmla="*/ 0 w 15308570"/>
              <a:gd name="connsiteY0" fmla="*/ 3531134 h 3531134"/>
              <a:gd name="connsiteX1" fmla="*/ 1894826 w 15308570"/>
              <a:gd name="connsiteY1" fmla="*/ 3511882 h 3531134"/>
              <a:gd name="connsiteX2" fmla="*/ 2542124 w 15308570"/>
              <a:gd name="connsiteY2" fmla="*/ 2797206 h 3531134"/>
              <a:gd name="connsiteX3" fmla="*/ 4790426 w 15308570"/>
              <a:gd name="connsiteY3" fmla="*/ 2795602 h 3531134"/>
              <a:gd name="connsiteX4" fmla="*/ 5475424 w 15308570"/>
              <a:gd name="connsiteY4" fmla="*/ 2014352 h 3531134"/>
              <a:gd name="connsiteX5" fmla="*/ 7701266 w 15308570"/>
              <a:gd name="connsiteY5" fmla="*/ 2033602 h 3531134"/>
              <a:gd name="connsiteX6" fmla="*/ 8358475 w 15308570"/>
              <a:gd name="connsiteY6" fmla="*/ 1377386 h 3531134"/>
              <a:gd name="connsiteX7" fmla="*/ 10280862 w 15308570"/>
              <a:gd name="connsiteY7" fmla="*/ 1387304 h 3531134"/>
              <a:gd name="connsiteX8" fmla="*/ 11112683 w 15308570"/>
              <a:gd name="connsiteY8" fmla="*/ 631848 h 3531134"/>
              <a:gd name="connsiteX9" fmla="*/ 12781005 w 15308570"/>
              <a:gd name="connsiteY9" fmla="*/ 631847 h 3531134"/>
              <a:gd name="connsiteX10" fmla="*/ 13171837 w 15308570"/>
              <a:gd name="connsiteY10" fmla="*/ 0 h 3531134"/>
              <a:gd name="connsiteX11" fmla="*/ 15308570 w 15308570"/>
              <a:gd name="connsiteY11" fmla="*/ 1 h 3531134"/>
              <a:gd name="connsiteX0" fmla="*/ 0 w 15308570"/>
              <a:gd name="connsiteY0" fmla="*/ 3531134 h 3531134"/>
              <a:gd name="connsiteX1" fmla="*/ 1894826 w 15308570"/>
              <a:gd name="connsiteY1" fmla="*/ 3511882 h 3531134"/>
              <a:gd name="connsiteX2" fmla="*/ 2542124 w 15308570"/>
              <a:gd name="connsiteY2" fmla="*/ 2797206 h 3531134"/>
              <a:gd name="connsiteX3" fmla="*/ 4790426 w 15308570"/>
              <a:gd name="connsiteY3" fmla="*/ 2795602 h 3531134"/>
              <a:gd name="connsiteX4" fmla="*/ 5475424 w 15308570"/>
              <a:gd name="connsiteY4" fmla="*/ 2014352 h 3531134"/>
              <a:gd name="connsiteX5" fmla="*/ 7701266 w 15308570"/>
              <a:gd name="connsiteY5" fmla="*/ 2033602 h 3531134"/>
              <a:gd name="connsiteX6" fmla="*/ 8358475 w 15308570"/>
              <a:gd name="connsiteY6" fmla="*/ 1377386 h 3531134"/>
              <a:gd name="connsiteX7" fmla="*/ 10280862 w 15308570"/>
              <a:gd name="connsiteY7" fmla="*/ 1387304 h 3531134"/>
              <a:gd name="connsiteX8" fmla="*/ 10939178 w 15308570"/>
              <a:gd name="connsiteY8" fmla="*/ 643558 h 3531134"/>
              <a:gd name="connsiteX9" fmla="*/ 12781005 w 15308570"/>
              <a:gd name="connsiteY9" fmla="*/ 631847 h 3531134"/>
              <a:gd name="connsiteX10" fmla="*/ 13171837 w 15308570"/>
              <a:gd name="connsiteY10" fmla="*/ 0 h 3531134"/>
              <a:gd name="connsiteX11" fmla="*/ 15308570 w 15308570"/>
              <a:gd name="connsiteY11" fmla="*/ 1 h 3531134"/>
              <a:gd name="connsiteX0" fmla="*/ 0 w 15308570"/>
              <a:gd name="connsiteY0" fmla="*/ 3531133 h 3531133"/>
              <a:gd name="connsiteX1" fmla="*/ 1894826 w 15308570"/>
              <a:gd name="connsiteY1" fmla="*/ 3511881 h 3531133"/>
              <a:gd name="connsiteX2" fmla="*/ 2542124 w 15308570"/>
              <a:gd name="connsiteY2" fmla="*/ 2797205 h 3531133"/>
              <a:gd name="connsiteX3" fmla="*/ 4790426 w 15308570"/>
              <a:gd name="connsiteY3" fmla="*/ 2795601 h 3531133"/>
              <a:gd name="connsiteX4" fmla="*/ 5475424 w 15308570"/>
              <a:gd name="connsiteY4" fmla="*/ 2014351 h 3531133"/>
              <a:gd name="connsiteX5" fmla="*/ 7701266 w 15308570"/>
              <a:gd name="connsiteY5" fmla="*/ 2033601 h 3531133"/>
              <a:gd name="connsiteX6" fmla="*/ 8358475 w 15308570"/>
              <a:gd name="connsiteY6" fmla="*/ 1377385 h 3531133"/>
              <a:gd name="connsiteX7" fmla="*/ 10280862 w 15308570"/>
              <a:gd name="connsiteY7" fmla="*/ 1387303 h 3531133"/>
              <a:gd name="connsiteX8" fmla="*/ 10939178 w 15308570"/>
              <a:gd name="connsiteY8" fmla="*/ 643557 h 3531133"/>
              <a:gd name="connsiteX9" fmla="*/ 12781005 w 15308570"/>
              <a:gd name="connsiteY9" fmla="*/ 631846 h 3531133"/>
              <a:gd name="connsiteX10" fmla="*/ 13432096 w 15308570"/>
              <a:gd name="connsiteY10" fmla="*/ 11710 h 3531133"/>
              <a:gd name="connsiteX11" fmla="*/ 15308570 w 15308570"/>
              <a:gd name="connsiteY11" fmla="*/ 0 h 353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308570" h="3531133">
                <a:moveTo>
                  <a:pt x="0" y="3531133"/>
                </a:moveTo>
                <a:lnTo>
                  <a:pt x="1894826" y="3511881"/>
                </a:lnTo>
                <a:lnTo>
                  <a:pt x="2542124" y="2797205"/>
                </a:lnTo>
                <a:lnTo>
                  <a:pt x="4790426" y="2795601"/>
                </a:lnTo>
                <a:lnTo>
                  <a:pt x="5475424" y="2014351"/>
                </a:lnTo>
                <a:lnTo>
                  <a:pt x="7701266" y="2033601"/>
                </a:lnTo>
                <a:lnTo>
                  <a:pt x="8358475" y="1377385"/>
                </a:lnTo>
                <a:lnTo>
                  <a:pt x="10280862" y="1387303"/>
                </a:lnTo>
                <a:lnTo>
                  <a:pt x="10939178" y="643557"/>
                </a:lnTo>
                <a:lnTo>
                  <a:pt x="12781005" y="631846"/>
                </a:lnTo>
                <a:lnTo>
                  <a:pt x="13432096" y="11710"/>
                </a:lnTo>
                <a:lnTo>
                  <a:pt x="15308570" y="0"/>
                </a:lnTo>
              </a:path>
            </a:pathLst>
          </a:custGeom>
          <a:noFill/>
          <a:ln w="73025" cap="rnd">
            <a:gradFill flip="none" rotWithShape="1">
              <a:gsLst>
                <a:gs pos="0">
                  <a:schemeClr val="accent3"/>
                </a:gs>
                <a:gs pos="100000">
                  <a:schemeClr val="accent1"/>
                </a:gs>
              </a:gsLst>
              <a:lin ang="0" scaled="1"/>
              <a:tileRect/>
            </a:gradFill>
            <a:prstDash val="solid"/>
            <a:round/>
            <a:tailEnd type="arrow" w="med" len="sm"/>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a:ea typeface="+mn-ea"/>
              <a:cs typeface="+mn-cs"/>
            </a:endParaRPr>
          </a:p>
        </p:txBody>
      </p:sp>
      <p:grpSp>
        <p:nvGrpSpPr>
          <p:cNvPr id="78" name="Group 77">
            <a:extLst>
              <a:ext uri="{FF2B5EF4-FFF2-40B4-BE49-F238E27FC236}">
                <a16:creationId xmlns:a16="http://schemas.microsoft.com/office/drawing/2014/main" id="{0A6844A1-5155-FBED-5D3A-8376695BA0DF}"/>
              </a:ext>
            </a:extLst>
          </p:cNvPr>
          <p:cNvGrpSpPr/>
          <p:nvPr/>
        </p:nvGrpSpPr>
        <p:grpSpPr>
          <a:xfrm>
            <a:off x="958907" y="3789461"/>
            <a:ext cx="355793" cy="665460"/>
            <a:chOff x="3407324" y="1269402"/>
            <a:chExt cx="355793" cy="665460"/>
          </a:xfrm>
        </p:grpSpPr>
        <p:cxnSp>
          <p:nvCxnSpPr>
            <p:cNvPr id="45" name="Straight Connector 44">
              <a:extLst>
                <a:ext uri="{FF2B5EF4-FFF2-40B4-BE49-F238E27FC236}">
                  <a16:creationId xmlns:a16="http://schemas.microsoft.com/office/drawing/2014/main" id="{3207A79D-071A-9818-1C21-6D158CF44EAB}"/>
                </a:ext>
              </a:extLst>
            </p:cNvPr>
            <p:cNvCxnSpPr>
              <a:cxnSpLocks/>
            </p:cNvCxnSpPr>
            <p:nvPr/>
          </p:nvCxnSpPr>
          <p:spPr bwMode="auto">
            <a:xfrm>
              <a:off x="3585221" y="1269402"/>
              <a:ext cx="0" cy="665460"/>
            </a:xfrm>
            <a:prstGeom prst="line">
              <a:avLst/>
            </a:prstGeom>
            <a:noFill/>
            <a:ln w="57150" cap="rnd" cmpd="sng" algn="ctr">
              <a:solidFill>
                <a:schemeClr val="accent3"/>
              </a:solidFill>
              <a:prstDash val="sysDot"/>
              <a:round/>
              <a:headEnd type="none" w="med" len="med"/>
              <a:tailEnd type="none" w="med" len="med"/>
            </a:ln>
            <a:effectLst/>
          </p:spPr>
        </p:cxnSp>
        <p:grpSp>
          <p:nvGrpSpPr>
            <p:cNvPr id="46" name="Group 45">
              <a:extLst>
                <a:ext uri="{FF2B5EF4-FFF2-40B4-BE49-F238E27FC236}">
                  <a16:creationId xmlns:a16="http://schemas.microsoft.com/office/drawing/2014/main" id="{8DD3D952-5CF0-981D-EDD5-565902225643}"/>
                </a:ext>
              </a:extLst>
            </p:cNvPr>
            <p:cNvGrpSpPr/>
            <p:nvPr/>
          </p:nvGrpSpPr>
          <p:grpSpPr>
            <a:xfrm>
              <a:off x="3407324" y="1579069"/>
              <a:ext cx="355793" cy="355793"/>
              <a:chOff x="323267" y="2742531"/>
              <a:chExt cx="355793" cy="355793"/>
            </a:xfrm>
          </p:grpSpPr>
          <p:sp>
            <p:nvSpPr>
              <p:cNvPr id="68" name="Oval 67">
                <a:extLst>
                  <a:ext uri="{FF2B5EF4-FFF2-40B4-BE49-F238E27FC236}">
                    <a16:creationId xmlns:a16="http://schemas.microsoft.com/office/drawing/2014/main" id="{251610A2-DFBA-C290-C97C-3AE864558430}"/>
                  </a:ext>
                </a:extLst>
              </p:cNvPr>
              <p:cNvSpPr/>
              <p:nvPr/>
            </p:nvSpPr>
            <p:spPr>
              <a:xfrm>
                <a:off x="323267" y="2742531"/>
                <a:ext cx="355793" cy="355793"/>
              </a:xfrm>
              <a:prstGeom prst="ellipse">
                <a:avLst/>
              </a:prstGeom>
              <a:solidFill>
                <a:schemeClr val="bg1"/>
              </a:solidFill>
              <a:ln w="12700" cap="flat">
                <a:noFill/>
                <a:prstDash val="solid"/>
                <a:miter/>
              </a:ln>
              <a:effectLst>
                <a:outerShdw blurRad="131627" sx="102000" sy="102000" algn="ctr" rotWithShape="0">
                  <a:prstClr val="black">
                    <a:alpha val="31836"/>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69" name="Oval 68">
                <a:extLst>
                  <a:ext uri="{FF2B5EF4-FFF2-40B4-BE49-F238E27FC236}">
                    <a16:creationId xmlns:a16="http://schemas.microsoft.com/office/drawing/2014/main" id="{582F9AF4-1D1C-E94A-21FF-BA71D403C30A}"/>
                  </a:ext>
                </a:extLst>
              </p:cNvPr>
              <p:cNvSpPr/>
              <p:nvPr/>
            </p:nvSpPr>
            <p:spPr>
              <a:xfrm>
                <a:off x="416349" y="2834867"/>
                <a:ext cx="169630" cy="169630"/>
              </a:xfrm>
              <a:prstGeom prst="ellipse">
                <a:avLst/>
              </a:prstGeom>
              <a:solidFill>
                <a:srgbClr val="F27826"/>
              </a:solidFill>
              <a:ln w="25400" cap="flat">
                <a:solidFill>
                  <a:schemeClr val="bg1"/>
                </a:solid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sp>
        <p:nvSpPr>
          <p:cNvPr id="54" name="TextBox 53">
            <a:extLst>
              <a:ext uri="{FF2B5EF4-FFF2-40B4-BE49-F238E27FC236}">
                <a16:creationId xmlns:a16="http://schemas.microsoft.com/office/drawing/2014/main" id="{F8A86CF4-6090-5640-CD45-7841BFD621AD}"/>
              </a:ext>
            </a:extLst>
          </p:cNvPr>
          <p:cNvSpPr txBox="1"/>
          <p:nvPr/>
        </p:nvSpPr>
        <p:spPr>
          <a:xfrm>
            <a:off x="2362461" y="2905342"/>
            <a:ext cx="1575851" cy="275460"/>
          </a:xfrm>
          <a:custGeom>
            <a:avLst/>
            <a:gdLst>
              <a:gd name="connsiteX0" fmla="*/ 0 w 2516949"/>
              <a:gd name="connsiteY0" fmla="*/ 0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0 w 2516949"/>
              <a:gd name="connsiteY0" fmla="*/ 0 h 444500"/>
              <a:gd name="connsiteX1" fmla="*/ 1653267 w 2516949"/>
              <a:gd name="connsiteY1" fmla="*/ 3175 h 444500"/>
              <a:gd name="connsiteX2" fmla="*/ 2516949 w 2516949"/>
              <a:gd name="connsiteY2" fmla="*/ 0 h 444500"/>
              <a:gd name="connsiteX3" fmla="*/ 2516949 w 2516949"/>
              <a:gd name="connsiteY3" fmla="*/ 444500 h 444500"/>
              <a:gd name="connsiteX4" fmla="*/ 0 w 2516949"/>
              <a:gd name="connsiteY4" fmla="*/ 444500 h 444500"/>
              <a:gd name="connsiteX5" fmla="*/ 0 w 2516949"/>
              <a:gd name="connsiteY5" fmla="*/ 0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5" fmla="*/ 1744707 w 2516949"/>
              <a:gd name="connsiteY5" fmla="*/ 94615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2516949 w 2516949"/>
              <a:gd name="connsiteY0" fmla="*/ 0 h 444500"/>
              <a:gd name="connsiteX1" fmla="*/ 2516949 w 2516949"/>
              <a:gd name="connsiteY1" fmla="*/ 444500 h 444500"/>
              <a:gd name="connsiteX2" fmla="*/ 0 w 2516949"/>
              <a:gd name="connsiteY2" fmla="*/ 444500 h 444500"/>
              <a:gd name="connsiteX3" fmla="*/ 0 w 2516949"/>
              <a:gd name="connsiteY3" fmla="*/ 0 h 444500"/>
              <a:gd name="connsiteX0" fmla="*/ 2516949 w 2516949"/>
              <a:gd name="connsiteY0" fmla="*/ 444500 h 444500"/>
              <a:gd name="connsiteX1" fmla="*/ 0 w 2516949"/>
              <a:gd name="connsiteY1" fmla="*/ 444500 h 444500"/>
              <a:gd name="connsiteX2" fmla="*/ 0 w 2516949"/>
              <a:gd name="connsiteY2" fmla="*/ 0 h 444500"/>
            </a:gdLst>
            <a:ahLst/>
            <a:cxnLst>
              <a:cxn ang="0">
                <a:pos x="connsiteX0" y="connsiteY0"/>
              </a:cxn>
              <a:cxn ang="0">
                <a:pos x="connsiteX1" y="connsiteY1"/>
              </a:cxn>
              <a:cxn ang="0">
                <a:pos x="connsiteX2" y="connsiteY2"/>
              </a:cxn>
            </a:cxnLst>
            <a:rect l="l" t="t" r="r" b="b"/>
            <a:pathLst>
              <a:path w="2516949" h="444500">
                <a:moveTo>
                  <a:pt x="2516949" y="444500"/>
                </a:moveTo>
                <a:lnTo>
                  <a:pt x="0" y="444500"/>
                </a:lnTo>
                <a:lnTo>
                  <a:pt x="0" y="0"/>
                </a:lnTo>
              </a:path>
            </a:pathLst>
          </a:custGeom>
          <a:noFill/>
          <a:ln>
            <a:noFill/>
          </a:ln>
        </p:spPr>
        <p:txBody>
          <a:bodyPr wrap="square" rtlCol="0" anchor="ctr">
            <a:spAutoFit/>
          </a:bodyPr>
          <a:lstStyle/>
          <a:p>
            <a:pPr marL="0" marR="0" lvl="0" indent="0" algn="ctr" defTabSz="761970" rtl="0" eaLnBrk="1" fontAlgn="auto" latinLnBrk="0" hangingPunct="1">
              <a:lnSpc>
                <a:spcPct val="85000"/>
              </a:lnSpc>
              <a:spcBef>
                <a:spcPts val="250"/>
              </a:spcBef>
              <a:spcAft>
                <a:spcPts val="0"/>
              </a:spcAft>
              <a:buClrTx/>
              <a:buSzTx/>
              <a:buFontTx/>
              <a:buNone/>
              <a:tabLst/>
              <a:defRPr/>
            </a:pPr>
            <a:r>
              <a:rPr kumimoji="0" lang="en-US" sz="1400" b="1" i="0" u="none" strike="noStrike" kern="0" cap="none" spc="300" normalizeH="0" baseline="0" noProof="0">
                <a:ln>
                  <a:noFill/>
                </a:ln>
                <a:solidFill>
                  <a:srgbClr val="F58024"/>
                </a:solidFill>
                <a:effectLst/>
                <a:uLnTx/>
                <a:uFillTx/>
                <a:latin typeface="Barlow"/>
                <a:ea typeface="+mn-ea"/>
                <a:cs typeface="+mn-cs"/>
              </a:rPr>
              <a:t>2019 - 2020</a:t>
            </a:r>
          </a:p>
        </p:txBody>
      </p:sp>
      <p:grpSp>
        <p:nvGrpSpPr>
          <p:cNvPr id="60" name="Group 59">
            <a:extLst>
              <a:ext uri="{FF2B5EF4-FFF2-40B4-BE49-F238E27FC236}">
                <a16:creationId xmlns:a16="http://schemas.microsoft.com/office/drawing/2014/main" id="{CE774985-85BA-BD0C-43A4-09E91E02737F}"/>
              </a:ext>
            </a:extLst>
          </p:cNvPr>
          <p:cNvGrpSpPr/>
          <p:nvPr/>
        </p:nvGrpSpPr>
        <p:grpSpPr>
          <a:xfrm>
            <a:off x="2981344" y="3267865"/>
            <a:ext cx="355793" cy="665460"/>
            <a:chOff x="3407324" y="1269402"/>
            <a:chExt cx="355793" cy="665460"/>
          </a:xfrm>
        </p:grpSpPr>
        <p:cxnSp>
          <p:nvCxnSpPr>
            <p:cNvPr id="61" name="Straight Connector 60">
              <a:extLst>
                <a:ext uri="{FF2B5EF4-FFF2-40B4-BE49-F238E27FC236}">
                  <a16:creationId xmlns:a16="http://schemas.microsoft.com/office/drawing/2014/main" id="{AC294606-11B3-0674-3C56-C76204919B2C}"/>
                </a:ext>
              </a:extLst>
            </p:cNvPr>
            <p:cNvCxnSpPr>
              <a:cxnSpLocks/>
            </p:cNvCxnSpPr>
            <p:nvPr/>
          </p:nvCxnSpPr>
          <p:spPr bwMode="auto">
            <a:xfrm>
              <a:off x="3585221" y="1269402"/>
              <a:ext cx="0" cy="665460"/>
            </a:xfrm>
            <a:prstGeom prst="line">
              <a:avLst/>
            </a:prstGeom>
            <a:noFill/>
            <a:ln w="57150" cap="rnd" cmpd="sng" algn="ctr">
              <a:solidFill>
                <a:schemeClr val="accent3"/>
              </a:solidFill>
              <a:prstDash val="sysDot"/>
              <a:round/>
              <a:headEnd type="none" w="med" len="med"/>
              <a:tailEnd type="none" w="med" len="med"/>
            </a:ln>
            <a:effectLst/>
          </p:spPr>
        </p:cxnSp>
        <p:grpSp>
          <p:nvGrpSpPr>
            <p:cNvPr id="62" name="Group 61">
              <a:extLst>
                <a:ext uri="{FF2B5EF4-FFF2-40B4-BE49-F238E27FC236}">
                  <a16:creationId xmlns:a16="http://schemas.microsoft.com/office/drawing/2014/main" id="{9C6118E9-E9D4-C620-092A-41B9C769ABED}"/>
                </a:ext>
              </a:extLst>
            </p:cNvPr>
            <p:cNvGrpSpPr/>
            <p:nvPr/>
          </p:nvGrpSpPr>
          <p:grpSpPr>
            <a:xfrm>
              <a:off x="3407324" y="1579069"/>
              <a:ext cx="355793" cy="355793"/>
              <a:chOff x="323267" y="2742531"/>
              <a:chExt cx="355793" cy="355793"/>
            </a:xfrm>
          </p:grpSpPr>
          <p:sp>
            <p:nvSpPr>
              <p:cNvPr id="63" name="Oval 62">
                <a:extLst>
                  <a:ext uri="{FF2B5EF4-FFF2-40B4-BE49-F238E27FC236}">
                    <a16:creationId xmlns:a16="http://schemas.microsoft.com/office/drawing/2014/main" id="{A7644151-A4F3-1B7A-1AAF-EC91F6288F15}"/>
                  </a:ext>
                </a:extLst>
              </p:cNvPr>
              <p:cNvSpPr/>
              <p:nvPr/>
            </p:nvSpPr>
            <p:spPr>
              <a:xfrm>
                <a:off x="323267" y="2742531"/>
                <a:ext cx="355793" cy="355793"/>
              </a:xfrm>
              <a:prstGeom prst="ellipse">
                <a:avLst/>
              </a:prstGeom>
              <a:solidFill>
                <a:schemeClr val="bg1"/>
              </a:solidFill>
              <a:ln w="12700" cap="flat">
                <a:noFill/>
                <a:prstDash val="solid"/>
                <a:miter/>
              </a:ln>
              <a:effectLst>
                <a:outerShdw blurRad="131627" sx="102000" sy="102000" algn="ctr" rotWithShape="0">
                  <a:prstClr val="black">
                    <a:alpha val="31836"/>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64" name="Oval 63">
                <a:extLst>
                  <a:ext uri="{FF2B5EF4-FFF2-40B4-BE49-F238E27FC236}">
                    <a16:creationId xmlns:a16="http://schemas.microsoft.com/office/drawing/2014/main" id="{4AC9C5D1-6BFD-E892-6AC4-974980D22CB6}"/>
                  </a:ext>
                </a:extLst>
              </p:cNvPr>
              <p:cNvSpPr/>
              <p:nvPr/>
            </p:nvSpPr>
            <p:spPr>
              <a:xfrm>
                <a:off x="416349" y="2834867"/>
                <a:ext cx="169630" cy="169630"/>
              </a:xfrm>
              <a:prstGeom prst="ellipse">
                <a:avLst/>
              </a:prstGeom>
              <a:solidFill>
                <a:srgbClr val="F27826"/>
              </a:solidFill>
              <a:ln w="25400" cap="flat">
                <a:solidFill>
                  <a:schemeClr val="bg1"/>
                </a:solid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sp>
        <p:nvSpPr>
          <p:cNvPr id="65" name="TextBox 64">
            <a:extLst>
              <a:ext uri="{FF2B5EF4-FFF2-40B4-BE49-F238E27FC236}">
                <a16:creationId xmlns:a16="http://schemas.microsoft.com/office/drawing/2014/main" id="{7CA1D545-0032-DB0E-6247-204DCA25111A}"/>
              </a:ext>
            </a:extLst>
          </p:cNvPr>
          <p:cNvSpPr txBox="1"/>
          <p:nvPr/>
        </p:nvSpPr>
        <p:spPr>
          <a:xfrm>
            <a:off x="4469672" y="2335838"/>
            <a:ext cx="1575851" cy="275460"/>
          </a:xfrm>
          <a:custGeom>
            <a:avLst/>
            <a:gdLst>
              <a:gd name="connsiteX0" fmla="*/ 0 w 2516949"/>
              <a:gd name="connsiteY0" fmla="*/ 0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0 w 2516949"/>
              <a:gd name="connsiteY0" fmla="*/ 0 h 444500"/>
              <a:gd name="connsiteX1" fmla="*/ 1653267 w 2516949"/>
              <a:gd name="connsiteY1" fmla="*/ 3175 h 444500"/>
              <a:gd name="connsiteX2" fmla="*/ 2516949 w 2516949"/>
              <a:gd name="connsiteY2" fmla="*/ 0 h 444500"/>
              <a:gd name="connsiteX3" fmla="*/ 2516949 w 2516949"/>
              <a:gd name="connsiteY3" fmla="*/ 444500 h 444500"/>
              <a:gd name="connsiteX4" fmla="*/ 0 w 2516949"/>
              <a:gd name="connsiteY4" fmla="*/ 444500 h 444500"/>
              <a:gd name="connsiteX5" fmla="*/ 0 w 2516949"/>
              <a:gd name="connsiteY5" fmla="*/ 0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5" fmla="*/ 1744707 w 2516949"/>
              <a:gd name="connsiteY5" fmla="*/ 94615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2516949 w 2516949"/>
              <a:gd name="connsiteY0" fmla="*/ 0 h 444500"/>
              <a:gd name="connsiteX1" fmla="*/ 2516949 w 2516949"/>
              <a:gd name="connsiteY1" fmla="*/ 444500 h 444500"/>
              <a:gd name="connsiteX2" fmla="*/ 0 w 2516949"/>
              <a:gd name="connsiteY2" fmla="*/ 444500 h 444500"/>
              <a:gd name="connsiteX3" fmla="*/ 0 w 2516949"/>
              <a:gd name="connsiteY3" fmla="*/ 0 h 444500"/>
              <a:gd name="connsiteX0" fmla="*/ 2516949 w 2516949"/>
              <a:gd name="connsiteY0" fmla="*/ 444500 h 444500"/>
              <a:gd name="connsiteX1" fmla="*/ 0 w 2516949"/>
              <a:gd name="connsiteY1" fmla="*/ 444500 h 444500"/>
              <a:gd name="connsiteX2" fmla="*/ 0 w 2516949"/>
              <a:gd name="connsiteY2" fmla="*/ 0 h 444500"/>
            </a:gdLst>
            <a:ahLst/>
            <a:cxnLst>
              <a:cxn ang="0">
                <a:pos x="connsiteX0" y="connsiteY0"/>
              </a:cxn>
              <a:cxn ang="0">
                <a:pos x="connsiteX1" y="connsiteY1"/>
              </a:cxn>
              <a:cxn ang="0">
                <a:pos x="connsiteX2" y="connsiteY2"/>
              </a:cxn>
            </a:cxnLst>
            <a:rect l="l" t="t" r="r" b="b"/>
            <a:pathLst>
              <a:path w="2516949" h="444500">
                <a:moveTo>
                  <a:pt x="2516949" y="444500"/>
                </a:moveTo>
                <a:lnTo>
                  <a:pt x="0" y="444500"/>
                </a:lnTo>
                <a:lnTo>
                  <a:pt x="0" y="0"/>
                </a:lnTo>
              </a:path>
            </a:pathLst>
          </a:custGeom>
          <a:noFill/>
          <a:ln>
            <a:noFill/>
          </a:ln>
        </p:spPr>
        <p:txBody>
          <a:bodyPr wrap="square" rtlCol="0" anchor="ctr">
            <a:spAutoFit/>
          </a:bodyPr>
          <a:lstStyle/>
          <a:p>
            <a:pPr marL="0" marR="0" lvl="0" indent="0" algn="ctr" defTabSz="761970" rtl="0" eaLnBrk="1" fontAlgn="auto" latinLnBrk="0" hangingPunct="1">
              <a:lnSpc>
                <a:spcPct val="85000"/>
              </a:lnSpc>
              <a:spcBef>
                <a:spcPts val="250"/>
              </a:spcBef>
              <a:spcAft>
                <a:spcPts val="0"/>
              </a:spcAft>
              <a:buClrTx/>
              <a:buSzTx/>
              <a:buFontTx/>
              <a:buNone/>
              <a:tabLst/>
              <a:defRPr/>
            </a:pPr>
            <a:r>
              <a:rPr kumimoji="0" lang="en-US" sz="1400" b="1" i="0" u="none" strike="noStrike" kern="0" cap="none" spc="300" normalizeH="0" baseline="0" noProof="0">
                <a:ln>
                  <a:noFill/>
                </a:ln>
                <a:solidFill>
                  <a:srgbClr val="F58024"/>
                </a:solidFill>
                <a:effectLst/>
                <a:uLnTx/>
                <a:uFillTx/>
                <a:latin typeface="Barlow"/>
                <a:ea typeface="+mn-ea"/>
                <a:cs typeface="+mn-cs"/>
              </a:rPr>
              <a:t>2021 - 2022</a:t>
            </a:r>
          </a:p>
        </p:txBody>
      </p:sp>
      <p:grpSp>
        <p:nvGrpSpPr>
          <p:cNvPr id="66" name="Group 65">
            <a:extLst>
              <a:ext uri="{FF2B5EF4-FFF2-40B4-BE49-F238E27FC236}">
                <a16:creationId xmlns:a16="http://schemas.microsoft.com/office/drawing/2014/main" id="{CB4C8245-E0C9-D797-EE5C-44C4A29771CD}"/>
              </a:ext>
            </a:extLst>
          </p:cNvPr>
          <p:cNvGrpSpPr/>
          <p:nvPr/>
        </p:nvGrpSpPr>
        <p:grpSpPr>
          <a:xfrm>
            <a:off x="5165146" y="2698361"/>
            <a:ext cx="355793" cy="665460"/>
            <a:chOff x="3407324" y="1269402"/>
            <a:chExt cx="355793" cy="665460"/>
          </a:xfrm>
        </p:grpSpPr>
        <p:cxnSp>
          <p:nvCxnSpPr>
            <p:cNvPr id="67" name="Straight Connector 66">
              <a:extLst>
                <a:ext uri="{FF2B5EF4-FFF2-40B4-BE49-F238E27FC236}">
                  <a16:creationId xmlns:a16="http://schemas.microsoft.com/office/drawing/2014/main" id="{CF1A77E4-24AD-8648-D75C-491FCA0868E0}"/>
                </a:ext>
              </a:extLst>
            </p:cNvPr>
            <p:cNvCxnSpPr>
              <a:cxnSpLocks/>
            </p:cNvCxnSpPr>
            <p:nvPr/>
          </p:nvCxnSpPr>
          <p:spPr bwMode="auto">
            <a:xfrm>
              <a:off x="3585221" y="1269402"/>
              <a:ext cx="0" cy="665460"/>
            </a:xfrm>
            <a:prstGeom prst="line">
              <a:avLst/>
            </a:prstGeom>
            <a:noFill/>
            <a:ln w="57150" cap="rnd" cmpd="sng" algn="ctr">
              <a:solidFill>
                <a:schemeClr val="accent3"/>
              </a:solidFill>
              <a:prstDash val="sysDot"/>
              <a:round/>
              <a:headEnd type="none" w="med" len="med"/>
              <a:tailEnd type="none" w="med" len="med"/>
            </a:ln>
            <a:effectLst/>
          </p:spPr>
        </p:cxnSp>
        <p:grpSp>
          <p:nvGrpSpPr>
            <p:cNvPr id="71" name="Group 70">
              <a:extLst>
                <a:ext uri="{FF2B5EF4-FFF2-40B4-BE49-F238E27FC236}">
                  <a16:creationId xmlns:a16="http://schemas.microsoft.com/office/drawing/2014/main" id="{1E71A158-7EC3-C2F4-F548-D347986F9A05}"/>
                </a:ext>
              </a:extLst>
            </p:cNvPr>
            <p:cNvGrpSpPr/>
            <p:nvPr/>
          </p:nvGrpSpPr>
          <p:grpSpPr>
            <a:xfrm>
              <a:off x="3407324" y="1579069"/>
              <a:ext cx="355793" cy="355793"/>
              <a:chOff x="323267" y="2742531"/>
              <a:chExt cx="355793" cy="355793"/>
            </a:xfrm>
          </p:grpSpPr>
          <p:sp>
            <p:nvSpPr>
              <p:cNvPr id="72" name="Oval 71">
                <a:extLst>
                  <a:ext uri="{FF2B5EF4-FFF2-40B4-BE49-F238E27FC236}">
                    <a16:creationId xmlns:a16="http://schemas.microsoft.com/office/drawing/2014/main" id="{4ABD104A-95F3-E4FE-E239-6732588B2785}"/>
                  </a:ext>
                </a:extLst>
              </p:cNvPr>
              <p:cNvSpPr/>
              <p:nvPr/>
            </p:nvSpPr>
            <p:spPr>
              <a:xfrm>
                <a:off x="323267" y="2742531"/>
                <a:ext cx="355793" cy="355793"/>
              </a:xfrm>
              <a:prstGeom prst="ellipse">
                <a:avLst/>
              </a:prstGeom>
              <a:solidFill>
                <a:schemeClr val="bg1"/>
              </a:solidFill>
              <a:ln w="12700" cap="flat">
                <a:noFill/>
                <a:prstDash val="solid"/>
                <a:miter/>
              </a:ln>
              <a:effectLst>
                <a:outerShdw blurRad="131627" sx="102000" sy="102000" algn="ctr" rotWithShape="0">
                  <a:prstClr val="black">
                    <a:alpha val="31836"/>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73" name="Oval 72">
                <a:extLst>
                  <a:ext uri="{FF2B5EF4-FFF2-40B4-BE49-F238E27FC236}">
                    <a16:creationId xmlns:a16="http://schemas.microsoft.com/office/drawing/2014/main" id="{887EE42C-3B27-AD08-480A-D780B973923A}"/>
                  </a:ext>
                </a:extLst>
              </p:cNvPr>
              <p:cNvSpPr/>
              <p:nvPr/>
            </p:nvSpPr>
            <p:spPr>
              <a:xfrm>
                <a:off x="416349" y="2834867"/>
                <a:ext cx="169630" cy="169630"/>
              </a:xfrm>
              <a:prstGeom prst="ellipse">
                <a:avLst/>
              </a:prstGeom>
              <a:solidFill>
                <a:srgbClr val="F27826"/>
              </a:solidFill>
              <a:ln w="25400" cap="flat">
                <a:solidFill>
                  <a:schemeClr val="bg1"/>
                </a:solid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sp>
        <p:nvSpPr>
          <p:cNvPr id="74" name="TextBox 73">
            <a:extLst>
              <a:ext uri="{FF2B5EF4-FFF2-40B4-BE49-F238E27FC236}">
                <a16:creationId xmlns:a16="http://schemas.microsoft.com/office/drawing/2014/main" id="{200944F1-5C80-3338-5A59-B73C45217192}"/>
              </a:ext>
            </a:extLst>
          </p:cNvPr>
          <p:cNvSpPr txBox="1"/>
          <p:nvPr/>
        </p:nvSpPr>
        <p:spPr>
          <a:xfrm>
            <a:off x="6568701" y="1872985"/>
            <a:ext cx="1575851" cy="275460"/>
          </a:xfrm>
          <a:custGeom>
            <a:avLst/>
            <a:gdLst>
              <a:gd name="connsiteX0" fmla="*/ 0 w 2516949"/>
              <a:gd name="connsiteY0" fmla="*/ 0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0 w 2516949"/>
              <a:gd name="connsiteY0" fmla="*/ 0 h 444500"/>
              <a:gd name="connsiteX1" fmla="*/ 1653267 w 2516949"/>
              <a:gd name="connsiteY1" fmla="*/ 3175 h 444500"/>
              <a:gd name="connsiteX2" fmla="*/ 2516949 w 2516949"/>
              <a:gd name="connsiteY2" fmla="*/ 0 h 444500"/>
              <a:gd name="connsiteX3" fmla="*/ 2516949 w 2516949"/>
              <a:gd name="connsiteY3" fmla="*/ 444500 h 444500"/>
              <a:gd name="connsiteX4" fmla="*/ 0 w 2516949"/>
              <a:gd name="connsiteY4" fmla="*/ 444500 h 444500"/>
              <a:gd name="connsiteX5" fmla="*/ 0 w 2516949"/>
              <a:gd name="connsiteY5" fmla="*/ 0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5" fmla="*/ 1744707 w 2516949"/>
              <a:gd name="connsiteY5" fmla="*/ 94615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2516949 w 2516949"/>
              <a:gd name="connsiteY0" fmla="*/ 0 h 444500"/>
              <a:gd name="connsiteX1" fmla="*/ 2516949 w 2516949"/>
              <a:gd name="connsiteY1" fmla="*/ 444500 h 444500"/>
              <a:gd name="connsiteX2" fmla="*/ 0 w 2516949"/>
              <a:gd name="connsiteY2" fmla="*/ 444500 h 444500"/>
              <a:gd name="connsiteX3" fmla="*/ 0 w 2516949"/>
              <a:gd name="connsiteY3" fmla="*/ 0 h 444500"/>
              <a:gd name="connsiteX0" fmla="*/ 2516949 w 2516949"/>
              <a:gd name="connsiteY0" fmla="*/ 444500 h 444500"/>
              <a:gd name="connsiteX1" fmla="*/ 0 w 2516949"/>
              <a:gd name="connsiteY1" fmla="*/ 444500 h 444500"/>
              <a:gd name="connsiteX2" fmla="*/ 0 w 2516949"/>
              <a:gd name="connsiteY2" fmla="*/ 0 h 444500"/>
            </a:gdLst>
            <a:ahLst/>
            <a:cxnLst>
              <a:cxn ang="0">
                <a:pos x="connsiteX0" y="connsiteY0"/>
              </a:cxn>
              <a:cxn ang="0">
                <a:pos x="connsiteX1" y="connsiteY1"/>
              </a:cxn>
              <a:cxn ang="0">
                <a:pos x="connsiteX2" y="connsiteY2"/>
              </a:cxn>
            </a:cxnLst>
            <a:rect l="l" t="t" r="r" b="b"/>
            <a:pathLst>
              <a:path w="2516949" h="444500">
                <a:moveTo>
                  <a:pt x="2516949" y="444500"/>
                </a:moveTo>
                <a:lnTo>
                  <a:pt x="0" y="444500"/>
                </a:lnTo>
                <a:lnTo>
                  <a:pt x="0" y="0"/>
                </a:lnTo>
              </a:path>
            </a:pathLst>
          </a:custGeom>
          <a:noFill/>
          <a:ln>
            <a:noFill/>
          </a:ln>
        </p:spPr>
        <p:txBody>
          <a:bodyPr wrap="square" rtlCol="0" anchor="ctr">
            <a:spAutoFit/>
          </a:bodyPr>
          <a:lstStyle/>
          <a:p>
            <a:pPr marL="0" marR="0" lvl="0" indent="0" algn="ctr" defTabSz="761970" rtl="0" eaLnBrk="1" fontAlgn="auto" latinLnBrk="0" hangingPunct="1">
              <a:lnSpc>
                <a:spcPct val="85000"/>
              </a:lnSpc>
              <a:spcBef>
                <a:spcPts val="250"/>
              </a:spcBef>
              <a:spcAft>
                <a:spcPts val="0"/>
              </a:spcAft>
              <a:buClrTx/>
              <a:buSzTx/>
              <a:buFontTx/>
              <a:buNone/>
              <a:tabLst/>
              <a:defRPr/>
            </a:pPr>
            <a:r>
              <a:rPr kumimoji="0" lang="en-US" sz="1400" b="1" i="0" u="none" strike="noStrike" kern="0" cap="none" spc="300" normalizeH="0" baseline="0" noProof="0">
                <a:ln>
                  <a:noFill/>
                </a:ln>
                <a:solidFill>
                  <a:srgbClr val="CD163F"/>
                </a:solidFill>
                <a:effectLst/>
                <a:uLnTx/>
                <a:uFillTx/>
                <a:latin typeface="Barlow"/>
                <a:ea typeface="+mn-ea"/>
                <a:cs typeface="+mn-cs"/>
              </a:rPr>
              <a:t>2023 - 2024</a:t>
            </a:r>
          </a:p>
        </p:txBody>
      </p:sp>
      <p:grpSp>
        <p:nvGrpSpPr>
          <p:cNvPr id="75" name="Group 74">
            <a:extLst>
              <a:ext uri="{FF2B5EF4-FFF2-40B4-BE49-F238E27FC236}">
                <a16:creationId xmlns:a16="http://schemas.microsoft.com/office/drawing/2014/main" id="{7BE9F9DB-CB0F-A728-D54E-D4A6F918B216}"/>
              </a:ext>
            </a:extLst>
          </p:cNvPr>
          <p:cNvGrpSpPr/>
          <p:nvPr/>
        </p:nvGrpSpPr>
        <p:grpSpPr>
          <a:xfrm>
            <a:off x="7187584" y="2235508"/>
            <a:ext cx="355793" cy="665460"/>
            <a:chOff x="3407324" y="1269402"/>
            <a:chExt cx="355793" cy="665460"/>
          </a:xfrm>
        </p:grpSpPr>
        <p:cxnSp>
          <p:nvCxnSpPr>
            <p:cNvPr id="76" name="Straight Connector 75">
              <a:extLst>
                <a:ext uri="{FF2B5EF4-FFF2-40B4-BE49-F238E27FC236}">
                  <a16:creationId xmlns:a16="http://schemas.microsoft.com/office/drawing/2014/main" id="{CDE1095C-2B96-E80F-FAA7-5EEEBCB1BB4F}"/>
                </a:ext>
              </a:extLst>
            </p:cNvPr>
            <p:cNvCxnSpPr>
              <a:cxnSpLocks/>
            </p:cNvCxnSpPr>
            <p:nvPr/>
          </p:nvCxnSpPr>
          <p:spPr bwMode="auto">
            <a:xfrm>
              <a:off x="3585221" y="1269402"/>
              <a:ext cx="0" cy="665460"/>
            </a:xfrm>
            <a:prstGeom prst="line">
              <a:avLst/>
            </a:prstGeom>
            <a:noFill/>
            <a:ln w="57150" cap="rnd" cmpd="sng" algn="ctr">
              <a:solidFill>
                <a:schemeClr val="accent1"/>
              </a:solidFill>
              <a:prstDash val="sysDot"/>
              <a:round/>
              <a:headEnd type="none" w="med" len="med"/>
              <a:tailEnd type="none" w="med" len="med"/>
            </a:ln>
            <a:effectLst/>
          </p:spPr>
        </p:cxnSp>
        <p:grpSp>
          <p:nvGrpSpPr>
            <p:cNvPr id="77" name="Group 76">
              <a:extLst>
                <a:ext uri="{FF2B5EF4-FFF2-40B4-BE49-F238E27FC236}">
                  <a16:creationId xmlns:a16="http://schemas.microsoft.com/office/drawing/2014/main" id="{42B05644-D19C-A085-22EF-FB729BB834D3}"/>
                </a:ext>
              </a:extLst>
            </p:cNvPr>
            <p:cNvGrpSpPr/>
            <p:nvPr/>
          </p:nvGrpSpPr>
          <p:grpSpPr>
            <a:xfrm>
              <a:off x="3407324" y="1579069"/>
              <a:ext cx="355793" cy="355793"/>
              <a:chOff x="323267" y="2742531"/>
              <a:chExt cx="355793" cy="355793"/>
            </a:xfrm>
          </p:grpSpPr>
          <p:sp>
            <p:nvSpPr>
              <p:cNvPr id="79" name="Oval 78">
                <a:extLst>
                  <a:ext uri="{FF2B5EF4-FFF2-40B4-BE49-F238E27FC236}">
                    <a16:creationId xmlns:a16="http://schemas.microsoft.com/office/drawing/2014/main" id="{CA74A51B-F587-4A08-9BF0-3A3602AEE451}"/>
                  </a:ext>
                </a:extLst>
              </p:cNvPr>
              <p:cNvSpPr/>
              <p:nvPr/>
            </p:nvSpPr>
            <p:spPr>
              <a:xfrm>
                <a:off x="323267" y="2742531"/>
                <a:ext cx="355793" cy="355793"/>
              </a:xfrm>
              <a:prstGeom prst="ellipse">
                <a:avLst/>
              </a:prstGeom>
              <a:solidFill>
                <a:schemeClr val="bg1"/>
              </a:solidFill>
              <a:ln w="12700" cap="flat">
                <a:noFill/>
                <a:prstDash val="solid"/>
                <a:miter/>
              </a:ln>
              <a:effectLst>
                <a:outerShdw blurRad="131627" sx="102000" sy="102000" algn="ctr" rotWithShape="0">
                  <a:prstClr val="black">
                    <a:alpha val="31836"/>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80" name="Oval 79">
                <a:extLst>
                  <a:ext uri="{FF2B5EF4-FFF2-40B4-BE49-F238E27FC236}">
                    <a16:creationId xmlns:a16="http://schemas.microsoft.com/office/drawing/2014/main" id="{C5DE9A49-44CD-18BF-9667-B332FEE42751}"/>
                  </a:ext>
                </a:extLst>
              </p:cNvPr>
              <p:cNvSpPr/>
              <p:nvPr/>
            </p:nvSpPr>
            <p:spPr>
              <a:xfrm>
                <a:off x="416349" y="2834867"/>
                <a:ext cx="169630" cy="169630"/>
              </a:xfrm>
              <a:prstGeom prst="ellipse">
                <a:avLst/>
              </a:prstGeom>
              <a:solidFill>
                <a:schemeClr val="accent1"/>
              </a:solidFill>
              <a:ln w="25400" cap="flat">
                <a:solidFill>
                  <a:schemeClr val="bg1"/>
                </a:solid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sp>
        <p:nvSpPr>
          <p:cNvPr id="81" name="TextBox 80">
            <a:extLst>
              <a:ext uri="{FF2B5EF4-FFF2-40B4-BE49-F238E27FC236}">
                <a16:creationId xmlns:a16="http://schemas.microsoft.com/office/drawing/2014/main" id="{3A9ECB59-08AE-4C58-23E4-CE906F979BB6}"/>
              </a:ext>
            </a:extLst>
          </p:cNvPr>
          <p:cNvSpPr txBox="1"/>
          <p:nvPr/>
        </p:nvSpPr>
        <p:spPr>
          <a:xfrm>
            <a:off x="8515835" y="1313728"/>
            <a:ext cx="1575851" cy="275460"/>
          </a:xfrm>
          <a:custGeom>
            <a:avLst/>
            <a:gdLst>
              <a:gd name="connsiteX0" fmla="*/ 0 w 2516949"/>
              <a:gd name="connsiteY0" fmla="*/ 0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0 w 2516949"/>
              <a:gd name="connsiteY0" fmla="*/ 0 h 444500"/>
              <a:gd name="connsiteX1" fmla="*/ 1653267 w 2516949"/>
              <a:gd name="connsiteY1" fmla="*/ 3175 h 444500"/>
              <a:gd name="connsiteX2" fmla="*/ 2516949 w 2516949"/>
              <a:gd name="connsiteY2" fmla="*/ 0 h 444500"/>
              <a:gd name="connsiteX3" fmla="*/ 2516949 w 2516949"/>
              <a:gd name="connsiteY3" fmla="*/ 444500 h 444500"/>
              <a:gd name="connsiteX4" fmla="*/ 0 w 2516949"/>
              <a:gd name="connsiteY4" fmla="*/ 444500 h 444500"/>
              <a:gd name="connsiteX5" fmla="*/ 0 w 2516949"/>
              <a:gd name="connsiteY5" fmla="*/ 0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5" fmla="*/ 1744707 w 2516949"/>
              <a:gd name="connsiteY5" fmla="*/ 94615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2516949 w 2516949"/>
              <a:gd name="connsiteY0" fmla="*/ 0 h 444500"/>
              <a:gd name="connsiteX1" fmla="*/ 2516949 w 2516949"/>
              <a:gd name="connsiteY1" fmla="*/ 444500 h 444500"/>
              <a:gd name="connsiteX2" fmla="*/ 0 w 2516949"/>
              <a:gd name="connsiteY2" fmla="*/ 444500 h 444500"/>
              <a:gd name="connsiteX3" fmla="*/ 0 w 2516949"/>
              <a:gd name="connsiteY3" fmla="*/ 0 h 444500"/>
              <a:gd name="connsiteX0" fmla="*/ 2516949 w 2516949"/>
              <a:gd name="connsiteY0" fmla="*/ 444500 h 444500"/>
              <a:gd name="connsiteX1" fmla="*/ 0 w 2516949"/>
              <a:gd name="connsiteY1" fmla="*/ 444500 h 444500"/>
              <a:gd name="connsiteX2" fmla="*/ 0 w 2516949"/>
              <a:gd name="connsiteY2" fmla="*/ 0 h 444500"/>
            </a:gdLst>
            <a:ahLst/>
            <a:cxnLst>
              <a:cxn ang="0">
                <a:pos x="connsiteX0" y="connsiteY0"/>
              </a:cxn>
              <a:cxn ang="0">
                <a:pos x="connsiteX1" y="connsiteY1"/>
              </a:cxn>
              <a:cxn ang="0">
                <a:pos x="connsiteX2" y="connsiteY2"/>
              </a:cxn>
            </a:cxnLst>
            <a:rect l="l" t="t" r="r" b="b"/>
            <a:pathLst>
              <a:path w="2516949" h="444500">
                <a:moveTo>
                  <a:pt x="2516949" y="444500"/>
                </a:moveTo>
                <a:lnTo>
                  <a:pt x="0" y="444500"/>
                </a:lnTo>
                <a:lnTo>
                  <a:pt x="0" y="0"/>
                </a:lnTo>
              </a:path>
            </a:pathLst>
          </a:custGeom>
          <a:noFill/>
          <a:ln>
            <a:noFill/>
          </a:ln>
        </p:spPr>
        <p:txBody>
          <a:bodyPr wrap="square" rtlCol="0" anchor="ctr">
            <a:spAutoFit/>
          </a:bodyPr>
          <a:lstStyle/>
          <a:p>
            <a:pPr marL="0" marR="0" lvl="0" indent="0" algn="ctr" defTabSz="761970" rtl="0" eaLnBrk="1" fontAlgn="auto" latinLnBrk="0" hangingPunct="1">
              <a:lnSpc>
                <a:spcPct val="85000"/>
              </a:lnSpc>
              <a:spcBef>
                <a:spcPts val="250"/>
              </a:spcBef>
              <a:spcAft>
                <a:spcPts val="0"/>
              </a:spcAft>
              <a:buClrTx/>
              <a:buSzTx/>
              <a:buFontTx/>
              <a:buNone/>
              <a:tabLst/>
              <a:defRPr/>
            </a:pPr>
            <a:r>
              <a:rPr kumimoji="0" lang="en-US" sz="1400" b="1" i="0" u="none" strike="noStrike" kern="0" cap="none" spc="300" normalizeH="0" baseline="0" noProof="0">
                <a:ln>
                  <a:noFill/>
                </a:ln>
                <a:solidFill>
                  <a:srgbClr val="CD163F"/>
                </a:solidFill>
                <a:effectLst/>
                <a:uLnTx/>
                <a:uFillTx/>
                <a:latin typeface="Barlow"/>
                <a:ea typeface="+mn-ea"/>
                <a:cs typeface="+mn-cs"/>
              </a:rPr>
              <a:t>2025</a:t>
            </a:r>
          </a:p>
        </p:txBody>
      </p:sp>
      <p:grpSp>
        <p:nvGrpSpPr>
          <p:cNvPr id="82" name="Group 81">
            <a:extLst>
              <a:ext uri="{FF2B5EF4-FFF2-40B4-BE49-F238E27FC236}">
                <a16:creationId xmlns:a16="http://schemas.microsoft.com/office/drawing/2014/main" id="{7A18AFC3-27F4-194C-3E2B-59B243083F5E}"/>
              </a:ext>
            </a:extLst>
          </p:cNvPr>
          <p:cNvGrpSpPr/>
          <p:nvPr/>
        </p:nvGrpSpPr>
        <p:grpSpPr>
          <a:xfrm>
            <a:off x="9134718" y="1676251"/>
            <a:ext cx="355793" cy="665460"/>
            <a:chOff x="3407324" y="1269402"/>
            <a:chExt cx="355793" cy="665460"/>
          </a:xfrm>
        </p:grpSpPr>
        <p:cxnSp>
          <p:nvCxnSpPr>
            <p:cNvPr id="83" name="Straight Connector 82">
              <a:extLst>
                <a:ext uri="{FF2B5EF4-FFF2-40B4-BE49-F238E27FC236}">
                  <a16:creationId xmlns:a16="http://schemas.microsoft.com/office/drawing/2014/main" id="{841A6F24-D10F-80B1-D15E-4B8A173B8ECA}"/>
                </a:ext>
              </a:extLst>
            </p:cNvPr>
            <p:cNvCxnSpPr>
              <a:cxnSpLocks/>
            </p:cNvCxnSpPr>
            <p:nvPr/>
          </p:nvCxnSpPr>
          <p:spPr bwMode="auto">
            <a:xfrm>
              <a:off x="3585221" y="1269402"/>
              <a:ext cx="0" cy="665460"/>
            </a:xfrm>
            <a:prstGeom prst="line">
              <a:avLst/>
            </a:prstGeom>
            <a:noFill/>
            <a:ln w="57150" cap="rnd" cmpd="sng" algn="ctr">
              <a:solidFill>
                <a:schemeClr val="accent1"/>
              </a:solidFill>
              <a:prstDash val="sysDot"/>
              <a:round/>
              <a:headEnd type="none" w="med" len="med"/>
              <a:tailEnd type="none" w="med" len="med"/>
            </a:ln>
            <a:effectLst/>
          </p:spPr>
        </p:cxnSp>
        <p:grpSp>
          <p:nvGrpSpPr>
            <p:cNvPr id="84" name="Group 83">
              <a:extLst>
                <a:ext uri="{FF2B5EF4-FFF2-40B4-BE49-F238E27FC236}">
                  <a16:creationId xmlns:a16="http://schemas.microsoft.com/office/drawing/2014/main" id="{50EC684C-B4E0-AA27-1DC1-289EDD4EAD76}"/>
                </a:ext>
              </a:extLst>
            </p:cNvPr>
            <p:cNvGrpSpPr/>
            <p:nvPr/>
          </p:nvGrpSpPr>
          <p:grpSpPr>
            <a:xfrm>
              <a:off x="3407324" y="1579069"/>
              <a:ext cx="355793" cy="355793"/>
              <a:chOff x="323267" y="2742531"/>
              <a:chExt cx="355793" cy="355793"/>
            </a:xfrm>
          </p:grpSpPr>
          <p:sp>
            <p:nvSpPr>
              <p:cNvPr id="85" name="Oval 84">
                <a:extLst>
                  <a:ext uri="{FF2B5EF4-FFF2-40B4-BE49-F238E27FC236}">
                    <a16:creationId xmlns:a16="http://schemas.microsoft.com/office/drawing/2014/main" id="{0A417BF3-F55D-F08E-11F3-D606BA2CAC1D}"/>
                  </a:ext>
                </a:extLst>
              </p:cNvPr>
              <p:cNvSpPr/>
              <p:nvPr/>
            </p:nvSpPr>
            <p:spPr>
              <a:xfrm>
                <a:off x="323267" y="2742531"/>
                <a:ext cx="355793" cy="355793"/>
              </a:xfrm>
              <a:prstGeom prst="ellipse">
                <a:avLst/>
              </a:prstGeom>
              <a:solidFill>
                <a:schemeClr val="bg1"/>
              </a:solidFill>
              <a:ln w="12700" cap="flat">
                <a:noFill/>
                <a:prstDash val="solid"/>
                <a:miter/>
              </a:ln>
              <a:effectLst>
                <a:outerShdw blurRad="131627" sx="102000" sy="102000" algn="ctr" rotWithShape="0">
                  <a:prstClr val="black">
                    <a:alpha val="31836"/>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87" name="Oval 86">
                <a:extLst>
                  <a:ext uri="{FF2B5EF4-FFF2-40B4-BE49-F238E27FC236}">
                    <a16:creationId xmlns:a16="http://schemas.microsoft.com/office/drawing/2014/main" id="{2632D71E-C6A8-74A5-018D-0A1FD8A44023}"/>
                  </a:ext>
                </a:extLst>
              </p:cNvPr>
              <p:cNvSpPr/>
              <p:nvPr/>
            </p:nvSpPr>
            <p:spPr>
              <a:xfrm>
                <a:off x="416349" y="2834867"/>
                <a:ext cx="169630" cy="169630"/>
              </a:xfrm>
              <a:prstGeom prst="ellipse">
                <a:avLst/>
              </a:prstGeom>
              <a:solidFill>
                <a:schemeClr val="accent1"/>
              </a:solidFill>
              <a:ln w="25400" cap="flat">
                <a:solidFill>
                  <a:schemeClr val="bg1"/>
                </a:solid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sp>
        <p:nvSpPr>
          <p:cNvPr id="111" name="TextBox 110">
            <a:extLst>
              <a:ext uri="{FF2B5EF4-FFF2-40B4-BE49-F238E27FC236}">
                <a16:creationId xmlns:a16="http://schemas.microsoft.com/office/drawing/2014/main" id="{4110EA26-DCEC-983C-1ED4-2AC88E53F47C}"/>
              </a:ext>
            </a:extLst>
          </p:cNvPr>
          <p:cNvSpPr txBox="1"/>
          <p:nvPr/>
        </p:nvSpPr>
        <p:spPr>
          <a:xfrm>
            <a:off x="10194028" y="941431"/>
            <a:ext cx="1575851" cy="353943"/>
          </a:xfrm>
          <a:custGeom>
            <a:avLst/>
            <a:gdLst>
              <a:gd name="connsiteX0" fmla="*/ 0 w 2516949"/>
              <a:gd name="connsiteY0" fmla="*/ 0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0 w 2516949"/>
              <a:gd name="connsiteY0" fmla="*/ 0 h 444500"/>
              <a:gd name="connsiteX1" fmla="*/ 1653267 w 2516949"/>
              <a:gd name="connsiteY1" fmla="*/ 3175 h 444500"/>
              <a:gd name="connsiteX2" fmla="*/ 2516949 w 2516949"/>
              <a:gd name="connsiteY2" fmla="*/ 0 h 444500"/>
              <a:gd name="connsiteX3" fmla="*/ 2516949 w 2516949"/>
              <a:gd name="connsiteY3" fmla="*/ 444500 h 444500"/>
              <a:gd name="connsiteX4" fmla="*/ 0 w 2516949"/>
              <a:gd name="connsiteY4" fmla="*/ 444500 h 444500"/>
              <a:gd name="connsiteX5" fmla="*/ 0 w 2516949"/>
              <a:gd name="connsiteY5" fmla="*/ 0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5" fmla="*/ 1744707 w 2516949"/>
              <a:gd name="connsiteY5" fmla="*/ 94615 h 444500"/>
              <a:gd name="connsiteX0" fmla="*/ 1653267 w 2516949"/>
              <a:gd name="connsiteY0" fmla="*/ 3175 h 444500"/>
              <a:gd name="connsiteX1" fmla="*/ 2516949 w 2516949"/>
              <a:gd name="connsiteY1" fmla="*/ 0 h 444500"/>
              <a:gd name="connsiteX2" fmla="*/ 2516949 w 2516949"/>
              <a:gd name="connsiteY2" fmla="*/ 444500 h 444500"/>
              <a:gd name="connsiteX3" fmla="*/ 0 w 2516949"/>
              <a:gd name="connsiteY3" fmla="*/ 444500 h 444500"/>
              <a:gd name="connsiteX4" fmla="*/ 0 w 2516949"/>
              <a:gd name="connsiteY4" fmla="*/ 0 h 444500"/>
              <a:gd name="connsiteX0" fmla="*/ 2516949 w 2516949"/>
              <a:gd name="connsiteY0" fmla="*/ 0 h 444500"/>
              <a:gd name="connsiteX1" fmla="*/ 2516949 w 2516949"/>
              <a:gd name="connsiteY1" fmla="*/ 444500 h 444500"/>
              <a:gd name="connsiteX2" fmla="*/ 0 w 2516949"/>
              <a:gd name="connsiteY2" fmla="*/ 444500 h 444500"/>
              <a:gd name="connsiteX3" fmla="*/ 0 w 2516949"/>
              <a:gd name="connsiteY3" fmla="*/ 0 h 444500"/>
              <a:gd name="connsiteX0" fmla="*/ 2516949 w 2516949"/>
              <a:gd name="connsiteY0" fmla="*/ 444500 h 444500"/>
              <a:gd name="connsiteX1" fmla="*/ 0 w 2516949"/>
              <a:gd name="connsiteY1" fmla="*/ 444500 h 444500"/>
              <a:gd name="connsiteX2" fmla="*/ 0 w 2516949"/>
              <a:gd name="connsiteY2" fmla="*/ 0 h 444500"/>
            </a:gdLst>
            <a:ahLst/>
            <a:cxnLst>
              <a:cxn ang="0">
                <a:pos x="connsiteX0" y="connsiteY0"/>
              </a:cxn>
              <a:cxn ang="0">
                <a:pos x="connsiteX1" y="connsiteY1"/>
              </a:cxn>
              <a:cxn ang="0">
                <a:pos x="connsiteX2" y="connsiteY2"/>
              </a:cxn>
            </a:cxnLst>
            <a:rect l="l" t="t" r="r" b="b"/>
            <a:pathLst>
              <a:path w="2516949" h="444500">
                <a:moveTo>
                  <a:pt x="2516949" y="444500"/>
                </a:moveTo>
                <a:lnTo>
                  <a:pt x="0" y="444500"/>
                </a:lnTo>
                <a:lnTo>
                  <a:pt x="0" y="0"/>
                </a:lnTo>
              </a:path>
            </a:pathLst>
          </a:custGeom>
          <a:noFill/>
          <a:ln>
            <a:noFill/>
          </a:ln>
        </p:spPr>
        <p:txBody>
          <a:bodyPr wrap="square" rtlCol="0" anchor="ctr">
            <a:spAutoFit/>
          </a:bodyPr>
          <a:lstStyle/>
          <a:p>
            <a:pPr marL="0" marR="0" lvl="0" indent="0" algn="ctr" defTabSz="761970" rtl="0" eaLnBrk="1" fontAlgn="auto" latinLnBrk="0" hangingPunct="1">
              <a:lnSpc>
                <a:spcPct val="85000"/>
              </a:lnSpc>
              <a:spcBef>
                <a:spcPts val="250"/>
              </a:spcBef>
              <a:spcAft>
                <a:spcPts val="0"/>
              </a:spcAft>
              <a:buClrTx/>
              <a:buSzTx/>
              <a:buFontTx/>
              <a:buNone/>
              <a:tabLst/>
              <a:defRPr/>
            </a:pPr>
            <a:r>
              <a:rPr kumimoji="0" lang="en-US" sz="2000" b="1" i="0" u="none" strike="noStrike" kern="0" cap="none" spc="0" normalizeH="0" baseline="0" noProof="0">
                <a:ln>
                  <a:noFill/>
                </a:ln>
                <a:solidFill>
                  <a:srgbClr val="CD163F"/>
                </a:solidFill>
                <a:effectLst/>
                <a:uLnTx/>
                <a:uFillTx/>
                <a:latin typeface="Barlow"/>
                <a:ea typeface="+mn-ea"/>
                <a:cs typeface="+mn-cs"/>
              </a:rPr>
              <a:t>What’s next</a:t>
            </a:r>
          </a:p>
        </p:txBody>
      </p:sp>
      <p:grpSp>
        <p:nvGrpSpPr>
          <p:cNvPr id="112" name="Group 111">
            <a:extLst>
              <a:ext uri="{FF2B5EF4-FFF2-40B4-BE49-F238E27FC236}">
                <a16:creationId xmlns:a16="http://schemas.microsoft.com/office/drawing/2014/main" id="{5ADB5F5C-9FDF-37AA-A2D5-649FFF29C6DD}"/>
              </a:ext>
            </a:extLst>
          </p:cNvPr>
          <p:cNvGrpSpPr/>
          <p:nvPr/>
        </p:nvGrpSpPr>
        <p:grpSpPr>
          <a:xfrm>
            <a:off x="10812911" y="1256932"/>
            <a:ext cx="355793" cy="665460"/>
            <a:chOff x="3407324" y="1269402"/>
            <a:chExt cx="355793" cy="665460"/>
          </a:xfrm>
        </p:grpSpPr>
        <p:cxnSp>
          <p:nvCxnSpPr>
            <p:cNvPr id="113" name="Straight Connector 112">
              <a:extLst>
                <a:ext uri="{FF2B5EF4-FFF2-40B4-BE49-F238E27FC236}">
                  <a16:creationId xmlns:a16="http://schemas.microsoft.com/office/drawing/2014/main" id="{90C53FA8-43E6-025F-CA66-63C253C9DD1B}"/>
                </a:ext>
              </a:extLst>
            </p:cNvPr>
            <p:cNvCxnSpPr>
              <a:cxnSpLocks/>
            </p:cNvCxnSpPr>
            <p:nvPr/>
          </p:nvCxnSpPr>
          <p:spPr bwMode="auto">
            <a:xfrm>
              <a:off x="3585221" y="1269402"/>
              <a:ext cx="0" cy="665460"/>
            </a:xfrm>
            <a:prstGeom prst="line">
              <a:avLst/>
            </a:prstGeom>
            <a:noFill/>
            <a:ln w="57150" cap="rnd" cmpd="sng" algn="ctr">
              <a:solidFill>
                <a:schemeClr val="accent1"/>
              </a:solidFill>
              <a:prstDash val="sysDot"/>
              <a:round/>
              <a:headEnd type="none" w="med" len="med"/>
              <a:tailEnd type="none" w="med" len="med"/>
            </a:ln>
            <a:effectLst/>
          </p:spPr>
        </p:cxnSp>
        <p:grpSp>
          <p:nvGrpSpPr>
            <p:cNvPr id="114" name="Group 113">
              <a:extLst>
                <a:ext uri="{FF2B5EF4-FFF2-40B4-BE49-F238E27FC236}">
                  <a16:creationId xmlns:a16="http://schemas.microsoft.com/office/drawing/2014/main" id="{2467B7A8-8E72-A28F-4DC7-9795E1F87F61}"/>
                </a:ext>
              </a:extLst>
            </p:cNvPr>
            <p:cNvGrpSpPr/>
            <p:nvPr/>
          </p:nvGrpSpPr>
          <p:grpSpPr>
            <a:xfrm>
              <a:off x="3407324" y="1579069"/>
              <a:ext cx="355793" cy="355793"/>
              <a:chOff x="323267" y="2742531"/>
              <a:chExt cx="355793" cy="355793"/>
            </a:xfrm>
          </p:grpSpPr>
          <p:sp>
            <p:nvSpPr>
              <p:cNvPr id="115" name="Oval 114">
                <a:extLst>
                  <a:ext uri="{FF2B5EF4-FFF2-40B4-BE49-F238E27FC236}">
                    <a16:creationId xmlns:a16="http://schemas.microsoft.com/office/drawing/2014/main" id="{4784BB0D-888E-3920-28B8-D74F2053EBC8}"/>
                  </a:ext>
                </a:extLst>
              </p:cNvPr>
              <p:cNvSpPr/>
              <p:nvPr/>
            </p:nvSpPr>
            <p:spPr>
              <a:xfrm>
                <a:off x="323267" y="2742531"/>
                <a:ext cx="355793" cy="355793"/>
              </a:xfrm>
              <a:prstGeom prst="ellipse">
                <a:avLst/>
              </a:prstGeom>
              <a:solidFill>
                <a:schemeClr val="bg1"/>
              </a:solidFill>
              <a:ln w="12700" cap="flat">
                <a:noFill/>
                <a:prstDash val="solid"/>
                <a:miter/>
              </a:ln>
              <a:effectLst>
                <a:outerShdw blurRad="131627" sx="102000" sy="102000" algn="ctr" rotWithShape="0">
                  <a:prstClr val="black">
                    <a:alpha val="31836"/>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116" name="Oval 115">
                <a:extLst>
                  <a:ext uri="{FF2B5EF4-FFF2-40B4-BE49-F238E27FC236}">
                    <a16:creationId xmlns:a16="http://schemas.microsoft.com/office/drawing/2014/main" id="{3F8B8AEA-6E32-FAD7-8BBC-3213F5FA72BA}"/>
                  </a:ext>
                </a:extLst>
              </p:cNvPr>
              <p:cNvSpPr/>
              <p:nvPr/>
            </p:nvSpPr>
            <p:spPr>
              <a:xfrm>
                <a:off x="416349" y="2834867"/>
                <a:ext cx="169630" cy="169630"/>
              </a:xfrm>
              <a:prstGeom prst="ellipse">
                <a:avLst/>
              </a:prstGeom>
              <a:solidFill>
                <a:schemeClr val="accent1"/>
              </a:solidFill>
              <a:ln w="25400" cap="flat">
                <a:solidFill>
                  <a:schemeClr val="bg1"/>
                </a:solid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grpSp>
      </p:grpSp>
      <p:sp>
        <p:nvSpPr>
          <p:cNvPr id="153" name="Rounded Rectangle 152">
            <a:extLst>
              <a:ext uri="{FF2B5EF4-FFF2-40B4-BE49-F238E27FC236}">
                <a16:creationId xmlns:a16="http://schemas.microsoft.com/office/drawing/2014/main" id="{87F8EE5B-7CA3-EFAE-1E9B-5C5039E54E62}"/>
              </a:ext>
            </a:extLst>
          </p:cNvPr>
          <p:cNvSpPr/>
          <p:nvPr/>
        </p:nvSpPr>
        <p:spPr>
          <a:xfrm>
            <a:off x="4468970" y="1798078"/>
            <a:ext cx="1632517" cy="442961"/>
          </a:xfrm>
          <a:prstGeom prst="roundRect">
            <a:avLst>
              <a:gd name="adj" fmla="val 50000"/>
            </a:avLst>
          </a:prstGeom>
          <a:gradFill flip="none" rotWithShape="1">
            <a:gsLst>
              <a:gs pos="0">
                <a:schemeClr val="accent3"/>
              </a:gs>
              <a:gs pos="100000">
                <a:schemeClr val="accent1"/>
              </a:gs>
            </a:gsLst>
            <a:lin ang="2700000" scaled="1"/>
            <a:tileRect/>
          </a:gradFill>
          <a:ln w="19050" cap="flat">
            <a:noFill/>
            <a:prstDash val="solid"/>
            <a:miter/>
          </a:ln>
          <a:effectLst/>
        </p:spPr>
        <p:txBody>
          <a:bodyPr tIns="91440" bIns="9144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arlow SemiBold" pitchFamily="2" charset="77"/>
                <a:ea typeface="+mn-ea"/>
                <a:cs typeface="+mn-cs"/>
              </a:rPr>
              <a:t>DIGITAL FOUNDATION</a:t>
            </a:r>
          </a:p>
        </p:txBody>
      </p:sp>
      <p:sp>
        <p:nvSpPr>
          <p:cNvPr id="154" name="Rounded Rectangle 153">
            <a:extLst>
              <a:ext uri="{FF2B5EF4-FFF2-40B4-BE49-F238E27FC236}">
                <a16:creationId xmlns:a16="http://schemas.microsoft.com/office/drawing/2014/main" id="{F1698B32-887B-8CE4-975C-49173EEF1C86}"/>
              </a:ext>
            </a:extLst>
          </p:cNvPr>
          <p:cNvSpPr/>
          <p:nvPr/>
        </p:nvSpPr>
        <p:spPr>
          <a:xfrm>
            <a:off x="6568701" y="603935"/>
            <a:ext cx="5255068" cy="275460"/>
          </a:xfrm>
          <a:prstGeom prst="roundRect">
            <a:avLst>
              <a:gd name="adj" fmla="val 50000"/>
            </a:avLst>
          </a:prstGeom>
          <a:gradFill flip="none" rotWithShape="1">
            <a:gsLst>
              <a:gs pos="0">
                <a:schemeClr val="accent1"/>
              </a:gs>
              <a:gs pos="100000">
                <a:schemeClr val="accent1">
                  <a:lumMod val="50000"/>
                </a:schemeClr>
              </a:gs>
            </a:gsLst>
            <a:lin ang="2700000" scaled="1"/>
            <a:tileRect/>
          </a:gradFill>
          <a:ln w="19050" cap="flat">
            <a:noFill/>
            <a:prstDash val="solid"/>
            <a:miter/>
          </a:ln>
          <a:effectLst/>
        </p:spPr>
        <p:txBody>
          <a:bodyPr t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Barlow SemiBold" pitchFamily="2" charset="77"/>
                <a:ea typeface="+mn-ea"/>
                <a:cs typeface="+mn-cs"/>
              </a:rPr>
              <a:t>DIGITAL EVOLUTION</a:t>
            </a:r>
          </a:p>
        </p:txBody>
      </p:sp>
      <p:sp>
        <p:nvSpPr>
          <p:cNvPr id="3" name="Rectangle 2">
            <a:extLst>
              <a:ext uri="{FF2B5EF4-FFF2-40B4-BE49-F238E27FC236}">
                <a16:creationId xmlns:a16="http://schemas.microsoft.com/office/drawing/2014/main" id="{AD81ABD7-F6CD-0427-2493-1070C9E02828}"/>
              </a:ext>
            </a:extLst>
          </p:cNvPr>
          <p:cNvSpPr/>
          <p:nvPr/>
        </p:nvSpPr>
        <p:spPr>
          <a:xfrm>
            <a:off x="8532927" y="6450433"/>
            <a:ext cx="3659072" cy="407567"/>
          </a:xfrm>
          <a:prstGeom prst="rect">
            <a:avLst/>
          </a:prstGeom>
          <a:solidFill>
            <a:srgbClr val="FFFFFF"/>
          </a:solidFill>
          <a:ln w="19050"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Barlow"/>
              <a:ea typeface="+mn-ea"/>
              <a:cs typeface="+mn-cs"/>
            </a:endParaRPr>
          </a:p>
        </p:txBody>
      </p:sp>
    </p:spTree>
    <p:extLst>
      <p:ext uri="{BB962C8B-B14F-4D97-AF65-F5344CB8AC3E}">
        <p14:creationId xmlns:p14="http://schemas.microsoft.com/office/powerpoint/2010/main" val="239393085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7DBE1A-8199-59E7-B22E-8F73E7A6F793}"/>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DBD41D2A-C767-64D6-2720-3D6ACAF479D7}"/>
              </a:ext>
            </a:extLst>
          </p:cNvPr>
          <p:cNvSpPr/>
          <p:nvPr/>
        </p:nvSpPr>
        <p:spPr>
          <a:xfrm>
            <a:off x="0" y="-27619"/>
            <a:ext cx="2727357" cy="68776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Rectangle: Rounded Corners 20">
            <a:extLst>
              <a:ext uri="{FF2B5EF4-FFF2-40B4-BE49-F238E27FC236}">
                <a16:creationId xmlns:a16="http://schemas.microsoft.com/office/drawing/2014/main" id="{7FACD5ED-E717-028F-71BA-4AACB3E86B7F}"/>
              </a:ext>
            </a:extLst>
          </p:cNvPr>
          <p:cNvSpPr/>
          <p:nvPr/>
        </p:nvSpPr>
        <p:spPr>
          <a:xfrm>
            <a:off x="194654" y="4403916"/>
            <a:ext cx="2832394" cy="542079"/>
          </a:xfrm>
          <a:prstGeom prst="roundRect">
            <a:avLst/>
          </a:prstGeom>
          <a:noFill/>
          <a:ln>
            <a:solidFill>
              <a:schemeClr val="bg2">
                <a:lumMod val="90000"/>
              </a:schemeClr>
            </a:solidFill>
          </a:ln>
          <a:effectLst/>
        </p:spPr>
        <p:txBody>
          <a:bodyPr wrap="none" lIns="0" tIns="0" bIns="0" anchor="ctr" anchorCtr="0">
            <a:noAutofit/>
          </a:bodyPr>
          <a:lstStyle/>
          <a:p>
            <a:pPr marL="0" marR="0" lvl="0" indent="0" algn="ctr" defTabSz="914400" rtl="0" eaLnBrk="1" fontAlgn="auto" latinLnBrk="0" hangingPunct="1">
              <a:lnSpc>
                <a:spcPct val="85000"/>
              </a:lnSpc>
              <a:spcBef>
                <a:spcPts val="0"/>
              </a:spcBef>
              <a:spcAft>
                <a:spcPts val="0"/>
              </a:spcAft>
              <a:buClr>
                <a:srgbClr val="4C4C4C"/>
              </a:buClr>
              <a:buSzTx/>
              <a:buFontTx/>
              <a:buNone/>
              <a:tabLst/>
              <a:defRPr/>
            </a:pPr>
            <a:endParaRPr kumimoji="0" lang="en-US" sz="1600" b="1" i="0" u="none" strike="noStrike" kern="0" cap="none" spc="300" normalizeH="0" baseline="0" noProof="0" dirty="0">
              <a:ln>
                <a:noFill/>
              </a:ln>
              <a:solidFill>
                <a:prstClr val="white"/>
              </a:solidFill>
              <a:effectLst/>
              <a:uLnTx/>
              <a:uFillTx/>
              <a:latin typeface="Barlow"/>
              <a:ea typeface="+mn-ea"/>
              <a:cs typeface="+mn-cs"/>
            </a:endParaRPr>
          </a:p>
        </p:txBody>
      </p:sp>
      <p:sp>
        <p:nvSpPr>
          <p:cNvPr id="19" name="Rectangle: Rounded Corners 18">
            <a:extLst>
              <a:ext uri="{FF2B5EF4-FFF2-40B4-BE49-F238E27FC236}">
                <a16:creationId xmlns:a16="http://schemas.microsoft.com/office/drawing/2014/main" id="{AD7299C6-AEE6-C7EE-A0C4-E41515EB9B83}"/>
              </a:ext>
            </a:extLst>
          </p:cNvPr>
          <p:cNvSpPr/>
          <p:nvPr/>
        </p:nvSpPr>
        <p:spPr>
          <a:xfrm>
            <a:off x="217208" y="3622570"/>
            <a:ext cx="2832394" cy="542079"/>
          </a:xfrm>
          <a:prstGeom prst="roundRect">
            <a:avLst/>
          </a:prstGeom>
          <a:noFill/>
          <a:ln>
            <a:solidFill>
              <a:schemeClr val="bg2"/>
            </a:solidFill>
          </a:ln>
          <a:effectLst/>
        </p:spPr>
        <p:txBody>
          <a:bodyPr wrap="none" lIns="0" tIns="0" bIns="0" anchor="ctr" anchorCtr="0">
            <a:noAutofit/>
          </a:bodyPr>
          <a:lstStyle/>
          <a:p>
            <a:pPr marL="0" marR="0" lvl="0" indent="0" algn="ctr" defTabSz="914400" rtl="0" eaLnBrk="1" fontAlgn="auto" latinLnBrk="0" hangingPunct="1">
              <a:lnSpc>
                <a:spcPct val="85000"/>
              </a:lnSpc>
              <a:spcBef>
                <a:spcPts val="0"/>
              </a:spcBef>
              <a:spcAft>
                <a:spcPts val="0"/>
              </a:spcAft>
              <a:buClr>
                <a:srgbClr val="4C4C4C"/>
              </a:buClr>
              <a:buSzTx/>
              <a:buFontTx/>
              <a:buNone/>
              <a:tabLst/>
              <a:defRPr/>
            </a:pPr>
            <a:endParaRPr kumimoji="0" lang="en-US" sz="1600" b="1" i="0" u="none" strike="noStrike" kern="0" cap="none" spc="300" normalizeH="0" baseline="0" noProof="0" dirty="0">
              <a:ln>
                <a:noFill/>
              </a:ln>
              <a:solidFill>
                <a:prstClr val="white"/>
              </a:solidFill>
              <a:effectLst/>
              <a:uLnTx/>
              <a:uFillTx/>
              <a:latin typeface="Barlow"/>
              <a:ea typeface="+mn-ea"/>
              <a:cs typeface="+mn-cs"/>
            </a:endParaRPr>
          </a:p>
        </p:txBody>
      </p:sp>
      <p:sp>
        <p:nvSpPr>
          <p:cNvPr id="18" name="Rectangle: Rounded Corners 17">
            <a:extLst>
              <a:ext uri="{FF2B5EF4-FFF2-40B4-BE49-F238E27FC236}">
                <a16:creationId xmlns:a16="http://schemas.microsoft.com/office/drawing/2014/main" id="{84FF8C6A-48D7-EA56-0011-68468EF82886}"/>
              </a:ext>
            </a:extLst>
          </p:cNvPr>
          <p:cNvSpPr/>
          <p:nvPr/>
        </p:nvSpPr>
        <p:spPr>
          <a:xfrm>
            <a:off x="205071" y="2841224"/>
            <a:ext cx="2832394" cy="542079"/>
          </a:xfrm>
          <a:prstGeom prst="roundRect">
            <a:avLst/>
          </a:prstGeom>
          <a:noFill/>
          <a:ln>
            <a:solidFill>
              <a:schemeClr val="bg2">
                <a:lumMod val="90000"/>
              </a:schemeClr>
            </a:solidFill>
          </a:ln>
          <a:effectLst/>
        </p:spPr>
        <p:txBody>
          <a:bodyPr wrap="none" lIns="0" tIns="0" bIns="0" anchor="ctr" anchorCtr="0">
            <a:noAutofit/>
          </a:bodyPr>
          <a:lstStyle/>
          <a:p>
            <a:pPr marL="0" marR="0" lvl="0" indent="0" algn="ctr" defTabSz="914400" rtl="0" eaLnBrk="1" fontAlgn="auto" latinLnBrk="0" hangingPunct="1">
              <a:lnSpc>
                <a:spcPct val="85000"/>
              </a:lnSpc>
              <a:spcBef>
                <a:spcPts val="0"/>
              </a:spcBef>
              <a:spcAft>
                <a:spcPts val="0"/>
              </a:spcAft>
              <a:buClr>
                <a:srgbClr val="4C4C4C"/>
              </a:buClr>
              <a:buSzTx/>
              <a:buFontTx/>
              <a:buNone/>
              <a:tabLst/>
              <a:defRPr/>
            </a:pPr>
            <a:endParaRPr kumimoji="0" lang="en-US" sz="1600" b="1" i="0" u="none" strike="noStrike" kern="0" cap="none" spc="300" normalizeH="0" baseline="0" noProof="0" dirty="0">
              <a:ln>
                <a:noFill/>
              </a:ln>
              <a:solidFill>
                <a:prstClr val="white"/>
              </a:solidFill>
              <a:effectLst/>
              <a:uLnTx/>
              <a:uFillTx/>
              <a:latin typeface="Barlow"/>
              <a:ea typeface="+mn-ea"/>
              <a:cs typeface="+mn-cs"/>
            </a:endParaRPr>
          </a:p>
        </p:txBody>
      </p:sp>
      <p:sp>
        <p:nvSpPr>
          <p:cNvPr id="7" name="Rectangle: Rounded Corners 6">
            <a:extLst>
              <a:ext uri="{FF2B5EF4-FFF2-40B4-BE49-F238E27FC236}">
                <a16:creationId xmlns:a16="http://schemas.microsoft.com/office/drawing/2014/main" id="{E99CCCFE-3CF4-C5A5-101D-27BC8AB72458}"/>
              </a:ext>
            </a:extLst>
          </p:cNvPr>
          <p:cNvSpPr/>
          <p:nvPr/>
        </p:nvSpPr>
        <p:spPr>
          <a:xfrm>
            <a:off x="198096" y="2062360"/>
            <a:ext cx="2832394" cy="542079"/>
          </a:xfrm>
          <a:prstGeom prst="roundRect">
            <a:avLst/>
          </a:prstGeom>
          <a:noFill/>
          <a:ln>
            <a:solidFill>
              <a:schemeClr val="bg2">
                <a:lumMod val="90000"/>
              </a:schemeClr>
            </a:solidFill>
          </a:ln>
          <a:effectLst/>
        </p:spPr>
        <p:txBody>
          <a:bodyPr wrap="none" lIns="0" tIns="0" bIns="0" anchor="ctr" anchorCtr="0">
            <a:noAutofit/>
          </a:bodyPr>
          <a:lstStyle/>
          <a:p>
            <a:pPr marL="0" marR="0" lvl="0" indent="0" algn="ctr" defTabSz="914400" rtl="0" eaLnBrk="1" fontAlgn="auto" latinLnBrk="0" hangingPunct="1">
              <a:lnSpc>
                <a:spcPct val="85000"/>
              </a:lnSpc>
              <a:spcBef>
                <a:spcPts val="0"/>
              </a:spcBef>
              <a:spcAft>
                <a:spcPts val="0"/>
              </a:spcAft>
              <a:buClr>
                <a:srgbClr val="4C4C4C"/>
              </a:buClr>
              <a:buSzTx/>
              <a:buFontTx/>
              <a:buNone/>
              <a:tabLst/>
              <a:defRPr/>
            </a:pPr>
            <a:endParaRPr kumimoji="0" lang="en-US" sz="1600" b="1" i="0" u="none" strike="noStrike" kern="0" cap="none" spc="300" normalizeH="0" baseline="0" noProof="0" dirty="0">
              <a:ln>
                <a:noFill/>
              </a:ln>
              <a:solidFill>
                <a:prstClr val="white"/>
              </a:solidFill>
              <a:effectLst/>
              <a:uLnTx/>
              <a:uFillTx/>
              <a:latin typeface="Barlow"/>
              <a:ea typeface="+mn-ea"/>
              <a:cs typeface="+mn-cs"/>
            </a:endParaRPr>
          </a:p>
        </p:txBody>
      </p:sp>
      <p:sp>
        <p:nvSpPr>
          <p:cNvPr id="6" name="Rectangle: Rounded Corners 5">
            <a:extLst>
              <a:ext uri="{FF2B5EF4-FFF2-40B4-BE49-F238E27FC236}">
                <a16:creationId xmlns:a16="http://schemas.microsoft.com/office/drawing/2014/main" id="{2BDD0569-AD4F-6381-6BC1-774706E2EAB2}"/>
              </a:ext>
            </a:extLst>
          </p:cNvPr>
          <p:cNvSpPr/>
          <p:nvPr/>
        </p:nvSpPr>
        <p:spPr>
          <a:xfrm>
            <a:off x="217208" y="1284315"/>
            <a:ext cx="2832394" cy="542079"/>
          </a:xfrm>
          <a:prstGeom prst="roundRect">
            <a:avLst/>
          </a:prstGeom>
          <a:gradFill>
            <a:gsLst>
              <a:gs pos="0">
                <a:srgbClr val="0986AC"/>
              </a:gs>
              <a:gs pos="50000">
                <a:srgbClr val="43A57A"/>
              </a:gs>
              <a:gs pos="100000">
                <a:srgbClr val="75BF50"/>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4A86"/>
                </a:solidFill>
                <a:effectLst/>
                <a:uLnTx/>
                <a:uFillTx/>
                <a:latin typeface="Barlow" panose="00000500000000000000" pitchFamily="2" charset="0"/>
                <a:ea typeface="+mn-ea"/>
                <a:cs typeface="+mn-cs"/>
              </a:rPr>
              <a:t>OVERVIEW</a:t>
            </a:r>
          </a:p>
        </p:txBody>
      </p:sp>
      <p:sp>
        <p:nvSpPr>
          <p:cNvPr id="111" name="TextBox 110">
            <a:extLst>
              <a:ext uri="{FF2B5EF4-FFF2-40B4-BE49-F238E27FC236}">
                <a16:creationId xmlns:a16="http://schemas.microsoft.com/office/drawing/2014/main" id="{7A0164A5-6316-DB75-9DEB-75ACC18AE514}"/>
              </a:ext>
            </a:extLst>
          </p:cNvPr>
          <p:cNvSpPr txBox="1"/>
          <p:nvPr/>
        </p:nvSpPr>
        <p:spPr>
          <a:xfrm>
            <a:off x="322433" y="1391964"/>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75000"/>
                </a:prstClr>
              </a:solidFill>
              <a:effectLst/>
              <a:uLnTx/>
              <a:uFillTx/>
              <a:latin typeface="Barlow Black" panose="00000A00000000000000" pitchFamily="2" charset="0"/>
              <a:ea typeface="+mn-ea"/>
              <a:cs typeface="+mn-cs"/>
            </a:endParaRPr>
          </a:p>
        </p:txBody>
      </p:sp>
      <p:sp>
        <p:nvSpPr>
          <p:cNvPr id="88" name="TextBox 87">
            <a:extLst>
              <a:ext uri="{FF2B5EF4-FFF2-40B4-BE49-F238E27FC236}">
                <a16:creationId xmlns:a16="http://schemas.microsoft.com/office/drawing/2014/main" id="{96AC64C5-AC6E-EE54-C414-A018D086FB05}"/>
              </a:ext>
            </a:extLst>
          </p:cNvPr>
          <p:cNvSpPr txBox="1"/>
          <p:nvPr/>
        </p:nvSpPr>
        <p:spPr>
          <a:xfrm>
            <a:off x="805104" y="3755111"/>
            <a:ext cx="227010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8E8E8">
                    <a:lumMod val="50000"/>
                  </a:srgbClr>
                </a:solidFill>
                <a:effectLst/>
                <a:uLnTx/>
                <a:uFillTx/>
                <a:latin typeface="Barlow" panose="00000500000000000000" pitchFamily="2" charset="0"/>
                <a:ea typeface="+mn-ea"/>
                <a:cs typeface="+mn-cs"/>
              </a:rPr>
              <a:t>MONITOR PRODUCTION</a:t>
            </a:r>
          </a:p>
        </p:txBody>
      </p:sp>
      <p:sp>
        <p:nvSpPr>
          <p:cNvPr id="90" name="TextBox 89">
            <a:extLst>
              <a:ext uri="{FF2B5EF4-FFF2-40B4-BE49-F238E27FC236}">
                <a16:creationId xmlns:a16="http://schemas.microsoft.com/office/drawing/2014/main" id="{0EB255B3-8B26-D109-4C48-2BD8F21DE678}"/>
              </a:ext>
            </a:extLst>
          </p:cNvPr>
          <p:cNvSpPr txBox="1"/>
          <p:nvPr/>
        </p:nvSpPr>
        <p:spPr>
          <a:xfrm>
            <a:off x="324047" y="3709766"/>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75000"/>
                  </a:prstClr>
                </a:solidFill>
                <a:effectLst/>
                <a:uLnTx/>
                <a:uFillTx/>
                <a:latin typeface="Barlow Black" panose="00000A00000000000000" pitchFamily="2" charset="0"/>
                <a:ea typeface="+mn-ea"/>
                <a:cs typeface="+mn-cs"/>
              </a:rPr>
              <a:t>3</a:t>
            </a:r>
          </a:p>
        </p:txBody>
      </p:sp>
      <p:sp>
        <p:nvSpPr>
          <p:cNvPr id="98" name="TextBox 97">
            <a:extLst>
              <a:ext uri="{FF2B5EF4-FFF2-40B4-BE49-F238E27FC236}">
                <a16:creationId xmlns:a16="http://schemas.microsoft.com/office/drawing/2014/main" id="{3FE3A6B0-5A98-EBA3-EE55-51AA372BD072}"/>
              </a:ext>
            </a:extLst>
          </p:cNvPr>
          <p:cNvSpPr txBox="1"/>
          <p:nvPr/>
        </p:nvSpPr>
        <p:spPr>
          <a:xfrm>
            <a:off x="819197" y="4528276"/>
            <a:ext cx="227010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E8E8E8">
                    <a:lumMod val="50000"/>
                  </a:srgbClr>
                </a:solidFill>
                <a:effectLst/>
                <a:uLnTx/>
                <a:uFillTx/>
                <a:latin typeface="Barlow" panose="00000500000000000000" pitchFamily="2" charset="0"/>
                <a:ea typeface="+mn-ea"/>
                <a:cs typeface="+mn-cs"/>
              </a:rPr>
              <a:t>OPTIMIZE PRODUCTION</a:t>
            </a:r>
          </a:p>
        </p:txBody>
      </p:sp>
      <p:sp>
        <p:nvSpPr>
          <p:cNvPr id="100" name="TextBox 99">
            <a:extLst>
              <a:ext uri="{FF2B5EF4-FFF2-40B4-BE49-F238E27FC236}">
                <a16:creationId xmlns:a16="http://schemas.microsoft.com/office/drawing/2014/main" id="{019B6F7E-FBE7-9BFF-5E81-B048A1832450}"/>
              </a:ext>
            </a:extLst>
          </p:cNvPr>
          <p:cNvSpPr txBox="1"/>
          <p:nvPr/>
        </p:nvSpPr>
        <p:spPr>
          <a:xfrm>
            <a:off x="338140" y="4482931"/>
            <a:ext cx="3321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75000"/>
                  </a:prstClr>
                </a:solidFill>
                <a:effectLst/>
                <a:uLnTx/>
                <a:uFillTx/>
                <a:latin typeface="Barlow Black" panose="00000A00000000000000" pitchFamily="2" charset="0"/>
                <a:ea typeface="+mn-ea"/>
                <a:cs typeface="+mn-cs"/>
              </a:rPr>
              <a:t>4</a:t>
            </a:r>
          </a:p>
        </p:txBody>
      </p:sp>
      <p:sp>
        <p:nvSpPr>
          <p:cNvPr id="71" name="TextBox 70">
            <a:extLst>
              <a:ext uri="{FF2B5EF4-FFF2-40B4-BE49-F238E27FC236}">
                <a16:creationId xmlns:a16="http://schemas.microsoft.com/office/drawing/2014/main" id="{9C8647CE-7C6D-C580-BD5B-E08BF91BBC7C}"/>
              </a:ext>
            </a:extLst>
          </p:cNvPr>
          <p:cNvSpPr txBox="1"/>
          <p:nvPr/>
        </p:nvSpPr>
        <p:spPr>
          <a:xfrm>
            <a:off x="805105" y="2981946"/>
            <a:ext cx="178888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E8E8">
                    <a:lumMod val="50000"/>
                  </a:srgbClr>
                </a:solidFill>
                <a:effectLst/>
                <a:uLnTx/>
                <a:uFillTx/>
                <a:latin typeface="Barlow" panose="00000500000000000000" pitchFamily="2" charset="0"/>
                <a:ea typeface="+mn-ea"/>
                <a:cs typeface="+mn-cs"/>
              </a:rPr>
              <a:t>CONTEXTUALIZE DATA</a:t>
            </a:r>
          </a:p>
        </p:txBody>
      </p:sp>
      <p:sp>
        <p:nvSpPr>
          <p:cNvPr id="74" name="TextBox 73">
            <a:extLst>
              <a:ext uri="{FF2B5EF4-FFF2-40B4-BE49-F238E27FC236}">
                <a16:creationId xmlns:a16="http://schemas.microsoft.com/office/drawing/2014/main" id="{DC4795EB-A857-D894-0CC3-3717C4718A79}"/>
              </a:ext>
            </a:extLst>
          </p:cNvPr>
          <p:cNvSpPr txBox="1"/>
          <p:nvPr/>
        </p:nvSpPr>
        <p:spPr>
          <a:xfrm>
            <a:off x="324048" y="2936601"/>
            <a:ext cx="317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75000"/>
                  </a:prstClr>
                </a:solidFill>
                <a:effectLst/>
                <a:uLnTx/>
                <a:uFillTx/>
                <a:latin typeface="Barlow Black" panose="00000A00000000000000" pitchFamily="2" charset="0"/>
                <a:ea typeface="+mn-ea"/>
                <a:cs typeface="+mn-cs"/>
              </a:rPr>
              <a:t>2</a:t>
            </a:r>
          </a:p>
        </p:txBody>
      </p:sp>
      <p:sp>
        <p:nvSpPr>
          <p:cNvPr id="14" name="TextBox 13">
            <a:extLst>
              <a:ext uri="{FF2B5EF4-FFF2-40B4-BE49-F238E27FC236}">
                <a16:creationId xmlns:a16="http://schemas.microsoft.com/office/drawing/2014/main" id="{AEA5F0B1-3D4B-AD8D-7EAF-6B5B517A28E1}"/>
              </a:ext>
            </a:extLst>
          </p:cNvPr>
          <p:cNvSpPr txBox="1"/>
          <p:nvPr/>
        </p:nvSpPr>
        <p:spPr>
          <a:xfrm>
            <a:off x="819198" y="2207974"/>
            <a:ext cx="178888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E8E8">
                    <a:lumMod val="50000"/>
                  </a:srgbClr>
                </a:solidFill>
                <a:effectLst/>
                <a:uLnTx/>
                <a:uFillTx/>
                <a:latin typeface="Barlow" panose="00000500000000000000" pitchFamily="2" charset="0"/>
                <a:ea typeface="+mn-ea"/>
                <a:cs typeface="+mn-cs"/>
              </a:rPr>
              <a:t>ENABLE DATA</a:t>
            </a:r>
          </a:p>
        </p:txBody>
      </p:sp>
      <p:sp>
        <p:nvSpPr>
          <p:cNvPr id="20" name="TextBox 19">
            <a:extLst>
              <a:ext uri="{FF2B5EF4-FFF2-40B4-BE49-F238E27FC236}">
                <a16:creationId xmlns:a16="http://schemas.microsoft.com/office/drawing/2014/main" id="{FEF61C90-2EA8-5643-DE80-F57A4CB42BA5}"/>
              </a:ext>
            </a:extLst>
          </p:cNvPr>
          <p:cNvSpPr txBox="1"/>
          <p:nvPr/>
        </p:nvSpPr>
        <p:spPr>
          <a:xfrm>
            <a:off x="338141" y="2162629"/>
            <a:ext cx="26642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lumMod val="75000"/>
                  </a:prstClr>
                </a:solidFill>
                <a:effectLst/>
                <a:uLnTx/>
                <a:uFillTx/>
                <a:latin typeface="Barlow Black" panose="00000A00000000000000" pitchFamily="2" charset="0"/>
                <a:ea typeface="+mn-ea"/>
                <a:cs typeface="+mn-cs"/>
              </a:rPr>
              <a:t>1</a:t>
            </a:r>
          </a:p>
        </p:txBody>
      </p:sp>
      <p:sp>
        <p:nvSpPr>
          <p:cNvPr id="3091" name="Rectangle 3090">
            <a:extLst>
              <a:ext uri="{FF2B5EF4-FFF2-40B4-BE49-F238E27FC236}">
                <a16:creationId xmlns:a16="http://schemas.microsoft.com/office/drawing/2014/main" id="{03839FE9-5310-7A1E-8365-E99D1D5ADEE5}"/>
              </a:ext>
            </a:extLst>
          </p:cNvPr>
          <p:cNvSpPr/>
          <p:nvPr/>
        </p:nvSpPr>
        <p:spPr>
          <a:xfrm>
            <a:off x="32193" y="5984889"/>
            <a:ext cx="12183340" cy="865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TextBox 41">
            <a:extLst>
              <a:ext uri="{FF2B5EF4-FFF2-40B4-BE49-F238E27FC236}">
                <a16:creationId xmlns:a16="http://schemas.microsoft.com/office/drawing/2014/main" id="{782E6A04-F2AD-1A66-D4A7-DE55584BCF2C}"/>
              </a:ext>
            </a:extLst>
          </p:cNvPr>
          <p:cNvSpPr txBox="1"/>
          <p:nvPr/>
        </p:nvSpPr>
        <p:spPr>
          <a:xfrm>
            <a:off x="266423" y="162609"/>
            <a:ext cx="2513063"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Barlow SemiBold" panose="00000700000000000000" pitchFamily="2" charset="0"/>
                <a:ea typeface="+mn-ea"/>
                <a:cs typeface="+mn-cs"/>
              </a:rPr>
              <a:t>CREATE what’s next</a:t>
            </a:r>
            <a:br>
              <a:rPr kumimoji="0" lang="en-US" sz="4000" b="0" i="0" u="none" strike="noStrike" kern="1200" cap="none" spc="0" normalizeH="0" baseline="0" noProof="0" dirty="0">
                <a:ln>
                  <a:noFill/>
                </a:ln>
                <a:solidFill>
                  <a:prstClr val="black"/>
                </a:solidFill>
                <a:effectLst/>
                <a:uLnTx/>
                <a:uFillTx/>
                <a:latin typeface="Barlow SemiBold" panose="00000700000000000000" pitchFamily="2" charset="0"/>
                <a:ea typeface="+mn-ea"/>
                <a:cs typeface="+mn-cs"/>
              </a:rPr>
            </a:br>
            <a:r>
              <a:rPr kumimoji="0" lang="en-US" sz="1400" b="0" i="0" u="none" strike="noStrike" kern="1200" cap="none" spc="0" normalizeH="0" baseline="0" noProof="0" dirty="0">
                <a:ln>
                  <a:noFill/>
                </a:ln>
                <a:solidFill>
                  <a:srgbClr val="FF0000"/>
                </a:solidFill>
                <a:effectLst/>
                <a:uLnTx/>
                <a:uFillTx/>
                <a:latin typeface="Barlow" panose="00000500000000000000" pitchFamily="2" charset="0"/>
                <a:ea typeface="+mn-ea"/>
                <a:cs typeface="+mn-cs"/>
              </a:rPr>
              <a:t>by turning data into action</a:t>
            </a:r>
            <a:r>
              <a:rPr kumimoji="0" lang="en-US" sz="1400" b="0" i="0" u="none" strike="noStrike" kern="1200" cap="none" spc="0" normalizeH="0" baseline="0" noProof="0" dirty="0">
                <a:ln>
                  <a:noFill/>
                </a:ln>
                <a:solidFill>
                  <a:prstClr val="black"/>
                </a:solidFill>
                <a:effectLst/>
                <a:uLnTx/>
                <a:uFillTx/>
                <a:latin typeface="Barlow" panose="00000500000000000000" pitchFamily="2" charset="0"/>
                <a:ea typeface="+mn-ea"/>
                <a:cs typeface="+mn-cs"/>
              </a:rPr>
              <a:t>.</a:t>
            </a:r>
          </a:p>
        </p:txBody>
      </p:sp>
      <p:pic>
        <p:nvPicPr>
          <p:cNvPr id="30" name="Picture 29">
            <a:extLst>
              <a:ext uri="{FF2B5EF4-FFF2-40B4-BE49-F238E27FC236}">
                <a16:creationId xmlns:a16="http://schemas.microsoft.com/office/drawing/2014/main" id="{13B44F52-6F87-ED85-95AD-6ECF2ED958FA}"/>
              </a:ext>
            </a:extLst>
          </p:cNvPr>
          <p:cNvPicPr>
            <a:picLocks noChangeAspect="1"/>
          </p:cNvPicPr>
          <p:nvPr/>
        </p:nvPicPr>
        <p:blipFill>
          <a:blip r:embed="rId3">
            <a:extLst>
              <a:ext uri="{28A0092B-C50C-407E-A947-70E740481C1C}">
                <a14:useLocalDpi xmlns:a14="http://schemas.microsoft.com/office/drawing/2010/main" val="0"/>
              </a:ext>
            </a:extLst>
          </a:blip>
          <a:srcRect l="1465" t="89595" r="88270" b="3361"/>
          <a:stretch>
            <a:fillRect/>
          </a:stretch>
        </p:blipFill>
        <p:spPr>
          <a:xfrm>
            <a:off x="106888" y="6270142"/>
            <a:ext cx="1078785" cy="417176"/>
          </a:xfrm>
          <a:prstGeom prst="rect">
            <a:avLst/>
          </a:prstGeom>
        </p:spPr>
      </p:pic>
      <p:pic>
        <p:nvPicPr>
          <p:cNvPr id="31" name="Picture 30">
            <a:extLst>
              <a:ext uri="{FF2B5EF4-FFF2-40B4-BE49-F238E27FC236}">
                <a16:creationId xmlns:a16="http://schemas.microsoft.com/office/drawing/2014/main" id="{B25F0B84-A3E5-7668-339F-60329062DA52}"/>
              </a:ext>
            </a:extLst>
          </p:cNvPr>
          <p:cNvPicPr>
            <a:picLocks noChangeAspect="1"/>
          </p:cNvPicPr>
          <p:nvPr/>
        </p:nvPicPr>
        <p:blipFill>
          <a:blip r:embed="rId3">
            <a:extLst>
              <a:ext uri="{28A0092B-C50C-407E-A947-70E740481C1C}">
                <a14:useLocalDpi xmlns:a14="http://schemas.microsoft.com/office/drawing/2010/main" val="0"/>
              </a:ext>
            </a:extLst>
          </a:blip>
          <a:srcRect l="1464" t="3256" r="89080" b="90661"/>
          <a:stretch>
            <a:fillRect/>
          </a:stretch>
        </p:blipFill>
        <p:spPr>
          <a:xfrm>
            <a:off x="1166747" y="6392715"/>
            <a:ext cx="877038" cy="318018"/>
          </a:xfrm>
          <a:prstGeom prst="rect">
            <a:avLst/>
          </a:prstGeom>
        </p:spPr>
      </p:pic>
      <p:cxnSp>
        <p:nvCxnSpPr>
          <p:cNvPr id="38" name="Straight Connector 37">
            <a:extLst>
              <a:ext uri="{FF2B5EF4-FFF2-40B4-BE49-F238E27FC236}">
                <a16:creationId xmlns:a16="http://schemas.microsoft.com/office/drawing/2014/main" id="{3CF894AB-F659-F7E0-961D-50ED6E5E875E}"/>
              </a:ext>
            </a:extLst>
          </p:cNvPr>
          <p:cNvCxnSpPr>
            <a:cxnSpLocks/>
          </p:cNvCxnSpPr>
          <p:nvPr/>
        </p:nvCxnSpPr>
        <p:spPr>
          <a:xfrm>
            <a:off x="2771970" y="-27618"/>
            <a:ext cx="0" cy="6894900"/>
          </a:xfrm>
          <a:prstGeom prst="line">
            <a:avLst/>
          </a:prstGeom>
          <a:ln w="38100">
            <a:solidFill>
              <a:srgbClr val="97ADC1"/>
            </a:solidFill>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473E1DB6-3608-0C51-D239-D328079E9487}"/>
              </a:ext>
            </a:extLst>
          </p:cNvPr>
          <p:cNvGrpSpPr/>
          <p:nvPr/>
        </p:nvGrpSpPr>
        <p:grpSpPr>
          <a:xfrm>
            <a:off x="2785897" y="5973519"/>
            <a:ext cx="9455983" cy="893763"/>
            <a:chOff x="2785897" y="5973519"/>
            <a:chExt cx="9455983" cy="893763"/>
          </a:xfrm>
        </p:grpSpPr>
        <p:sp>
          <p:nvSpPr>
            <p:cNvPr id="4" name="Rectangle 3">
              <a:extLst>
                <a:ext uri="{FF2B5EF4-FFF2-40B4-BE49-F238E27FC236}">
                  <a16:creationId xmlns:a16="http://schemas.microsoft.com/office/drawing/2014/main" id="{84EE6945-E31B-E973-AB0D-EFFB383F4001}"/>
                </a:ext>
              </a:extLst>
            </p:cNvPr>
            <p:cNvSpPr/>
            <p:nvPr/>
          </p:nvSpPr>
          <p:spPr>
            <a:xfrm>
              <a:off x="2785897" y="5973519"/>
              <a:ext cx="9455983" cy="89376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2" name="Picture 31">
              <a:extLst>
                <a:ext uri="{FF2B5EF4-FFF2-40B4-BE49-F238E27FC236}">
                  <a16:creationId xmlns:a16="http://schemas.microsoft.com/office/drawing/2014/main" id="{ED002AD5-7CA0-ADCC-178F-3A2653C1661F}"/>
                </a:ext>
              </a:extLst>
            </p:cNvPr>
            <p:cNvPicPr>
              <a:picLocks noChangeAspect="1"/>
            </p:cNvPicPr>
            <p:nvPr/>
          </p:nvPicPr>
          <p:blipFill>
            <a:blip r:embed="rId3">
              <a:clrChange>
                <a:clrFrom>
                  <a:srgbClr val="E8E8E8"/>
                </a:clrFrom>
                <a:clrTo>
                  <a:srgbClr val="E8E8E8">
                    <a:alpha val="0"/>
                  </a:srgbClr>
                </a:clrTo>
              </a:clrChange>
              <a:extLst>
                <a:ext uri="{28A0092B-C50C-407E-A947-70E740481C1C}">
                  <a14:useLocalDpi xmlns:a14="http://schemas.microsoft.com/office/drawing/2010/main" val="0"/>
                </a:ext>
              </a:extLst>
            </a:blip>
            <a:srcRect l="27597" t="89954" r="64497" b="2241"/>
            <a:stretch>
              <a:fillRect/>
            </a:stretch>
          </p:blipFill>
          <p:spPr>
            <a:xfrm>
              <a:off x="11040945" y="6123461"/>
              <a:ext cx="955660" cy="530755"/>
            </a:xfrm>
            <a:prstGeom prst="rect">
              <a:avLst/>
            </a:prstGeom>
          </p:spPr>
        </p:pic>
        <p:grpSp>
          <p:nvGrpSpPr>
            <p:cNvPr id="24" name="Group 23">
              <a:extLst>
                <a:ext uri="{FF2B5EF4-FFF2-40B4-BE49-F238E27FC236}">
                  <a16:creationId xmlns:a16="http://schemas.microsoft.com/office/drawing/2014/main" id="{1540B635-9C05-B692-1F79-9CB52F0EDF67}"/>
                </a:ext>
              </a:extLst>
            </p:cNvPr>
            <p:cNvGrpSpPr/>
            <p:nvPr/>
          </p:nvGrpSpPr>
          <p:grpSpPr>
            <a:xfrm>
              <a:off x="5676749" y="6219089"/>
              <a:ext cx="2714769" cy="365125"/>
              <a:chOff x="5856515" y="6227552"/>
              <a:chExt cx="2714769" cy="365125"/>
            </a:xfrm>
          </p:grpSpPr>
          <p:sp>
            <p:nvSpPr>
              <p:cNvPr id="25" name="Rectangle: Rounded Corners 24">
                <a:extLst>
                  <a:ext uri="{FF2B5EF4-FFF2-40B4-BE49-F238E27FC236}">
                    <a16:creationId xmlns:a16="http://schemas.microsoft.com/office/drawing/2014/main" id="{1E4FC8A8-DCF4-F687-AF73-7C2991DEB928}"/>
                  </a:ext>
                </a:extLst>
              </p:cNvPr>
              <p:cNvSpPr/>
              <p:nvPr/>
            </p:nvSpPr>
            <p:spPr>
              <a:xfrm>
                <a:off x="5856515" y="6227552"/>
                <a:ext cx="1461117" cy="365125"/>
              </a:xfrm>
              <a:prstGeom prst="roundRect">
                <a:avLst/>
              </a:prstGeom>
              <a:solidFill>
                <a:schemeClr val="bg1"/>
              </a:solidFill>
              <a:ln w="12700">
                <a:solidFill>
                  <a:srgbClr val="002E5E"/>
                </a:solidFill>
              </a:ln>
            </p:spPr>
            <p:style>
              <a:lnRef idx="2">
                <a:schemeClr val="accent1">
                  <a:shade val="15000"/>
                </a:schemeClr>
              </a:lnRef>
              <a:fillRef idx="1">
                <a:schemeClr val="accent1"/>
              </a:fillRef>
              <a:effectRef idx="0">
                <a:schemeClr val="accent1"/>
              </a:effectRef>
              <a:fontRef idx="minor">
                <a:schemeClr val="lt1"/>
              </a:fontRef>
            </p:style>
            <p:txBody>
              <a:bodyPr lIns="10972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286F"/>
                    </a:solidFill>
                    <a:effectLst/>
                    <a:uLnTx/>
                    <a:uFillTx/>
                    <a:latin typeface="Barlow Medium" panose="00000600000000000000" pitchFamily="50" charset="0"/>
                    <a:ea typeface="+mn-ea"/>
                    <a:cs typeface="+mn-cs"/>
                  </a:rPr>
                  <a:t>ARCHITECTURE</a:t>
                </a:r>
              </a:p>
            </p:txBody>
          </p:sp>
          <p:pic>
            <p:nvPicPr>
              <p:cNvPr id="26" name="Picture 25">
                <a:extLst>
                  <a:ext uri="{FF2B5EF4-FFF2-40B4-BE49-F238E27FC236}">
                    <a16:creationId xmlns:a16="http://schemas.microsoft.com/office/drawing/2014/main" id="{476F6441-10A4-7E94-0086-D75F6409B29C}"/>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4805" t="29738" r="83228" b="67034"/>
              <a:stretch>
                <a:fillRect/>
              </a:stretch>
            </p:blipFill>
            <p:spPr>
              <a:xfrm>
                <a:off x="6981920" y="6335185"/>
                <a:ext cx="182291" cy="168269"/>
              </a:xfrm>
              <a:prstGeom prst="rect">
                <a:avLst/>
              </a:prstGeom>
            </p:spPr>
          </p:pic>
          <p:sp>
            <p:nvSpPr>
              <p:cNvPr id="27" name="Rectangle: Rounded Corners 26">
                <a:extLst>
                  <a:ext uri="{FF2B5EF4-FFF2-40B4-BE49-F238E27FC236}">
                    <a16:creationId xmlns:a16="http://schemas.microsoft.com/office/drawing/2014/main" id="{94679A53-2290-4495-0D57-2089A11C8011}"/>
                  </a:ext>
                </a:extLst>
              </p:cNvPr>
              <p:cNvSpPr/>
              <p:nvPr/>
            </p:nvSpPr>
            <p:spPr>
              <a:xfrm>
                <a:off x="7443357" y="6227552"/>
                <a:ext cx="1127927" cy="365125"/>
              </a:xfrm>
              <a:prstGeom prst="roundRect">
                <a:avLst/>
              </a:prstGeom>
              <a:solidFill>
                <a:schemeClr val="bg1"/>
              </a:solidFill>
              <a:ln w="12700">
                <a:solidFill>
                  <a:srgbClr val="002E5E"/>
                </a:solidFill>
              </a:ln>
            </p:spPr>
            <p:style>
              <a:lnRef idx="2">
                <a:schemeClr val="accent1">
                  <a:shade val="15000"/>
                </a:schemeClr>
              </a:lnRef>
              <a:fillRef idx="1">
                <a:schemeClr val="accent1"/>
              </a:fillRef>
              <a:effectRef idx="0">
                <a:schemeClr val="accent1"/>
              </a:effectRef>
              <a:fontRef idx="minor">
                <a:schemeClr val="lt1"/>
              </a:fontRef>
            </p:style>
            <p:txBody>
              <a:bodyPr lIns="109728"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286F"/>
                    </a:solidFill>
                    <a:effectLst/>
                    <a:uLnTx/>
                    <a:uFillTx/>
                    <a:latin typeface="Barlow Medium" panose="00000600000000000000" pitchFamily="50" charset="0"/>
                    <a:ea typeface="+mn-ea"/>
                    <a:cs typeface="+mn-cs"/>
                  </a:rPr>
                  <a:t>APPROACH</a:t>
                </a:r>
              </a:p>
            </p:txBody>
          </p:sp>
          <p:pic>
            <p:nvPicPr>
              <p:cNvPr id="28" name="Picture 27">
                <a:extLst>
                  <a:ext uri="{FF2B5EF4-FFF2-40B4-BE49-F238E27FC236}">
                    <a16:creationId xmlns:a16="http://schemas.microsoft.com/office/drawing/2014/main" id="{3932B99E-67B2-D242-C734-537AD4655512}"/>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1451" t="29122" r="86874" b="66598"/>
              <a:stretch>
                <a:fillRect/>
              </a:stretch>
            </p:blipFill>
            <p:spPr>
              <a:xfrm>
                <a:off x="8314312" y="6298251"/>
                <a:ext cx="152917" cy="219782"/>
              </a:xfrm>
              <a:prstGeom prst="rect">
                <a:avLst/>
              </a:prstGeom>
            </p:spPr>
          </p:pic>
        </p:grpSp>
        <p:pic>
          <p:nvPicPr>
            <p:cNvPr id="29" name="Picture 28" descr="A black background with white text&#10;&#10;AI-generated content may be incorrect.">
              <a:extLst>
                <a:ext uri="{FF2B5EF4-FFF2-40B4-BE49-F238E27FC236}">
                  <a16:creationId xmlns:a16="http://schemas.microsoft.com/office/drawing/2014/main" id="{DA2D08F8-B785-C09E-38F0-FE2F56EB86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0079" y="6233787"/>
              <a:ext cx="955660" cy="531655"/>
            </a:xfrm>
            <a:prstGeom prst="rect">
              <a:avLst/>
            </a:prstGeom>
          </p:spPr>
        </p:pic>
      </p:grpSp>
      <p:sp>
        <p:nvSpPr>
          <p:cNvPr id="9" name="Rectangle: Rounded Corners 8">
            <a:extLst>
              <a:ext uri="{FF2B5EF4-FFF2-40B4-BE49-F238E27FC236}">
                <a16:creationId xmlns:a16="http://schemas.microsoft.com/office/drawing/2014/main" id="{5430D119-9D69-D73E-F8D1-26B794B54F5C}"/>
              </a:ext>
            </a:extLst>
          </p:cNvPr>
          <p:cNvSpPr/>
          <p:nvPr/>
        </p:nvSpPr>
        <p:spPr>
          <a:xfrm>
            <a:off x="194654" y="5090412"/>
            <a:ext cx="2832394" cy="542079"/>
          </a:xfrm>
          <a:prstGeom prst="roundRect">
            <a:avLst/>
          </a:prstGeom>
          <a:noFill/>
          <a:ln>
            <a:solidFill>
              <a:schemeClr val="bg2">
                <a:lumMod val="90000"/>
              </a:schemeClr>
            </a:solidFill>
          </a:ln>
          <a:effectLst/>
        </p:spPr>
        <p:txBody>
          <a:bodyPr wrap="none" lIns="0" tIns="0" bIns="0" anchor="ctr" anchorCtr="0">
            <a:noAutofit/>
          </a:bodyPr>
          <a:lstStyle/>
          <a:p>
            <a:pPr marL="0" marR="0" lvl="0" indent="0" algn="ctr" defTabSz="914400" rtl="0" eaLnBrk="1" fontAlgn="auto" latinLnBrk="0" hangingPunct="1">
              <a:lnSpc>
                <a:spcPct val="85000"/>
              </a:lnSpc>
              <a:spcBef>
                <a:spcPts val="0"/>
              </a:spcBef>
              <a:spcAft>
                <a:spcPts val="0"/>
              </a:spcAft>
              <a:buClr>
                <a:srgbClr val="4C4C4C"/>
              </a:buClr>
              <a:buSzTx/>
              <a:buFontTx/>
              <a:buNone/>
              <a:tabLst/>
              <a:defRPr/>
            </a:pPr>
            <a:endParaRPr kumimoji="0" lang="en-US" sz="1600" b="1" i="0" u="none" strike="noStrike" kern="0" cap="none" spc="300" normalizeH="0" baseline="0" noProof="0" dirty="0">
              <a:ln>
                <a:noFill/>
              </a:ln>
              <a:solidFill>
                <a:prstClr val="white"/>
              </a:solidFill>
              <a:effectLst/>
              <a:uLnTx/>
              <a:uFillTx/>
              <a:latin typeface="Barlow"/>
              <a:ea typeface="+mn-ea"/>
              <a:cs typeface="+mn-cs"/>
            </a:endParaRPr>
          </a:p>
        </p:txBody>
      </p:sp>
      <p:sp>
        <p:nvSpPr>
          <p:cNvPr id="11" name="TextBox 10">
            <a:extLst>
              <a:ext uri="{FF2B5EF4-FFF2-40B4-BE49-F238E27FC236}">
                <a16:creationId xmlns:a16="http://schemas.microsoft.com/office/drawing/2014/main" id="{400B220B-67C1-FA32-F8B3-7D04D3309CE8}"/>
              </a:ext>
            </a:extLst>
          </p:cNvPr>
          <p:cNvSpPr txBox="1"/>
          <p:nvPr/>
        </p:nvSpPr>
        <p:spPr>
          <a:xfrm>
            <a:off x="865319" y="5187662"/>
            <a:ext cx="227010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E8E8">
                    <a:lumMod val="50000"/>
                  </a:srgbClr>
                </a:solidFill>
                <a:effectLst/>
                <a:uLnTx/>
                <a:uFillTx/>
                <a:latin typeface="Barlow" panose="00000500000000000000" pitchFamily="2" charset="0"/>
                <a:ea typeface="+mn-ea"/>
                <a:cs typeface="+mn-cs"/>
              </a:rPr>
              <a:t>CLOSE </a:t>
            </a:r>
          </a:p>
        </p:txBody>
      </p:sp>
      <p:sp>
        <p:nvSpPr>
          <p:cNvPr id="45" name="Rectangle 44">
            <a:extLst>
              <a:ext uri="{FF2B5EF4-FFF2-40B4-BE49-F238E27FC236}">
                <a16:creationId xmlns:a16="http://schemas.microsoft.com/office/drawing/2014/main" id="{3FBF7027-4FF9-0C36-6A59-1D817F47D769}"/>
              </a:ext>
            </a:extLst>
          </p:cNvPr>
          <p:cNvSpPr/>
          <p:nvPr/>
        </p:nvSpPr>
        <p:spPr>
          <a:xfrm>
            <a:off x="2793105" y="0"/>
            <a:ext cx="1084153" cy="59848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40" name="Group 39">
            <a:extLst>
              <a:ext uri="{FF2B5EF4-FFF2-40B4-BE49-F238E27FC236}">
                <a16:creationId xmlns:a16="http://schemas.microsoft.com/office/drawing/2014/main" id="{AD5E317F-DC61-321B-11D8-47D0FA990FCA}"/>
              </a:ext>
            </a:extLst>
          </p:cNvPr>
          <p:cNvGrpSpPr/>
          <p:nvPr/>
        </p:nvGrpSpPr>
        <p:grpSpPr>
          <a:xfrm>
            <a:off x="2941994" y="209131"/>
            <a:ext cx="9094241" cy="5846457"/>
            <a:chOff x="16759003" y="-1798820"/>
            <a:chExt cx="10178322" cy="6651083"/>
          </a:xfrm>
        </p:grpSpPr>
        <p:sp>
          <p:nvSpPr>
            <p:cNvPr id="35" name="Rectangle: Rounded Corners 34">
              <a:extLst>
                <a:ext uri="{FF2B5EF4-FFF2-40B4-BE49-F238E27FC236}">
                  <a16:creationId xmlns:a16="http://schemas.microsoft.com/office/drawing/2014/main" id="{E9E8A7F2-CDC4-3EF0-CCCD-DB3194F11948}"/>
                </a:ext>
              </a:extLst>
            </p:cNvPr>
            <p:cNvSpPr/>
            <p:nvPr/>
          </p:nvSpPr>
          <p:spPr>
            <a:xfrm>
              <a:off x="16759003" y="-1798820"/>
              <a:ext cx="10178322" cy="6651083"/>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37" name="Group 36">
              <a:extLst>
                <a:ext uri="{FF2B5EF4-FFF2-40B4-BE49-F238E27FC236}">
                  <a16:creationId xmlns:a16="http://schemas.microsoft.com/office/drawing/2014/main" id="{35481C15-75B5-CCEF-6998-7C8C240E44DD}"/>
                </a:ext>
              </a:extLst>
            </p:cNvPr>
            <p:cNvGrpSpPr/>
            <p:nvPr/>
          </p:nvGrpSpPr>
          <p:grpSpPr>
            <a:xfrm>
              <a:off x="17121936" y="-1527339"/>
              <a:ext cx="9346152" cy="6055615"/>
              <a:chOff x="2848866" y="27394"/>
              <a:chExt cx="9346152" cy="6055615"/>
            </a:xfrm>
          </p:grpSpPr>
          <p:sp>
            <p:nvSpPr>
              <p:cNvPr id="47" name="Rectangle 46">
                <a:extLst>
                  <a:ext uri="{FF2B5EF4-FFF2-40B4-BE49-F238E27FC236}">
                    <a16:creationId xmlns:a16="http://schemas.microsoft.com/office/drawing/2014/main" id="{54B6D995-6EA8-2790-D5B8-E7E7EBA62C97}"/>
                  </a:ext>
                </a:extLst>
              </p:cNvPr>
              <p:cNvSpPr/>
              <p:nvPr/>
            </p:nvSpPr>
            <p:spPr>
              <a:xfrm>
                <a:off x="2848866" y="27394"/>
                <a:ext cx="1108638" cy="60556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Oval 52">
                <a:extLst>
                  <a:ext uri="{FF2B5EF4-FFF2-40B4-BE49-F238E27FC236}">
                    <a16:creationId xmlns:a16="http://schemas.microsoft.com/office/drawing/2014/main" id="{FB05ED3F-AAAD-5635-B255-1718F6586712}"/>
                  </a:ext>
                </a:extLst>
              </p:cNvPr>
              <p:cNvSpPr/>
              <p:nvPr/>
            </p:nvSpPr>
            <p:spPr>
              <a:xfrm>
                <a:off x="10225283" y="2484907"/>
                <a:ext cx="1201584" cy="1158196"/>
              </a:xfrm>
              <a:prstGeom prst="ellipse">
                <a:avLst/>
              </a:prstGeom>
              <a:gradFill>
                <a:gsLst>
                  <a:gs pos="0">
                    <a:srgbClr val="28A5CD"/>
                  </a:gs>
                  <a:gs pos="50000">
                    <a:srgbClr val="50C0B3"/>
                  </a:gs>
                  <a:gs pos="100000">
                    <a:srgbClr val="7EE08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white"/>
                  </a:solidFill>
                  <a:effectLst/>
                  <a:uLnTx/>
                  <a:uFillTx/>
                  <a:latin typeface="Barlow" panose="00000500000000000000" pitchFamily="2" charset="0"/>
                  <a:ea typeface="+mn-ea"/>
                  <a:cs typeface="+mn-cs"/>
                </a:endParaRPr>
              </a:p>
            </p:txBody>
          </p:sp>
          <p:sp>
            <p:nvSpPr>
              <p:cNvPr id="96" name="Rectangle 95">
                <a:extLst>
                  <a:ext uri="{FF2B5EF4-FFF2-40B4-BE49-F238E27FC236}">
                    <a16:creationId xmlns:a16="http://schemas.microsoft.com/office/drawing/2014/main" id="{9915594B-529D-52EC-6A64-650D463718B8}"/>
                  </a:ext>
                </a:extLst>
              </p:cNvPr>
              <p:cNvSpPr/>
              <p:nvPr/>
            </p:nvSpPr>
            <p:spPr>
              <a:xfrm>
                <a:off x="3481949" y="4498483"/>
                <a:ext cx="1777055" cy="923330"/>
              </a:xfrm>
              <a:prstGeom prst="rect">
                <a:avLst/>
              </a:prstGeom>
            </p:spPr>
            <p:txBody>
              <a:bodyPr wrap="square" lIns="91440" tIns="45720" rIns="91440" bIns="4572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Barlow"/>
                    <a:ea typeface="+mn-ea"/>
                    <a:cs typeface="+mn-cs"/>
                  </a:rPr>
                  <a:t>We now have our line data connected and contextualized and available for future work.</a:t>
                </a:r>
              </a:p>
            </p:txBody>
          </p:sp>
          <p:pic>
            <p:nvPicPr>
              <p:cNvPr id="99" name="Graphic 98">
                <a:extLst>
                  <a:ext uri="{FF2B5EF4-FFF2-40B4-BE49-F238E27FC236}">
                    <a16:creationId xmlns:a16="http://schemas.microsoft.com/office/drawing/2014/main" id="{519C290E-5663-B3ED-0F20-133C1A55162A}"/>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230171" y="4564684"/>
                <a:ext cx="234299" cy="234299"/>
              </a:xfrm>
              <a:prstGeom prst="rect">
                <a:avLst/>
              </a:prstGeom>
            </p:spPr>
          </p:pic>
          <p:sp>
            <p:nvSpPr>
              <p:cNvPr id="101" name="Rectangle 100">
                <a:extLst>
                  <a:ext uri="{FF2B5EF4-FFF2-40B4-BE49-F238E27FC236}">
                    <a16:creationId xmlns:a16="http://schemas.microsoft.com/office/drawing/2014/main" id="{691AFE68-D6DF-9E40-6859-3FC3896C090F}"/>
                  </a:ext>
                </a:extLst>
              </p:cNvPr>
              <p:cNvSpPr/>
              <p:nvPr/>
            </p:nvSpPr>
            <p:spPr>
              <a:xfrm>
                <a:off x="5676749" y="4498483"/>
                <a:ext cx="1777055" cy="258532"/>
              </a:xfrm>
              <a:prstGeom prst="rect">
                <a:avLst/>
              </a:prstGeom>
            </p:spPr>
            <p:txBody>
              <a:bodyPr wrap="square" lIns="91440" tIns="45720" rIns="91440" bIns="4572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Barlow"/>
                    <a:ea typeface="+mn-ea"/>
                    <a:cs typeface="+mn-cs"/>
                  </a:rPr>
                  <a:t>..</a:t>
                </a:r>
              </a:p>
            </p:txBody>
          </p:sp>
          <p:pic>
            <p:nvPicPr>
              <p:cNvPr id="102" name="Graphic 101">
                <a:extLst>
                  <a:ext uri="{FF2B5EF4-FFF2-40B4-BE49-F238E27FC236}">
                    <a16:creationId xmlns:a16="http://schemas.microsoft.com/office/drawing/2014/main" id="{ADC95092-D9B7-4492-7B0F-4DC2AB6581D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24971" y="4564684"/>
                <a:ext cx="234299" cy="234299"/>
              </a:xfrm>
              <a:prstGeom prst="rect">
                <a:avLst/>
              </a:prstGeom>
            </p:spPr>
          </p:pic>
          <p:sp>
            <p:nvSpPr>
              <p:cNvPr id="103" name="Rectangle 102">
                <a:extLst>
                  <a:ext uri="{FF2B5EF4-FFF2-40B4-BE49-F238E27FC236}">
                    <a16:creationId xmlns:a16="http://schemas.microsoft.com/office/drawing/2014/main" id="{6013B4DC-E1B8-3706-7F7B-CB18F011F7EB}"/>
                  </a:ext>
                </a:extLst>
              </p:cNvPr>
              <p:cNvSpPr/>
              <p:nvPr/>
            </p:nvSpPr>
            <p:spPr>
              <a:xfrm>
                <a:off x="7868597" y="4482931"/>
                <a:ext cx="1777055" cy="258532"/>
              </a:xfrm>
              <a:prstGeom prst="rect">
                <a:avLst/>
              </a:prstGeom>
            </p:spPr>
            <p:txBody>
              <a:bodyPr wrap="square" lIns="91440" tIns="45720" rIns="91440" bIns="4572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Barlow"/>
                    <a:ea typeface="+mn-ea"/>
                    <a:cs typeface="+mn-cs"/>
                  </a:rPr>
                  <a:t>..</a:t>
                </a:r>
              </a:p>
            </p:txBody>
          </p:sp>
          <p:pic>
            <p:nvPicPr>
              <p:cNvPr id="104" name="Graphic 103">
                <a:extLst>
                  <a:ext uri="{FF2B5EF4-FFF2-40B4-BE49-F238E27FC236}">
                    <a16:creationId xmlns:a16="http://schemas.microsoft.com/office/drawing/2014/main" id="{04089362-6DB3-477A-1318-F714F4F62CF3}"/>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616819" y="4549132"/>
                <a:ext cx="234299" cy="234299"/>
              </a:xfrm>
              <a:prstGeom prst="rect">
                <a:avLst/>
              </a:prstGeom>
            </p:spPr>
          </p:pic>
          <p:sp>
            <p:nvSpPr>
              <p:cNvPr id="105" name="Rectangle 104">
                <a:extLst>
                  <a:ext uri="{FF2B5EF4-FFF2-40B4-BE49-F238E27FC236}">
                    <a16:creationId xmlns:a16="http://schemas.microsoft.com/office/drawing/2014/main" id="{18306364-B582-7015-25B1-AB3E15658BA5}"/>
                  </a:ext>
                </a:extLst>
              </p:cNvPr>
              <p:cNvSpPr/>
              <p:nvPr/>
            </p:nvSpPr>
            <p:spPr>
              <a:xfrm>
                <a:off x="10063397" y="4482931"/>
                <a:ext cx="1777055" cy="258532"/>
              </a:xfrm>
              <a:prstGeom prst="rect">
                <a:avLst/>
              </a:prstGeom>
            </p:spPr>
            <p:txBody>
              <a:bodyPr wrap="square" lIns="91440" tIns="45720" rIns="91440" bIns="4572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Barlow"/>
                    <a:ea typeface="+mn-ea"/>
                    <a:cs typeface="+mn-cs"/>
                  </a:rPr>
                  <a:t>..</a:t>
                </a:r>
              </a:p>
            </p:txBody>
          </p:sp>
          <p:pic>
            <p:nvPicPr>
              <p:cNvPr id="106" name="Graphic 105">
                <a:extLst>
                  <a:ext uri="{FF2B5EF4-FFF2-40B4-BE49-F238E27FC236}">
                    <a16:creationId xmlns:a16="http://schemas.microsoft.com/office/drawing/2014/main" id="{E820FCED-B400-B99D-949D-11879C4872BF}"/>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811619" y="4549132"/>
                <a:ext cx="234299" cy="234299"/>
              </a:xfrm>
              <a:prstGeom prst="rect">
                <a:avLst/>
              </a:prstGeom>
            </p:spPr>
          </p:pic>
          <p:sp>
            <p:nvSpPr>
              <p:cNvPr id="17" name="Oval 16">
                <a:extLst>
                  <a:ext uri="{FF2B5EF4-FFF2-40B4-BE49-F238E27FC236}">
                    <a16:creationId xmlns:a16="http://schemas.microsoft.com/office/drawing/2014/main" id="{70FCB3D4-A3EA-A509-65BD-EDAAE7064746}"/>
                  </a:ext>
                </a:extLst>
              </p:cNvPr>
              <p:cNvSpPr/>
              <p:nvPr/>
            </p:nvSpPr>
            <p:spPr>
              <a:xfrm>
                <a:off x="11130980" y="3350345"/>
                <a:ext cx="363589" cy="363589"/>
              </a:xfrm>
              <a:prstGeom prst="ellipse">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a:t>
                </a:r>
              </a:p>
            </p:txBody>
          </p:sp>
          <p:grpSp>
            <p:nvGrpSpPr>
              <p:cNvPr id="36" name="Group 35">
                <a:extLst>
                  <a:ext uri="{FF2B5EF4-FFF2-40B4-BE49-F238E27FC236}">
                    <a16:creationId xmlns:a16="http://schemas.microsoft.com/office/drawing/2014/main" id="{5DCBF2B1-2B3A-385D-7E98-5F0906389ED3}"/>
                  </a:ext>
                </a:extLst>
              </p:cNvPr>
              <p:cNvGrpSpPr/>
              <p:nvPr/>
            </p:nvGrpSpPr>
            <p:grpSpPr>
              <a:xfrm>
                <a:off x="3011881" y="135482"/>
                <a:ext cx="9183137" cy="5928729"/>
                <a:chOff x="3011881" y="135482"/>
                <a:chExt cx="9183137" cy="5928729"/>
              </a:xfrm>
            </p:grpSpPr>
            <p:sp>
              <p:nvSpPr>
                <p:cNvPr id="82" name="TextBox 81">
                  <a:extLst>
                    <a:ext uri="{FF2B5EF4-FFF2-40B4-BE49-F238E27FC236}">
                      <a16:creationId xmlns:a16="http://schemas.microsoft.com/office/drawing/2014/main" id="{93B8207C-BB4A-0C89-A742-FBAD07C2B2EC}"/>
                    </a:ext>
                  </a:extLst>
                </p:cNvPr>
                <p:cNvSpPr txBox="1"/>
                <p:nvPr/>
              </p:nvSpPr>
              <p:spPr>
                <a:xfrm>
                  <a:off x="3068283" y="270568"/>
                  <a:ext cx="786930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black"/>
                      </a:solidFill>
                      <a:effectLst/>
                      <a:uLnTx/>
                      <a:uFillTx/>
                      <a:latin typeface="Barlow"/>
                      <a:ea typeface="+mn-ea"/>
                      <a:cs typeface="+mn-cs"/>
                    </a:rPr>
                    <a:t>Station Based Digital Solutions</a:t>
                  </a: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106F0869-27E7-48CB-FCDE-FFD5267D3B00}"/>
                    </a:ext>
                  </a:extLst>
                </p:cNvPr>
                <p:cNvSpPr/>
                <p:nvPr/>
              </p:nvSpPr>
              <p:spPr>
                <a:xfrm>
                  <a:off x="3132713" y="793788"/>
                  <a:ext cx="5739794" cy="1622933"/>
                </a:xfrm>
                <a:prstGeom prst="rect">
                  <a:avLst/>
                </a:prstGeom>
              </p:spPr>
              <p:txBody>
                <a:bodyPr wrap="square" lIns="91440" tIns="45720" rIns="91440" bIns="45720" anchor="t">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50000"/>
                          <a:lumOff val="50000"/>
                        </a:prstClr>
                      </a:solidFill>
                      <a:effectLst/>
                      <a:uLnTx/>
                      <a:uFillTx/>
                      <a:latin typeface="Barlow"/>
                      <a:ea typeface="+mn-ea"/>
                      <a:cs typeface="+mn-cs"/>
                    </a:rPr>
                    <a:t>After achieving flexible automated manufacturing for the multiple contactor deviations, leadership was ready to invest in a program that accelerated digital transformation with </a:t>
                  </a:r>
                  <a:r>
                    <a:rPr kumimoji="0" lang="en-US" sz="1200" b="1" i="0" u="none" strike="noStrike" kern="0" cap="none" spc="0" normalizeH="0" baseline="0" noProof="0" dirty="0">
                      <a:ln>
                        <a:noFill/>
                      </a:ln>
                      <a:solidFill>
                        <a:prstClr val="black">
                          <a:lumMod val="50000"/>
                          <a:lumOff val="50000"/>
                        </a:prstClr>
                      </a:solidFill>
                      <a:effectLst/>
                      <a:uLnTx/>
                      <a:uFillTx/>
                      <a:latin typeface="Barlow"/>
                      <a:ea typeface="+mn-ea"/>
                      <a:cs typeface="+mn-cs"/>
                    </a:rPr>
                    <a:t>what’s next</a:t>
                  </a:r>
                  <a:r>
                    <a:rPr kumimoji="0" lang="en-US" sz="1200" b="0" i="0" u="none" strike="noStrike" kern="0" cap="none" spc="0" normalizeH="0" baseline="0" noProof="0" dirty="0">
                      <a:ln>
                        <a:noFill/>
                      </a:ln>
                      <a:solidFill>
                        <a:prstClr val="black">
                          <a:lumMod val="50000"/>
                          <a:lumOff val="50000"/>
                        </a:prstClr>
                      </a:solidFill>
                      <a:effectLst/>
                      <a:uLnTx/>
                      <a:uFillTx/>
                      <a:latin typeface="Barlow"/>
                      <a:ea typeface="+mn-ea"/>
                      <a:cs typeface="+mn-cs"/>
                    </a:rPr>
                    <a:t>.</a:t>
                  </a: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lumMod val="50000"/>
                        <a:lumOff val="50000"/>
                      </a:prstClr>
                    </a:solidFill>
                    <a:effectLst/>
                    <a:uLnTx/>
                    <a:uFillTx/>
                    <a:latin typeface="Barlow"/>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lumMod val="50000"/>
                          <a:lumOff val="50000"/>
                        </a:prstClr>
                      </a:solidFill>
                      <a:effectLst/>
                      <a:uLnTx/>
                      <a:uFillTx/>
                      <a:latin typeface="Barlow"/>
                      <a:ea typeface="+mn-ea"/>
                      <a:cs typeface="+mn-cs"/>
                    </a:rPr>
                    <a:t>IT and OT convergence, Digital Twins and Industrial AI optimize production, drive sustainable growth and enable data-driven decision making, starting from the edge and </a:t>
                  </a:r>
                  <a:r>
                    <a:rPr kumimoji="0" lang="en-US" sz="1400" b="0" i="0" u="none" strike="noStrike" kern="0" cap="none" spc="0" normalizeH="0" baseline="0" noProof="0" dirty="0">
                      <a:ln>
                        <a:noFill/>
                      </a:ln>
                      <a:solidFill>
                        <a:prstClr val="black">
                          <a:lumMod val="50000"/>
                          <a:lumOff val="50000"/>
                        </a:prstClr>
                      </a:solidFill>
                      <a:effectLst/>
                      <a:uLnTx/>
                      <a:uFillTx/>
                      <a:latin typeface="Barlow"/>
                      <a:ea typeface="+mn-ea"/>
                      <a:cs typeface="+mn-cs"/>
                    </a:rPr>
                    <a:t>across the value chain</a:t>
                  </a:r>
                  <a:r>
                    <a:rPr kumimoji="0" lang="en-US" sz="1400" b="0" i="0" u="none" strike="noStrike" kern="0" cap="none" spc="0" normalizeH="0" baseline="0" noProof="0" dirty="0">
                      <a:ln>
                        <a:noFill/>
                      </a:ln>
                      <a:solidFill>
                        <a:prstClr val="black"/>
                      </a:solidFill>
                      <a:effectLst/>
                      <a:uLnTx/>
                      <a:uFillTx/>
                      <a:latin typeface="Barlow"/>
                      <a:ea typeface="+mn-ea"/>
                      <a:cs typeface="+mn-cs"/>
                    </a:rPr>
                    <a:t>.</a:t>
                  </a:r>
                </a:p>
              </p:txBody>
            </p:sp>
            <p:sp>
              <p:nvSpPr>
                <p:cNvPr id="95" name="Rectangle 94">
                  <a:extLst>
                    <a:ext uri="{FF2B5EF4-FFF2-40B4-BE49-F238E27FC236}">
                      <a16:creationId xmlns:a16="http://schemas.microsoft.com/office/drawing/2014/main" id="{6E0CDBBC-FF8F-AA5F-8FAB-502360FE747D}"/>
                    </a:ext>
                  </a:extLst>
                </p:cNvPr>
                <p:cNvSpPr/>
                <p:nvPr/>
              </p:nvSpPr>
              <p:spPr>
                <a:xfrm>
                  <a:off x="3011881" y="4027598"/>
                  <a:ext cx="9183137" cy="2036613"/>
                </a:xfrm>
                <a:prstGeom prst="rect">
                  <a:avLst/>
                </a:prstGeom>
                <a:gradFill flip="none" rotWithShape="1">
                  <a:gsLst>
                    <a:gs pos="0">
                      <a:srgbClr val="003E7E"/>
                    </a:gs>
                    <a:gs pos="100000">
                      <a:srgbClr val="26ABE2"/>
                    </a:gs>
                  </a:gsLst>
                  <a:lin ang="10800000" scaled="1"/>
                  <a:tileRect/>
                </a:gradFill>
                <a:ln w="9525" cap="flat" cmpd="sng" algn="ctr">
                  <a:noFill/>
                  <a:prstDash val="solid"/>
                </a:ln>
                <a:effectLst/>
              </p:spPr>
              <p:txBody>
                <a:bodyPr lIns="91440" tIns="91440" rIns="91440" bIns="0" rtlCol="0" anchor="t" anchorCtr="0"/>
                <a:lstStyle/>
                <a:p>
                  <a:pPr marL="114935" marR="0" lvl="0" indent="0" algn="l" defTabSz="914400" rtl="0" eaLnBrk="1" fontAlgn="auto" latinLnBrk="0" hangingPunct="1">
                    <a:lnSpc>
                      <a:spcPct val="100000"/>
                    </a:lnSpc>
                    <a:spcBef>
                      <a:spcPts val="500"/>
                    </a:spcBef>
                    <a:spcAft>
                      <a:spcPts val="600"/>
                    </a:spcAft>
                    <a:buClrTx/>
                    <a:buSzTx/>
                    <a:buFontTx/>
                    <a:buNone/>
                    <a:tabLst/>
                    <a:defRPr/>
                  </a:pPr>
                  <a:r>
                    <a:rPr kumimoji="0" lang="en-US" sz="2000" b="1" i="0" u="none" strike="noStrike" kern="0" cap="none" spc="0" normalizeH="0" baseline="0" noProof="0" dirty="0">
                      <a:ln>
                        <a:noFill/>
                      </a:ln>
                      <a:solidFill>
                        <a:srgbClr val="FFFFFF"/>
                      </a:solidFill>
                      <a:effectLst/>
                      <a:uLnTx/>
                      <a:uFillTx/>
                      <a:latin typeface="Barlow"/>
                      <a:ea typeface="+mn-ea"/>
                      <a:cs typeface="+mn-cs"/>
                    </a:rPr>
                    <a:t>Results:</a:t>
                  </a:r>
                </a:p>
              </p:txBody>
            </p:sp>
            <p:sp>
              <p:nvSpPr>
                <p:cNvPr id="107" name="Oval 106">
                  <a:extLst>
                    <a:ext uri="{FF2B5EF4-FFF2-40B4-BE49-F238E27FC236}">
                      <a16:creationId xmlns:a16="http://schemas.microsoft.com/office/drawing/2014/main" id="{C8C7F609-20B3-4652-98E8-03A8FA9665A1}"/>
                    </a:ext>
                  </a:extLst>
                </p:cNvPr>
                <p:cNvSpPr/>
                <p:nvPr/>
              </p:nvSpPr>
              <p:spPr>
                <a:xfrm>
                  <a:off x="8566068" y="2525693"/>
                  <a:ext cx="1201584" cy="1158196"/>
                </a:xfrm>
                <a:prstGeom prst="ellipse">
                  <a:avLst/>
                </a:prstGeom>
                <a:gradFill>
                  <a:gsLst>
                    <a:gs pos="0">
                      <a:srgbClr val="28A5CD"/>
                    </a:gs>
                    <a:gs pos="50000">
                      <a:srgbClr val="50C0B3"/>
                    </a:gs>
                    <a:gs pos="100000">
                      <a:srgbClr val="7EE08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t>Industrial AI</a:t>
                  </a:r>
                </a:p>
              </p:txBody>
            </p:sp>
            <p:sp>
              <p:nvSpPr>
                <p:cNvPr id="112" name="Oval 111">
                  <a:extLst>
                    <a:ext uri="{FF2B5EF4-FFF2-40B4-BE49-F238E27FC236}">
                      <a16:creationId xmlns:a16="http://schemas.microsoft.com/office/drawing/2014/main" id="{98B00A53-8558-27E2-8C91-85E1C2D79C19}"/>
                    </a:ext>
                  </a:extLst>
                </p:cNvPr>
                <p:cNvSpPr/>
                <p:nvPr/>
              </p:nvSpPr>
              <p:spPr>
                <a:xfrm>
                  <a:off x="6888301" y="2531961"/>
                  <a:ext cx="1201584" cy="1158196"/>
                </a:xfrm>
                <a:prstGeom prst="ellipse">
                  <a:avLst/>
                </a:prstGeom>
                <a:gradFill>
                  <a:gsLst>
                    <a:gs pos="0">
                      <a:srgbClr val="28A5CD"/>
                    </a:gs>
                    <a:gs pos="50000">
                      <a:srgbClr val="50C0B3"/>
                    </a:gs>
                    <a:gs pos="100000">
                      <a:srgbClr val="7EE08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t>Data Science</a:t>
                  </a:r>
                </a:p>
              </p:txBody>
            </p:sp>
            <p:sp>
              <p:nvSpPr>
                <p:cNvPr id="114" name="Oval 113">
                  <a:extLst>
                    <a:ext uri="{FF2B5EF4-FFF2-40B4-BE49-F238E27FC236}">
                      <a16:creationId xmlns:a16="http://schemas.microsoft.com/office/drawing/2014/main" id="{EC854835-97E7-124B-49DB-258312041819}"/>
                    </a:ext>
                  </a:extLst>
                </p:cNvPr>
                <p:cNvSpPr/>
                <p:nvPr/>
              </p:nvSpPr>
              <p:spPr>
                <a:xfrm>
                  <a:off x="5051505" y="2551432"/>
                  <a:ext cx="1201584" cy="1158196"/>
                </a:xfrm>
                <a:prstGeom prst="ellipse">
                  <a:avLst/>
                </a:prstGeom>
                <a:gradFill>
                  <a:gsLst>
                    <a:gs pos="0">
                      <a:srgbClr val="28A5CD"/>
                    </a:gs>
                    <a:gs pos="50000">
                      <a:srgbClr val="50C0B3"/>
                    </a:gs>
                    <a:gs pos="100000">
                      <a:srgbClr val="7EE08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t>Digital Twin</a:t>
                  </a:r>
                </a:p>
              </p:txBody>
            </p:sp>
            <p:sp>
              <p:nvSpPr>
                <p:cNvPr id="116" name="Oval 115">
                  <a:extLst>
                    <a:ext uri="{FF2B5EF4-FFF2-40B4-BE49-F238E27FC236}">
                      <a16:creationId xmlns:a16="http://schemas.microsoft.com/office/drawing/2014/main" id="{AECD368D-E3DC-BE01-8BA0-A1F146A1063C}"/>
                    </a:ext>
                  </a:extLst>
                </p:cNvPr>
                <p:cNvSpPr/>
                <p:nvPr/>
              </p:nvSpPr>
              <p:spPr>
                <a:xfrm>
                  <a:off x="3392290" y="2592218"/>
                  <a:ext cx="1201584" cy="1158196"/>
                </a:xfrm>
                <a:prstGeom prst="ellipse">
                  <a:avLst/>
                </a:prstGeom>
                <a:gradFill>
                  <a:gsLst>
                    <a:gs pos="0">
                      <a:srgbClr val="28A5CD"/>
                    </a:gs>
                    <a:gs pos="50000">
                      <a:srgbClr val="50C0B3"/>
                    </a:gs>
                    <a:gs pos="100000">
                      <a:srgbClr val="7EE08E"/>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t>Industrial</a:t>
                  </a:r>
                  <a:b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br>
                  <a: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t>IoT</a:t>
                  </a:r>
                </a:p>
              </p:txBody>
            </p:sp>
            <p:pic>
              <p:nvPicPr>
                <p:cNvPr id="3" name="Picture 2" descr="A close-up of a white device&#10;&#10;AI-generated content may be incorrect.">
                  <a:extLst>
                    <a:ext uri="{FF2B5EF4-FFF2-40B4-BE49-F238E27FC236}">
                      <a16:creationId xmlns:a16="http://schemas.microsoft.com/office/drawing/2014/main" id="{8EF7E384-6BD0-C69F-B601-3D0315D1F177}"/>
                    </a:ext>
                  </a:extLst>
                </p:cNvPr>
                <p:cNvPicPr>
                  <a:picLocks noChangeAspect="1"/>
                </p:cNvPicPr>
                <p:nvPr/>
              </p:nvPicPr>
              <p:blipFill>
                <a:blip r:embed="rId7"/>
                <a:stretch>
                  <a:fillRect/>
                </a:stretch>
              </p:blipFill>
              <p:spPr>
                <a:xfrm>
                  <a:off x="8872506" y="135482"/>
                  <a:ext cx="3174806" cy="2116537"/>
                </a:xfrm>
                <a:prstGeom prst="rect">
                  <a:avLst/>
                </a:prstGeom>
              </p:spPr>
            </p:pic>
            <p:sp>
              <p:nvSpPr>
                <p:cNvPr id="23" name="TextBox 22">
                  <a:extLst>
                    <a:ext uri="{FF2B5EF4-FFF2-40B4-BE49-F238E27FC236}">
                      <a16:creationId xmlns:a16="http://schemas.microsoft.com/office/drawing/2014/main" id="{6B3924D7-792B-585C-B4E7-9286F2ED7C79}"/>
                    </a:ext>
                  </a:extLst>
                </p:cNvPr>
                <p:cNvSpPr txBox="1"/>
                <p:nvPr/>
              </p:nvSpPr>
              <p:spPr>
                <a:xfrm>
                  <a:off x="10352235" y="2844267"/>
                  <a:ext cx="1034660" cy="5059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Barlow" panose="00000500000000000000" pitchFamily="2" charset="0"/>
                      <a:ea typeface="+mn-ea"/>
                      <a:cs typeface="+mn-cs"/>
                    </a:rPr>
                    <a:t>What’s next for this Line</a:t>
                  </a:r>
                </a:p>
              </p:txBody>
            </p:sp>
          </p:grpSp>
          <p:sp>
            <p:nvSpPr>
              <p:cNvPr id="117" name="Oval 116">
                <a:extLst>
                  <a:ext uri="{FF2B5EF4-FFF2-40B4-BE49-F238E27FC236}">
                    <a16:creationId xmlns:a16="http://schemas.microsoft.com/office/drawing/2014/main" id="{683053BC-CE1D-8186-2ADC-33F3A709AD35}"/>
                  </a:ext>
                </a:extLst>
              </p:cNvPr>
              <p:cNvSpPr/>
              <p:nvPr/>
            </p:nvSpPr>
            <p:spPr>
              <a:xfrm>
                <a:off x="4319133" y="3390476"/>
                <a:ext cx="363589" cy="363589"/>
              </a:xfrm>
              <a:prstGeom prst="ellipse">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a:t>
                </a:r>
              </a:p>
            </p:txBody>
          </p:sp>
          <p:sp>
            <p:nvSpPr>
              <p:cNvPr id="10" name="Oval 9">
                <a:extLst>
                  <a:ext uri="{FF2B5EF4-FFF2-40B4-BE49-F238E27FC236}">
                    <a16:creationId xmlns:a16="http://schemas.microsoft.com/office/drawing/2014/main" id="{7AD06DEC-C621-644D-D096-EC77EF5DAF28}"/>
                  </a:ext>
                </a:extLst>
              </p:cNvPr>
              <p:cNvSpPr/>
              <p:nvPr/>
            </p:nvSpPr>
            <p:spPr>
              <a:xfrm>
                <a:off x="5949861" y="3403104"/>
                <a:ext cx="363589" cy="363589"/>
              </a:xfrm>
              <a:prstGeom prst="ellipse">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a:t>
                </a:r>
              </a:p>
            </p:txBody>
          </p:sp>
          <p:sp>
            <p:nvSpPr>
              <p:cNvPr id="13" name="Oval 12">
                <a:extLst>
                  <a:ext uri="{FF2B5EF4-FFF2-40B4-BE49-F238E27FC236}">
                    <a16:creationId xmlns:a16="http://schemas.microsoft.com/office/drawing/2014/main" id="{DD0C21E0-5DE0-839F-CACB-1361464B83F2}"/>
                  </a:ext>
                </a:extLst>
              </p:cNvPr>
              <p:cNvSpPr/>
              <p:nvPr/>
            </p:nvSpPr>
            <p:spPr>
              <a:xfrm>
                <a:off x="7773833" y="3382036"/>
                <a:ext cx="363589" cy="363589"/>
              </a:xfrm>
              <a:prstGeom prst="ellipse">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a:t>
                </a:r>
              </a:p>
            </p:txBody>
          </p:sp>
          <p:sp>
            <p:nvSpPr>
              <p:cNvPr id="16" name="Oval 15">
                <a:extLst>
                  <a:ext uri="{FF2B5EF4-FFF2-40B4-BE49-F238E27FC236}">
                    <a16:creationId xmlns:a16="http://schemas.microsoft.com/office/drawing/2014/main" id="{3D477818-F138-E982-5516-3F6D1B197F2C}"/>
                  </a:ext>
                </a:extLst>
              </p:cNvPr>
              <p:cNvSpPr/>
              <p:nvPr/>
            </p:nvSpPr>
            <p:spPr>
              <a:xfrm>
                <a:off x="9447955" y="3350345"/>
                <a:ext cx="363589" cy="363589"/>
              </a:xfrm>
              <a:prstGeom prst="ellipse">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lumMod val="50000"/>
                        <a:lumOff val="50000"/>
                      </a:prstClr>
                    </a:solidFill>
                    <a:effectLst/>
                    <a:uLnTx/>
                    <a:uFillTx/>
                    <a:latin typeface="Aptos" panose="02110004020202020204"/>
                    <a:ea typeface="+mn-ea"/>
                    <a:cs typeface="+mn-cs"/>
                  </a:rPr>
                  <a:t>+</a:t>
                </a:r>
              </a:p>
            </p:txBody>
          </p:sp>
        </p:grpSp>
      </p:grpSp>
    </p:spTree>
    <p:extLst>
      <p:ext uri="{BB962C8B-B14F-4D97-AF65-F5344CB8AC3E}">
        <p14:creationId xmlns:p14="http://schemas.microsoft.com/office/powerpoint/2010/main" val="3185866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1">
            <a:extLst>
              <a:ext uri="{FF2B5EF4-FFF2-40B4-BE49-F238E27FC236}">
                <a16:creationId xmlns:a16="http://schemas.microsoft.com/office/drawing/2014/main" id="{8F4CE45B-BE84-D9F1-9252-DB5C596C3B58}"/>
              </a:ext>
            </a:extLst>
          </p:cNvPr>
          <p:cNvSpPr txBox="1"/>
          <p:nvPr/>
        </p:nvSpPr>
        <p:spPr>
          <a:xfrm>
            <a:off x="239116" y="2090172"/>
            <a:ext cx="11713767"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600" b="0" i="0" u="none" strike="noStrike" kern="1200" cap="none" spc="0" normalizeH="0" baseline="0" noProof="0" dirty="0">
                <a:ln>
                  <a:noFill/>
                </a:ln>
                <a:solidFill>
                  <a:prstClr val="black"/>
                </a:solidFill>
                <a:effectLst/>
                <a:uLnTx/>
                <a:uFillTx/>
                <a:latin typeface="Barlow SemiBold" panose="00000700000000000000" pitchFamily="2" charset="0"/>
                <a:ea typeface="+mn-ea"/>
                <a:cs typeface="+mn-cs"/>
              </a:rPr>
              <a:t>CREATE what’s next</a:t>
            </a:r>
            <a:br>
              <a:rPr kumimoji="0" lang="en-US" sz="23900" b="0" i="0" u="none" strike="noStrike" kern="1200" cap="none" spc="0" normalizeH="0" baseline="0" noProof="0" dirty="0">
                <a:ln>
                  <a:noFill/>
                </a:ln>
                <a:solidFill>
                  <a:prstClr val="black"/>
                </a:solidFill>
                <a:effectLst/>
                <a:uLnTx/>
                <a:uFillTx/>
                <a:latin typeface="Barlow SemiBold" panose="00000700000000000000" pitchFamily="2" charset="0"/>
                <a:ea typeface="+mn-ea"/>
                <a:cs typeface="+mn-cs"/>
              </a:rPr>
            </a:br>
            <a:r>
              <a:rPr kumimoji="0" lang="en-US" sz="7200" b="0" i="0" u="none" strike="noStrike" kern="1200" cap="none" spc="0" normalizeH="0" baseline="0" noProof="0" dirty="0">
                <a:ln>
                  <a:noFill/>
                </a:ln>
                <a:solidFill>
                  <a:srgbClr val="FF0000"/>
                </a:solidFill>
                <a:effectLst/>
                <a:uLnTx/>
                <a:uFillTx/>
                <a:latin typeface="Barlow" panose="00000500000000000000" pitchFamily="2" charset="0"/>
                <a:ea typeface="+mn-ea"/>
                <a:cs typeface="+mn-cs"/>
              </a:rPr>
              <a:t>by turning data into action</a:t>
            </a:r>
            <a:r>
              <a:rPr kumimoji="0" lang="en-US" sz="7200" b="0" i="0" u="none" strike="noStrike" kern="1200" cap="none" spc="0" normalizeH="0" baseline="0" noProof="0" dirty="0">
                <a:ln>
                  <a:noFill/>
                </a:ln>
                <a:solidFill>
                  <a:prstClr val="black"/>
                </a:solidFill>
                <a:effectLst/>
                <a:uLnTx/>
                <a:uFillTx/>
                <a:latin typeface="Barlow" panose="00000500000000000000" pitchFamily="2" charset="0"/>
                <a:ea typeface="+mn-ea"/>
                <a:cs typeface="+mn-cs"/>
              </a:rPr>
              <a:t>.</a:t>
            </a:r>
          </a:p>
        </p:txBody>
      </p:sp>
    </p:spTree>
    <p:extLst>
      <p:ext uri="{BB962C8B-B14F-4D97-AF65-F5344CB8AC3E}">
        <p14:creationId xmlns:p14="http://schemas.microsoft.com/office/powerpoint/2010/main" val="42120497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1.Kalypso_RA_Business_2024">
  <a:themeElements>
    <a:clrScheme name="Kalypso Brand Refresh">
      <a:dk1>
        <a:srgbClr val="0F0F0F"/>
      </a:dk1>
      <a:lt1>
        <a:srgbClr val="FFFFFF"/>
      </a:lt1>
      <a:dk2>
        <a:srgbClr val="901B30"/>
      </a:dk2>
      <a:lt2>
        <a:srgbClr val="FFFFFF"/>
      </a:lt2>
      <a:accent1>
        <a:srgbClr val="BD163F"/>
      </a:accent1>
      <a:accent2>
        <a:srgbClr val="5DC6C1"/>
      </a:accent2>
      <a:accent3>
        <a:srgbClr val="AEE2E0"/>
      </a:accent3>
      <a:accent4>
        <a:srgbClr val="DFF3F3"/>
      </a:accent4>
      <a:accent5>
        <a:srgbClr val="EBB9C5"/>
      </a:accent5>
      <a:accent6>
        <a:srgbClr val="E7E7E7"/>
      </a:accent6>
      <a:hlink>
        <a:srgbClr val="BD163F"/>
      </a:hlink>
      <a:folHlink>
        <a:srgbClr val="0F0F0F"/>
      </a:folHlink>
    </a:clrScheme>
    <a:fontScheme name="Test">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ot="0" spcFirstLastPara="0" vertOverflow="overflow" horzOverflow="overflow" vert="horz" wrap="square" lIns="137160" tIns="137160" rIns="137160" bIns="137160" numCol="1" spcCol="0" rtlCol="0" fromWordArt="0" anchor="t" anchorCtr="0" forceAA="0" compatLnSpc="1">
        <a:prstTxWarp prst="textNoShape">
          <a:avLst/>
        </a:prstTxWarp>
        <a:noAutofit/>
      </a:bodyPr>
      <a:lstStyle>
        <a:defPPr algn="l">
          <a:lnSpc>
            <a:spcPct val="90000"/>
          </a:lnSpc>
          <a:spcAft>
            <a:spcPts val="600"/>
          </a:spcAft>
          <a:defRPr dirty="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lnDef>
      <a:spPr>
        <a:ln>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182880" tIns="182880" rIns="182880" bIns="182880">
        <a:spAutoFit/>
      </a:bodyPr>
      <a:lstStyle>
        <a:defPPr marL="0" indent="0" algn="l">
          <a:spcBef>
            <a:spcPts val="1200"/>
          </a:spcBef>
          <a:spcAft>
            <a:spcPts val="600"/>
          </a:spcAft>
          <a:buNone/>
          <a:defRPr sz="2000" dirty="0"/>
        </a:defPPr>
      </a:lstStyle>
    </a:txDef>
  </a:objectDefaults>
  <a:extraClrSchemeLst/>
  <a:extLst>
    <a:ext uri="{05A4C25C-085E-4340-85A3-A5531E510DB2}">
      <thm15:themeFamily xmlns:thm15="http://schemas.microsoft.com/office/thememl/2012/main" name="00.Kalypso Intro and Core Concept Slides 2025 (post brand update)  -  Read-Only" id="{A0F65371-E8BC-434F-A307-B3DCE93448CF}" vid="{97B1A1E0-5627-4B1D-8DB0-1FA4B31E9078}"/>
    </a:ext>
  </a:extLst>
</a:theme>
</file>

<file path=ppt/theme/theme3.xml><?xml version="1.0" encoding="utf-8"?>
<a:theme xmlns:a="http://schemas.openxmlformats.org/drawingml/2006/main" name="7_CONTENT LAYOUTS">
  <a:themeElements>
    <a:clrScheme name="RA Brand">
      <a:dk1>
        <a:srgbClr val="000000"/>
      </a:dk1>
      <a:lt1>
        <a:srgbClr val="FFFFFF"/>
      </a:lt1>
      <a:dk2>
        <a:srgbClr val="CCCCCC"/>
      </a:dk2>
      <a:lt2>
        <a:srgbClr val="4C4C4C"/>
      </a:lt2>
      <a:accent1>
        <a:srgbClr val="CD163F"/>
      </a:accent1>
      <a:accent2>
        <a:srgbClr val="003E7E"/>
      </a:accent2>
      <a:accent3>
        <a:srgbClr val="F58024"/>
      </a:accent3>
      <a:accent4>
        <a:srgbClr val="00AEEF"/>
      </a:accent4>
      <a:accent5>
        <a:srgbClr val="F9C20A"/>
      </a:accent5>
      <a:accent6>
        <a:srgbClr val="77C14C"/>
      </a:accent6>
      <a:hlink>
        <a:srgbClr val="CD163F"/>
      </a:hlink>
      <a:folHlink>
        <a:srgbClr val="BA2332"/>
      </a:folHlink>
    </a:clrScheme>
    <a:fontScheme name="Barlow">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3"/>
            </a:gs>
            <a:gs pos="100000">
              <a:schemeClr val="accent1"/>
            </a:gs>
          </a:gsLst>
          <a:lin ang="2700000" scaled="1"/>
          <a:tileRect/>
        </a:gradFill>
        <a:ln w="19050" cap="flat">
          <a:gradFill>
            <a:gsLst>
              <a:gs pos="0">
                <a:schemeClr val="accent3"/>
              </a:gs>
              <a:gs pos="64000">
                <a:schemeClr val="accent1"/>
              </a:gs>
            </a:gsLst>
            <a:lin ang="2700000" scaled="0"/>
          </a:gradFill>
          <a:prstDash val="solid"/>
          <a:miter/>
        </a:ln>
        <a:effectLst/>
      </a:spPr>
      <a:bodyPr rtlCol="0" anchor="ctr"/>
      <a:lstStyle>
        <a:defPPr algn="l">
          <a:defRPr/>
        </a:defPPr>
      </a:lstStyle>
    </a:spDef>
    <a:lnDef>
      <a:spPr bwMode="auto">
        <a:noFill/>
        <a:ln w="50800" cap="flat" cmpd="sng" algn="ctr">
          <a:gradFill>
            <a:gsLst>
              <a:gs pos="0">
                <a:schemeClr val="accent3"/>
              </a:gs>
              <a:gs pos="100000">
                <a:schemeClr val="accent1"/>
              </a:gs>
            </a:gsLst>
            <a:lin ang="0" scaled="0"/>
          </a:gradFill>
          <a:prstDash val="solid"/>
          <a:round/>
          <a:headEnd type="none" w="med" len="med"/>
          <a:tailEnd type="none" w="med" len="med"/>
        </a:ln>
        <a:effectLst/>
      </a:spPr>
      <a:bodyPr/>
      <a:lstStyle/>
    </a:lnDef>
    <a:txDef>
      <a:spPr/>
      <a:bodyPr wrap="none" rtlCol="0" anchor="t">
        <a:spAutoFit/>
      </a:bodyPr>
      <a:lstStyle>
        <a:defPPr algn="l" defTabSz="914400">
          <a:buClr>
            <a:schemeClr val="bg2"/>
          </a:buClr>
          <a:tabLst/>
          <a:defRPr sz="2000" kern="0" dirty="0" smtClean="0">
            <a:solidFill>
              <a:schemeClr val="bg2"/>
            </a:solidFill>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5-LIQ-PublicTemplate ORIGINAL" id="{4BB8F747-FFFE-BF40-920B-2B388BF4C236}" vid="{EF90C274-A152-4E47-B467-52A9610B53F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8_CONTENT LAYOUTS">
  <a:themeElements>
    <a:clrScheme name="RA Brand">
      <a:dk1>
        <a:srgbClr val="000000"/>
      </a:dk1>
      <a:lt1>
        <a:srgbClr val="FFFFFF"/>
      </a:lt1>
      <a:dk2>
        <a:srgbClr val="CCCCCC"/>
      </a:dk2>
      <a:lt2>
        <a:srgbClr val="4C4C4C"/>
      </a:lt2>
      <a:accent1>
        <a:srgbClr val="CD163F"/>
      </a:accent1>
      <a:accent2>
        <a:srgbClr val="003E7E"/>
      </a:accent2>
      <a:accent3>
        <a:srgbClr val="F58024"/>
      </a:accent3>
      <a:accent4>
        <a:srgbClr val="00AEEF"/>
      </a:accent4>
      <a:accent5>
        <a:srgbClr val="F9C20A"/>
      </a:accent5>
      <a:accent6>
        <a:srgbClr val="77C14C"/>
      </a:accent6>
      <a:hlink>
        <a:srgbClr val="CD163F"/>
      </a:hlink>
      <a:folHlink>
        <a:srgbClr val="BA2332"/>
      </a:folHlink>
    </a:clrScheme>
    <a:fontScheme name="Barlow">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3"/>
            </a:gs>
            <a:gs pos="100000">
              <a:schemeClr val="accent1"/>
            </a:gs>
          </a:gsLst>
          <a:lin ang="2700000" scaled="1"/>
          <a:tileRect/>
        </a:gradFill>
        <a:ln w="19050" cap="flat">
          <a:gradFill>
            <a:gsLst>
              <a:gs pos="0">
                <a:schemeClr val="accent3"/>
              </a:gs>
              <a:gs pos="64000">
                <a:schemeClr val="accent1"/>
              </a:gs>
            </a:gsLst>
            <a:lin ang="2700000" scaled="0"/>
          </a:gradFill>
          <a:prstDash val="solid"/>
          <a:miter/>
        </a:ln>
        <a:effectLst/>
      </a:spPr>
      <a:bodyPr rtlCol="0" anchor="ctr"/>
      <a:lstStyle>
        <a:defPPr algn="l">
          <a:defRPr/>
        </a:defPPr>
      </a:lstStyle>
    </a:spDef>
    <a:lnDef>
      <a:spPr bwMode="auto">
        <a:noFill/>
        <a:ln w="50800" cap="flat" cmpd="sng" algn="ctr">
          <a:gradFill>
            <a:gsLst>
              <a:gs pos="0">
                <a:schemeClr val="accent3"/>
              </a:gs>
              <a:gs pos="100000">
                <a:schemeClr val="accent1"/>
              </a:gs>
            </a:gsLst>
            <a:lin ang="0" scaled="0"/>
          </a:gradFill>
          <a:prstDash val="solid"/>
          <a:round/>
          <a:headEnd type="none" w="med" len="med"/>
          <a:tailEnd type="none" w="med" len="med"/>
        </a:ln>
        <a:effectLst/>
      </a:spPr>
      <a:bodyPr/>
      <a:lstStyle/>
    </a:lnDef>
    <a:txDef>
      <a:spPr/>
      <a:bodyPr wrap="none" rtlCol="0" anchor="t">
        <a:spAutoFit/>
      </a:bodyPr>
      <a:lstStyle>
        <a:defPPr algn="l" defTabSz="914400">
          <a:buClr>
            <a:schemeClr val="bg2"/>
          </a:buClr>
          <a:tabLst/>
          <a:defRPr sz="2000" kern="0" dirty="0" smtClean="0">
            <a:solidFill>
              <a:schemeClr val="bg2"/>
            </a:solidFill>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5-LIQ-PublicTemplate ORIGINAL" id="{4BB8F747-FFFE-BF40-920B-2B388BF4C236}" vid="{EF90C274-A152-4E47-B467-52A9610B53FF}"/>
    </a:ext>
  </a:extLst>
</a:theme>
</file>

<file path=ppt/theme/theme8.xml><?xml version="1.0" encoding="utf-8"?>
<a:theme xmlns:a="http://schemas.openxmlformats.org/drawingml/2006/main" name="9_CONTENT LAYOUTS">
  <a:themeElements>
    <a:clrScheme name="RA Brand">
      <a:dk1>
        <a:srgbClr val="000000"/>
      </a:dk1>
      <a:lt1>
        <a:srgbClr val="FFFFFF"/>
      </a:lt1>
      <a:dk2>
        <a:srgbClr val="CCCCCC"/>
      </a:dk2>
      <a:lt2>
        <a:srgbClr val="4C4C4C"/>
      </a:lt2>
      <a:accent1>
        <a:srgbClr val="CD163F"/>
      </a:accent1>
      <a:accent2>
        <a:srgbClr val="003E7E"/>
      </a:accent2>
      <a:accent3>
        <a:srgbClr val="F58024"/>
      </a:accent3>
      <a:accent4>
        <a:srgbClr val="00AEEF"/>
      </a:accent4>
      <a:accent5>
        <a:srgbClr val="F9C20A"/>
      </a:accent5>
      <a:accent6>
        <a:srgbClr val="77C14C"/>
      </a:accent6>
      <a:hlink>
        <a:srgbClr val="CD163F"/>
      </a:hlink>
      <a:folHlink>
        <a:srgbClr val="BA2332"/>
      </a:folHlink>
    </a:clrScheme>
    <a:fontScheme name="Barlow">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chemeClr val="accent3"/>
            </a:gs>
            <a:gs pos="100000">
              <a:schemeClr val="accent1"/>
            </a:gs>
          </a:gsLst>
          <a:lin ang="2700000" scaled="1"/>
          <a:tileRect/>
        </a:gradFill>
        <a:ln w="19050" cap="flat">
          <a:gradFill>
            <a:gsLst>
              <a:gs pos="0">
                <a:schemeClr val="accent3"/>
              </a:gs>
              <a:gs pos="64000">
                <a:schemeClr val="accent1"/>
              </a:gs>
            </a:gsLst>
            <a:lin ang="2700000" scaled="0"/>
          </a:gradFill>
          <a:prstDash val="solid"/>
          <a:miter/>
        </a:ln>
        <a:effectLst/>
      </a:spPr>
      <a:bodyPr rtlCol="0" anchor="ctr"/>
      <a:lstStyle>
        <a:defPPr algn="l">
          <a:defRPr/>
        </a:defPPr>
      </a:lstStyle>
    </a:spDef>
    <a:lnDef>
      <a:spPr bwMode="auto">
        <a:noFill/>
        <a:ln w="50800" cap="flat" cmpd="sng" algn="ctr">
          <a:gradFill>
            <a:gsLst>
              <a:gs pos="0">
                <a:schemeClr val="accent3"/>
              </a:gs>
              <a:gs pos="100000">
                <a:schemeClr val="accent1"/>
              </a:gs>
            </a:gsLst>
            <a:lin ang="0" scaled="0"/>
          </a:gradFill>
          <a:prstDash val="solid"/>
          <a:round/>
          <a:headEnd type="none" w="med" len="med"/>
          <a:tailEnd type="none" w="med" len="med"/>
        </a:ln>
        <a:effectLst/>
      </a:spPr>
      <a:bodyPr/>
      <a:lstStyle/>
    </a:lnDef>
    <a:txDef>
      <a:spPr/>
      <a:bodyPr wrap="none" rtlCol="0" anchor="t">
        <a:spAutoFit/>
      </a:bodyPr>
      <a:lstStyle>
        <a:defPPr algn="l" defTabSz="914400">
          <a:buClr>
            <a:schemeClr val="bg2"/>
          </a:buClr>
          <a:tabLst/>
          <a:defRPr sz="2000" kern="0" dirty="0" smtClean="0">
            <a:solidFill>
              <a:schemeClr val="bg2"/>
            </a:solidFill>
          </a:defRPr>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5-LIQ-PublicTemplate ORIGINAL" id="{4BB8F747-FFFE-BF40-920B-2B388BF4C236}" vid="{EF90C274-A152-4E47-B467-52A9610B53FF}"/>
    </a:ext>
  </a:extLst>
</a:theme>
</file>

<file path=ppt/theme/theme9.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TotalTime>
  <Words>2325</Words>
  <Application>Microsoft Office PowerPoint</Application>
  <PresentationFormat>Panorámica</PresentationFormat>
  <Paragraphs>358</Paragraphs>
  <Slides>11</Slides>
  <Notes>7</Notes>
  <HiddenSlides>0</HiddenSlides>
  <MMClips>0</MMClips>
  <ScaleCrop>false</ScaleCrop>
  <HeadingPairs>
    <vt:vector size="6" baseType="variant">
      <vt:variant>
        <vt:lpstr>Fuentes usadas</vt:lpstr>
      </vt:variant>
      <vt:variant>
        <vt:i4>14</vt:i4>
      </vt:variant>
      <vt:variant>
        <vt:lpstr>Tema</vt:lpstr>
      </vt:variant>
      <vt:variant>
        <vt:i4>8</vt:i4>
      </vt:variant>
      <vt:variant>
        <vt:lpstr>Títulos de diapositiva</vt:lpstr>
      </vt:variant>
      <vt:variant>
        <vt:i4>11</vt:i4>
      </vt:variant>
    </vt:vector>
  </HeadingPairs>
  <TitlesOfParts>
    <vt:vector size="33" baseType="lpstr">
      <vt:lpstr>Aptos</vt:lpstr>
      <vt:lpstr>Aptos Display</vt:lpstr>
      <vt:lpstr>Arial</vt:lpstr>
      <vt:lpstr>Arial Narrow</vt:lpstr>
      <vt:lpstr>Barlow</vt:lpstr>
      <vt:lpstr>Barlow Black</vt:lpstr>
      <vt:lpstr>Barlow Light</vt:lpstr>
      <vt:lpstr>Barlow Medium</vt:lpstr>
      <vt:lpstr>Barlow SemiBold</vt:lpstr>
      <vt:lpstr>Calibri</vt:lpstr>
      <vt:lpstr>Franklin Gothic Book</vt:lpstr>
      <vt:lpstr>Georgia</vt:lpstr>
      <vt:lpstr>Segoe UI</vt:lpstr>
      <vt:lpstr>Wingdings</vt:lpstr>
      <vt:lpstr>Tema de Office</vt:lpstr>
      <vt:lpstr>2_1.Kalypso_RA_Business_2024</vt:lpstr>
      <vt:lpstr>7_CONTENT LAYOUTS</vt:lpstr>
      <vt:lpstr>Office Theme</vt:lpstr>
      <vt:lpstr>1_Office Theme</vt:lpstr>
      <vt:lpstr>2_Office Theme</vt:lpstr>
      <vt:lpstr>8_CONTENT LAYOUTS</vt:lpstr>
      <vt:lpstr>9_CONTENT LAYOUTS</vt:lpstr>
      <vt:lpstr>Continued Improvement on the Contactor Line</vt:lpstr>
      <vt:lpstr>Presentación de PowerPoint</vt:lpstr>
      <vt:lpstr>Digital can unite data from disparate systems, put it in the right context, and use it to generate insight that drives optimal decisions and actions.</vt:lpstr>
      <vt:lpstr>The Lifecycle Services Difference</vt:lpstr>
      <vt:lpstr>Presentación de PowerPoint</vt:lpstr>
      <vt:lpstr>Continued Improvement on the Contactor Line</vt:lpstr>
      <vt:lpstr>Presentación de PowerPoint</vt:lpstr>
      <vt:lpstr>Create What’s Next on the Contactor Line</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Carolina Huicochea</dc:creator>
  <cp:lastModifiedBy>Carolina Huicochea Romo</cp:lastModifiedBy>
  <cp:revision>11</cp:revision>
  <dcterms:created xsi:type="dcterms:W3CDTF">2025-09-29T17:32:17Z</dcterms:created>
  <dcterms:modified xsi:type="dcterms:W3CDTF">2025-10-02T03:28:26Z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14c1950-b3a8-4278-88f1-6df69d73b9d5_Enabled">
    <vt:lpwstr>true</vt:lpwstr>
  </property>
  <property fmtid="{D5CDD505-2E9C-101B-9397-08002B2CF9AE}" pid="3" name="MSIP_Label_e14c1950-b3a8-4278-88f1-6df69d73b9d5_SetDate">
    <vt:lpwstr>2025-09-29T17:32:35Z</vt:lpwstr>
  </property>
  <property fmtid="{D5CDD505-2E9C-101B-9397-08002B2CF9AE}" pid="4" name="MSIP_Label_e14c1950-b3a8-4278-88f1-6df69d73b9d5_Method">
    <vt:lpwstr>Privileged</vt:lpwstr>
  </property>
  <property fmtid="{D5CDD505-2E9C-101B-9397-08002B2CF9AE}" pid="5" name="MSIP_Label_e14c1950-b3a8-4278-88f1-6df69d73b9d5_Name">
    <vt:lpwstr>e14c1950-b3a8-4278-88f1-6df69d73b9d5</vt:lpwstr>
  </property>
  <property fmtid="{D5CDD505-2E9C-101B-9397-08002B2CF9AE}" pid="6" name="MSIP_Label_e14c1950-b3a8-4278-88f1-6df69d73b9d5_SiteId">
    <vt:lpwstr>855b093e-7340-45c7-9f0c-96150415893e</vt:lpwstr>
  </property>
  <property fmtid="{D5CDD505-2E9C-101B-9397-08002B2CF9AE}" pid="7" name="MSIP_Label_e14c1950-b3a8-4278-88f1-6df69d73b9d5_ActionId">
    <vt:lpwstr>27882f71-dbb8-49bb-b6b3-538fb750a33d</vt:lpwstr>
  </property>
  <property fmtid="{D5CDD505-2E9C-101B-9397-08002B2CF9AE}" pid="8" name="MSIP_Label_e14c1950-b3a8-4278-88f1-6df69d73b9d5_ContentBits">
    <vt:lpwstr>0</vt:lpwstr>
  </property>
  <property fmtid="{D5CDD505-2E9C-101B-9397-08002B2CF9AE}" pid="9" name="MSIP_Label_e14c1950-b3a8-4278-88f1-6df69d73b9d5_Tag">
    <vt:lpwstr>10, 0, 1, 2</vt:lpwstr>
  </property>
</Properties>
</file>